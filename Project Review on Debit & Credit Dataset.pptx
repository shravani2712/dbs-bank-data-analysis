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metadata/core-properties" Target="docProps/core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4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70" r:id="rId9"/>
    <p:sldId id="271" r:id="rId10"/>
    <p:sldId id="272" r:id="rId11"/>
    <p:sldId id="273" r:id="rId12"/>
    <p:sldId id="274" r:id="rId13"/>
    <p:sldId id="275" r:id="rId14"/>
    <p:sldId id="276" r:id="rId15"/>
    <p:sldId id="277" r:id="rId16"/>
    <p:sldId id="278" r:id="rId17"/>
    <p:sldId id="262" r:id="rId18"/>
    <p:sldId id="263" r:id="rId19"/>
    <p:sldId id="279" r:id="rId20"/>
    <p:sldId id="264" r:id="rId21"/>
    <p:sldId id="280" r:id="rId22"/>
    <p:sldId id="265" r:id="rId23"/>
    <p:sldId id="281" r:id="rId24"/>
    <p:sldId id="282" r:id="rId25"/>
    <p:sldId id="283" r:id="rId26"/>
    <p:sldId id="284" r:id="rId27"/>
    <p:sldId id="285" r:id="rId28"/>
    <p:sldId id="286" r:id="rId29"/>
    <p:sldId id="287" r:id="rId30"/>
    <p:sldId id="293" r:id="rId31"/>
    <p:sldId id="266" r:id="rId32"/>
    <p:sldId id="268" r:id="rId33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0" d="100"/>
          <a:sy n="100" d="100"/>
        </p:scale>
        <p:origin x="749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34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viewProps" Target="viewProps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png"/><Relationship Id="rId5" Type="http://schemas.openxmlformats.org/officeDocument/2006/relationships/hyperlink" Target="http://bit.ly/2TtBDfr" TargetMode="External"/><Relationship Id="rId4" Type="http://schemas.openxmlformats.org/officeDocument/2006/relationships/hyperlink" Target="https://bit.ly/3A1uf1Q" TargetMode="Externa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png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oogle Shape;9;p2"/>
          <p:cNvPicPr/>
          <p:nvPr/>
        </p:nvPicPr>
        <p:blipFill>
          <a:blip r:embed="rId2"/>
          <a:srcRect t="1844" r="1844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" name="Google Shape;10;p2"/>
          <p:cNvPicPr/>
          <p:nvPr/>
        </p:nvPicPr>
        <p:blipFill>
          <a:blip r:embed="rId3">
            <a:alphaModFix amt="60000"/>
          </a:blip>
          <a:srcRect b="1681"/>
          <a:stretch/>
        </p:blipFill>
        <p:spPr>
          <a:xfrm>
            <a:off x="0" y="0"/>
            <a:ext cx="2740680" cy="514332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2" name="Google Shape;11;p2"/>
          <p:cNvGrpSpPr/>
          <p:nvPr/>
        </p:nvGrpSpPr>
        <p:grpSpPr>
          <a:xfrm>
            <a:off x="-2166480" y="-2744640"/>
            <a:ext cx="13380120" cy="9878400"/>
            <a:chOff x="-2166480" y="-2744640"/>
            <a:chExt cx="13380120" cy="9878400"/>
          </a:xfrm>
        </p:grpSpPr>
        <p:pic>
          <p:nvPicPr>
            <p:cNvPr id="3" name="Google Shape;12;p2"/>
            <p:cNvPicPr/>
            <p:nvPr/>
          </p:nvPicPr>
          <p:blipFill>
            <a:blip r:embed="rId4">
              <a:alphaModFix amt="50000"/>
            </a:blip>
            <a:stretch/>
          </p:blipFill>
          <p:spPr>
            <a:xfrm rot="7507200">
              <a:off x="7163280" y="3111480"/>
              <a:ext cx="3409920" cy="333576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4" name="Google Shape;13;p2"/>
            <p:cNvPicPr/>
            <p:nvPr/>
          </p:nvPicPr>
          <p:blipFill>
            <a:blip r:embed="rId4">
              <a:alphaModFix amt="50000"/>
            </a:blip>
            <a:stretch/>
          </p:blipFill>
          <p:spPr>
            <a:xfrm rot="3138600">
              <a:off x="-1483560" y="-2016360"/>
              <a:ext cx="3541680" cy="346464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2007720" y="1080720"/>
            <a:ext cx="6719400" cy="14968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3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  <p:transition spd="slow">
    <p:push dir="u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IG_NUMBER"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oogle Shape;248;p11"/>
          <p:cNvPicPr/>
          <p:nvPr/>
        </p:nvPicPr>
        <p:blipFill>
          <a:blip r:embed="rId2"/>
          <a:srcRect t="1844" r="1844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" name="Google Shape;249;p11"/>
          <p:cNvPicPr/>
          <p:nvPr/>
        </p:nvPicPr>
        <p:blipFill>
          <a:blip r:embed="rId3">
            <a:alphaModFix amt="60000"/>
          </a:blip>
          <a:srcRect b="1681"/>
          <a:stretch/>
        </p:blipFill>
        <p:spPr>
          <a:xfrm flipH="1">
            <a:off x="6403320" y="0"/>
            <a:ext cx="2740680" cy="514332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9" name="Google Shape;250;p11"/>
          <p:cNvGrpSpPr/>
          <p:nvPr/>
        </p:nvGrpSpPr>
        <p:grpSpPr>
          <a:xfrm>
            <a:off x="-1880280" y="-2238480"/>
            <a:ext cx="12745800" cy="9193680"/>
            <a:chOff x="-1880280" y="-2238480"/>
            <a:chExt cx="12745800" cy="9193680"/>
          </a:xfrm>
        </p:grpSpPr>
        <p:pic>
          <p:nvPicPr>
            <p:cNvPr id="10" name="Google Shape;251;p11"/>
            <p:cNvPicPr/>
            <p:nvPr/>
          </p:nvPicPr>
          <p:blipFill>
            <a:blip r:embed="rId4">
              <a:alphaModFix amt="50000"/>
            </a:blip>
            <a:stretch/>
          </p:blipFill>
          <p:spPr>
            <a:xfrm rot="6622200">
              <a:off x="-1410480" y="2959560"/>
              <a:ext cx="3541680" cy="34646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1" name="Google Shape;252;p11"/>
            <p:cNvPicPr/>
            <p:nvPr/>
          </p:nvPicPr>
          <p:blipFill>
            <a:blip r:embed="rId4">
              <a:alphaModFix amt="50000"/>
            </a:blip>
            <a:stretch/>
          </p:blipFill>
          <p:spPr>
            <a:xfrm rot="4680600">
              <a:off x="7031880" y="-1878480"/>
              <a:ext cx="3541680" cy="346464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12" name="Google Shape;253;p11"/>
          <p:cNvGrpSpPr/>
          <p:nvPr/>
        </p:nvGrpSpPr>
        <p:grpSpPr>
          <a:xfrm>
            <a:off x="-440640" y="-271440"/>
            <a:ext cx="9706680" cy="5878800"/>
            <a:chOff x="-440640" y="-271440"/>
            <a:chExt cx="9706680" cy="5878800"/>
          </a:xfrm>
        </p:grpSpPr>
        <p:grpSp>
          <p:nvGrpSpPr>
            <p:cNvPr id="13" name="Google Shape;254;p11"/>
            <p:cNvGrpSpPr/>
            <p:nvPr/>
          </p:nvGrpSpPr>
          <p:grpSpPr>
            <a:xfrm>
              <a:off x="7302960" y="3600360"/>
              <a:ext cx="1963080" cy="2007000"/>
              <a:chOff x="7302960" y="3600360"/>
              <a:chExt cx="1963080" cy="2007000"/>
            </a:xfrm>
          </p:grpSpPr>
          <p:pic>
            <p:nvPicPr>
              <p:cNvPr id="14" name="Google Shape;255;p11"/>
              <p:cNvPicPr/>
              <p:nvPr/>
            </p:nvPicPr>
            <p:blipFill>
              <a:blip r:embed="rId5">
                <a:alphaModFix amt="50000"/>
              </a:blip>
              <a:stretch/>
            </p:blipFill>
            <p:spPr>
              <a:xfrm rot="5400000">
                <a:off x="7281000" y="3622320"/>
                <a:ext cx="2007000" cy="196308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grpSp>
            <p:nvGrpSpPr>
              <p:cNvPr id="15" name="Google Shape;256;p11"/>
              <p:cNvGrpSpPr/>
              <p:nvPr/>
            </p:nvGrpSpPr>
            <p:grpSpPr>
              <a:xfrm>
                <a:off x="8547840" y="4489920"/>
                <a:ext cx="326880" cy="318240"/>
                <a:chOff x="8547840" y="4489920"/>
                <a:chExt cx="326880" cy="318240"/>
              </a:xfrm>
            </p:grpSpPr>
            <p:sp>
              <p:nvSpPr>
                <p:cNvPr id="16" name="Google Shape;257;p11"/>
                <p:cNvSpPr/>
                <p:nvPr/>
              </p:nvSpPr>
              <p:spPr>
                <a:xfrm>
                  <a:off x="8674200" y="4786560"/>
                  <a:ext cx="115920" cy="21600"/>
                </a:xfrm>
                <a:custGeom>
                  <a:avLst/>
                  <a:gdLst>
                    <a:gd name="textAreaLeft" fmla="*/ 0 w 115920"/>
                    <a:gd name="textAreaRight" fmla="*/ 116280 w 115920"/>
                    <a:gd name="textAreaTop" fmla="*/ 0 h 21600"/>
                    <a:gd name="textAreaBottom" fmla="*/ 21960 h 21600"/>
                  </a:gdLst>
                  <a:ahLst/>
                  <a:cxnLst/>
                  <a:rect l="textAreaLeft" t="textAreaTop" r="textAreaRight" b="textAreaBottom"/>
                  <a:pathLst>
                    <a:path w="190" h="36">
                      <a:moveTo>
                        <a:pt x="1" y="14"/>
                      </a:moveTo>
                      <a:cubicBezTo>
                        <a:pt x="0" y="16"/>
                        <a:pt x="2" y="19"/>
                        <a:pt x="4" y="19"/>
                      </a:cubicBezTo>
                      <a:cubicBezTo>
                        <a:pt x="65" y="36"/>
                        <a:pt x="135" y="29"/>
                        <a:pt x="190" y="0"/>
                      </a:cubicBezTo>
                      <a:cubicBezTo>
                        <a:pt x="6" y="0"/>
                        <a:pt x="6" y="0"/>
                        <a:pt x="6" y="0"/>
                      </a:cubicBezTo>
                      <a:lnTo>
                        <a:pt x="1" y="14"/>
                      </a:ln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0800" bIns="1080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7" name="Google Shape;258;p11"/>
                <p:cNvSpPr/>
                <p:nvPr/>
              </p:nvSpPr>
              <p:spPr>
                <a:xfrm>
                  <a:off x="8547840" y="4608360"/>
                  <a:ext cx="155880" cy="181080"/>
                </a:xfrm>
                <a:custGeom>
                  <a:avLst/>
                  <a:gdLst>
                    <a:gd name="textAreaLeft" fmla="*/ 0 w 155880"/>
                    <a:gd name="textAreaRight" fmla="*/ 156240 w 155880"/>
                    <a:gd name="textAreaTop" fmla="*/ 0 h 181080"/>
                    <a:gd name="textAreaBottom" fmla="*/ 181440 h 181080"/>
                  </a:gdLst>
                  <a:ahLst/>
                  <a:cxnLst/>
                  <a:rect l="textAreaLeft" t="textAreaTop" r="textAreaRight" b="textAreaBottom"/>
                  <a:pathLst>
                    <a:path w="255" h="296">
                      <a:moveTo>
                        <a:pt x="251" y="72"/>
                      </a:moveTo>
                      <a:cubicBezTo>
                        <a:pt x="34" y="1"/>
                        <a:pt x="34" y="1"/>
                        <a:pt x="34" y="1"/>
                      </a:cubicBezTo>
                      <a:cubicBezTo>
                        <a:pt x="32" y="0"/>
                        <a:pt x="29" y="2"/>
                        <a:pt x="28" y="5"/>
                      </a:cubicBezTo>
                      <a:cubicBezTo>
                        <a:pt x="0" y="121"/>
                        <a:pt x="60" y="245"/>
                        <a:pt x="169" y="295"/>
                      </a:cubicBezTo>
                      <a:cubicBezTo>
                        <a:pt x="171" y="296"/>
                        <a:pt x="174" y="295"/>
                        <a:pt x="175" y="292"/>
                      </a:cubicBezTo>
                      <a:cubicBezTo>
                        <a:pt x="254" y="78"/>
                        <a:pt x="254" y="78"/>
                        <a:pt x="254" y="78"/>
                      </a:cubicBezTo>
                      <a:cubicBezTo>
                        <a:pt x="255" y="76"/>
                        <a:pt x="254" y="73"/>
                        <a:pt x="251" y="72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8" name="Google Shape;259;p11"/>
                <p:cNvSpPr/>
                <p:nvPr/>
              </p:nvSpPr>
              <p:spPr>
                <a:xfrm>
                  <a:off x="8685720" y="4742640"/>
                  <a:ext cx="156960" cy="23040"/>
                </a:xfrm>
                <a:custGeom>
                  <a:avLst/>
                  <a:gdLst>
                    <a:gd name="textAreaLeft" fmla="*/ 0 w 156960"/>
                    <a:gd name="textAreaRight" fmla="*/ 157320 w 156960"/>
                    <a:gd name="textAreaTop" fmla="*/ 0 h 23040"/>
                    <a:gd name="textAreaBottom" fmla="*/ 23400 h 23040"/>
                  </a:gdLst>
                  <a:ahLst/>
                  <a:cxnLst/>
                  <a:rect l="textAreaLeft" t="textAreaTop" r="textAreaRight" b="textAreaBottom"/>
                  <a:pathLst>
                    <a:path w="257" h="38">
                      <a:moveTo>
                        <a:pt x="0" y="38"/>
                      </a:moveTo>
                      <a:cubicBezTo>
                        <a:pt x="221" y="38"/>
                        <a:pt x="221" y="38"/>
                        <a:pt x="221" y="38"/>
                      </a:cubicBezTo>
                      <a:cubicBezTo>
                        <a:pt x="234" y="26"/>
                        <a:pt x="246" y="13"/>
                        <a:pt x="257" y="0"/>
                      </a:cubicBezTo>
                      <a:cubicBezTo>
                        <a:pt x="14" y="0"/>
                        <a:pt x="14" y="0"/>
                        <a:pt x="14" y="0"/>
                      </a:cubicBezTo>
                      <a:lnTo>
                        <a:pt x="0" y="38"/>
                      </a:ln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1520" bIns="1152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9" name="Google Shape;260;p11"/>
                <p:cNvSpPr/>
                <p:nvPr/>
              </p:nvSpPr>
              <p:spPr>
                <a:xfrm>
                  <a:off x="8572680" y="4489920"/>
                  <a:ext cx="134280" cy="141480"/>
                </a:xfrm>
                <a:custGeom>
                  <a:avLst/>
                  <a:gdLst>
                    <a:gd name="textAreaLeft" fmla="*/ 0 w 134280"/>
                    <a:gd name="textAreaRight" fmla="*/ 134640 w 134280"/>
                    <a:gd name="textAreaTop" fmla="*/ 0 h 141480"/>
                    <a:gd name="textAreaBottom" fmla="*/ 141840 h 141480"/>
                  </a:gdLst>
                  <a:ahLst/>
                  <a:cxnLst/>
                  <a:rect l="textAreaLeft" t="textAreaTop" r="textAreaRight" b="textAreaBottom"/>
                  <a:pathLst>
                    <a:path w="220" h="231">
                      <a:moveTo>
                        <a:pt x="4" y="162"/>
                      </a:moveTo>
                      <a:cubicBezTo>
                        <a:pt x="214" y="230"/>
                        <a:pt x="214" y="230"/>
                        <a:pt x="214" y="230"/>
                      </a:cubicBezTo>
                      <a:cubicBezTo>
                        <a:pt x="217" y="231"/>
                        <a:pt x="220" y="229"/>
                        <a:pt x="220" y="226"/>
                      </a:cubicBezTo>
                      <a:cubicBezTo>
                        <a:pt x="220" y="5"/>
                        <a:pt x="220" y="5"/>
                        <a:pt x="220" y="5"/>
                      </a:cubicBezTo>
                      <a:cubicBezTo>
                        <a:pt x="220" y="2"/>
                        <a:pt x="217" y="0"/>
                        <a:pt x="215" y="0"/>
                      </a:cubicBezTo>
                      <a:cubicBezTo>
                        <a:pt x="155" y="6"/>
                        <a:pt x="99" y="31"/>
                        <a:pt x="56" y="75"/>
                      </a:cubicBezTo>
                      <a:cubicBezTo>
                        <a:pt x="32" y="98"/>
                        <a:pt x="14" y="125"/>
                        <a:pt x="1" y="155"/>
                      </a:cubicBezTo>
                      <a:cubicBezTo>
                        <a:pt x="0" y="158"/>
                        <a:pt x="1" y="161"/>
                        <a:pt x="4" y="162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0" name="Google Shape;261;p11"/>
                <p:cNvSpPr/>
                <p:nvPr/>
              </p:nvSpPr>
              <p:spPr>
                <a:xfrm>
                  <a:off x="8701560" y="4700160"/>
                  <a:ext cx="164160" cy="21240"/>
                </a:xfrm>
                <a:custGeom>
                  <a:avLst/>
                  <a:gdLst>
                    <a:gd name="textAreaLeft" fmla="*/ 0 w 164160"/>
                    <a:gd name="textAreaRight" fmla="*/ 164520 w 164160"/>
                    <a:gd name="textAreaTop" fmla="*/ 0 h 21240"/>
                    <a:gd name="textAreaBottom" fmla="*/ 21600 h 21240"/>
                  </a:gdLst>
                  <a:ahLst/>
                  <a:cxnLst/>
                  <a:rect l="textAreaLeft" t="textAreaTop" r="textAreaRight" b="textAreaBottom"/>
                  <a:pathLst>
                    <a:path w="268" h="35">
                      <a:moveTo>
                        <a:pt x="0" y="35"/>
                      </a:moveTo>
                      <a:cubicBezTo>
                        <a:pt x="253" y="35"/>
                        <a:pt x="253" y="35"/>
                        <a:pt x="253" y="35"/>
                      </a:cubicBezTo>
                      <a:cubicBezTo>
                        <a:pt x="259" y="24"/>
                        <a:pt x="264" y="12"/>
                        <a:pt x="268" y="0"/>
                      </a:cubicBezTo>
                      <a:cubicBezTo>
                        <a:pt x="13" y="0"/>
                        <a:pt x="13" y="0"/>
                        <a:pt x="13" y="0"/>
                      </a:cubicBezTo>
                      <a:lnTo>
                        <a:pt x="0" y="35"/>
                      </a:ln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0800" bIns="1080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1" name="Google Shape;262;p11"/>
                <p:cNvSpPr/>
                <p:nvPr/>
              </p:nvSpPr>
              <p:spPr>
                <a:xfrm>
                  <a:off x="8717040" y="4657320"/>
                  <a:ext cx="157680" cy="21600"/>
                </a:xfrm>
                <a:custGeom>
                  <a:avLst/>
                  <a:gdLst>
                    <a:gd name="textAreaLeft" fmla="*/ 0 w 157680"/>
                    <a:gd name="textAreaRight" fmla="*/ 158040 w 157680"/>
                    <a:gd name="textAreaTop" fmla="*/ 0 h 21600"/>
                    <a:gd name="textAreaBottom" fmla="*/ 21960 h 21600"/>
                  </a:gdLst>
                  <a:ahLst/>
                  <a:cxnLst/>
                  <a:rect l="textAreaLeft" t="textAreaTop" r="textAreaRight" b="textAreaBottom"/>
                  <a:pathLst>
                    <a:path w="258" h="36">
                      <a:moveTo>
                        <a:pt x="253" y="0"/>
                      </a:moveTo>
                      <a:cubicBezTo>
                        <a:pt x="16" y="0"/>
                        <a:pt x="16" y="0"/>
                        <a:pt x="16" y="0"/>
                      </a:cubicBezTo>
                      <a:cubicBezTo>
                        <a:pt x="15" y="0"/>
                        <a:pt x="14" y="1"/>
                        <a:pt x="13" y="2"/>
                      </a:cubicBezTo>
                      <a:cubicBezTo>
                        <a:pt x="0" y="36"/>
                        <a:pt x="0" y="36"/>
                        <a:pt x="0" y="36"/>
                      </a:cubicBezTo>
                      <a:cubicBezTo>
                        <a:pt x="253" y="36"/>
                        <a:pt x="253" y="36"/>
                        <a:pt x="253" y="36"/>
                      </a:cubicBezTo>
                      <a:cubicBezTo>
                        <a:pt x="255" y="26"/>
                        <a:pt x="257" y="16"/>
                        <a:pt x="257" y="5"/>
                      </a:cubicBezTo>
                      <a:cubicBezTo>
                        <a:pt x="258" y="2"/>
                        <a:pt x="255" y="0"/>
                        <a:pt x="253" y="0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0800" bIns="1080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2" name="Google Shape;263;p11"/>
                <p:cNvSpPr/>
                <p:nvPr/>
              </p:nvSpPr>
              <p:spPr>
                <a:xfrm>
                  <a:off x="8746200" y="4565520"/>
                  <a:ext cx="18360" cy="54720"/>
                </a:xfrm>
                <a:custGeom>
                  <a:avLst/>
                  <a:gdLst>
                    <a:gd name="textAreaLeft" fmla="*/ 0 w 18360"/>
                    <a:gd name="textAreaRight" fmla="*/ 18720 w 18360"/>
                    <a:gd name="textAreaTop" fmla="*/ 0 h 54720"/>
                    <a:gd name="textAreaBottom" fmla="*/ 55080 h 54720"/>
                  </a:gdLst>
                  <a:ahLst/>
                  <a:cxnLst/>
                  <a:rect l="textAreaLeft" t="textAreaTop" r="textAreaRight" b="textAreaBottom"/>
                  <a:pathLst>
                    <a:path w="31" h="90">
                      <a:moveTo>
                        <a:pt x="16" y="90"/>
                      </a:moveTo>
                      <a:cubicBezTo>
                        <a:pt x="24" y="90"/>
                        <a:pt x="31" y="84"/>
                        <a:pt x="31" y="75"/>
                      </a:cubicBezTo>
                      <a:cubicBezTo>
                        <a:pt x="31" y="20"/>
                        <a:pt x="31" y="20"/>
                        <a:pt x="31" y="20"/>
                      </a:cubicBezTo>
                      <a:cubicBezTo>
                        <a:pt x="30" y="0"/>
                        <a:pt x="1" y="0"/>
                        <a:pt x="0" y="20"/>
                      </a:cubicBezTo>
                      <a:cubicBezTo>
                        <a:pt x="0" y="75"/>
                        <a:pt x="0" y="75"/>
                        <a:pt x="0" y="75"/>
                      </a:cubicBezTo>
                      <a:cubicBezTo>
                        <a:pt x="0" y="84"/>
                        <a:pt x="7" y="90"/>
                        <a:pt x="16" y="90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7360" bIns="2736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3" name="Google Shape;264;p11"/>
                <p:cNvSpPr/>
                <p:nvPr/>
              </p:nvSpPr>
              <p:spPr>
                <a:xfrm>
                  <a:off x="8783640" y="4544640"/>
                  <a:ext cx="18000" cy="75600"/>
                </a:xfrm>
                <a:custGeom>
                  <a:avLst/>
                  <a:gdLst>
                    <a:gd name="textAreaLeft" fmla="*/ 0 w 18000"/>
                    <a:gd name="textAreaRight" fmla="*/ 18360 w 18000"/>
                    <a:gd name="textAreaTop" fmla="*/ 0 h 75600"/>
                    <a:gd name="textAreaBottom" fmla="*/ 75960 h 75600"/>
                  </a:gdLst>
                  <a:ahLst/>
                  <a:cxnLst/>
                  <a:rect l="textAreaLeft" t="textAreaTop" r="textAreaRight" b="textAreaBottom"/>
                  <a:pathLst>
                    <a:path w="30" h="124">
                      <a:moveTo>
                        <a:pt x="15" y="124"/>
                      </a:moveTo>
                      <a:cubicBezTo>
                        <a:pt x="24" y="124"/>
                        <a:pt x="30" y="118"/>
                        <a:pt x="30" y="109"/>
                      </a:cubicBezTo>
                      <a:cubicBezTo>
                        <a:pt x="30" y="20"/>
                        <a:pt x="30" y="20"/>
                        <a:pt x="30" y="20"/>
                      </a:cubicBezTo>
                      <a:cubicBezTo>
                        <a:pt x="30" y="0"/>
                        <a:pt x="1" y="0"/>
                        <a:pt x="0" y="20"/>
                      </a:cubicBezTo>
                      <a:cubicBezTo>
                        <a:pt x="0" y="109"/>
                        <a:pt x="0" y="109"/>
                        <a:pt x="0" y="109"/>
                      </a:cubicBezTo>
                      <a:cubicBezTo>
                        <a:pt x="0" y="118"/>
                        <a:pt x="7" y="124"/>
                        <a:pt x="15" y="124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7800" bIns="3780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4" name="Google Shape;265;p11"/>
                <p:cNvSpPr/>
                <p:nvPr/>
              </p:nvSpPr>
              <p:spPr>
                <a:xfrm>
                  <a:off x="8821080" y="4515840"/>
                  <a:ext cx="18360" cy="104400"/>
                </a:xfrm>
                <a:custGeom>
                  <a:avLst/>
                  <a:gdLst>
                    <a:gd name="textAreaLeft" fmla="*/ 0 w 18360"/>
                    <a:gd name="textAreaRight" fmla="*/ 18720 w 18360"/>
                    <a:gd name="textAreaTop" fmla="*/ 0 h 104400"/>
                    <a:gd name="textAreaBottom" fmla="*/ 104760 h 104400"/>
                  </a:gdLst>
                  <a:ahLst/>
                  <a:cxnLst/>
                  <a:rect l="textAreaLeft" t="textAreaTop" r="textAreaRight" b="textAreaBottom"/>
                  <a:pathLst>
                    <a:path w="30" h="171">
                      <a:moveTo>
                        <a:pt x="15" y="171"/>
                      </a:moveTo>
                      <a:cubicBezTo>
                        <a:pt x="23" y="171"/>
                        <a:pt x="30" y="165"/>
                        <a:pt x="30" y="156"/>
                      </a:cubicBezTo>
                      <a:cubicBezTo>
                        <a:pt x="30" y="20"/>
                        <a:pt x="30" y="20"/>
                        <a:pt x="30" y="20"/>
                      </a:cubicBezTo>
                      <a:cubicBezTo>
                        <a:pt x="29" y="0"/>
                        <a:pt x="1" y="0"/>
                        <a:pt x="0" y="20"/>
                      </a:cubicBezTo>
                      <a:cubicBezTo>
                        <a:pt x="0" y="156"/>
                        <a:pt x="0" y="156"/>
                        <a:pt x="0" y="156"/>
                      </a:cubicBezTo>
                      <a:cubicBezTo>
                        <a:pt x="0" y="165"/>
                        <a:pt x="7" y="171"/>
                        <a:pt x="15" y="171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25" name="Google Shape;266;p11"/>
              <p:cNvGrpSpPr/>
              <p:nvPr/>
            </p:nvGrpSpPr>
            <p:grpSpPr>
              <a:xfrm>
                <a:off x="8591040" y="5153400"/>
                <a:ext cx="268200" cy="268560"/>
                <a:chOff x="8591040" y="5153400"/>
                <a:chExt cx="268200" cy="268560"/>
              </a:xfrm>
            </p:grpSpPr>
            <p:sp>
              <p:nvSpPr>
                <p:cNvPr id="26" name="Google Shape;267;p11"/>
                <p:cNvSpPr/>
                <p:nvPr/>
              </p:nvSpPr>
              <p:spPr>
                <a:xfrm>
                  <a:off x="8649720" y="5311440"/>
                  <a:ext cx="51480" cy="51480"/>
                </a:xfrm>
                <a:custGeom>
                  <a:avLst/>
                  <a:gdLst>
                    <a:gd name="textAreaLeft" fmla="*/ 0 w 51480"/>
                    <a:gd name="textAreaRight" fmla="*/ 51840 w 51480"/>
                    <a:gd name="textAreaTop" fmla="*/ 0 h 51480"/>
                    <a:gd name="textAreaBottom" fmla="*/ 51840 h 51480"/>
                  </a:gdLst>
                  <a:ahLst/>
                  <a:cxnLst/>
                  <a:rect l="textAreaLeft" t="textAreaTop" r="textAreaRight" b="textAreaBottom"/>
                  <a:pathLst>
                    <a:path w="99" h="99">
                      <a:moveTo>
                        <a:pt x="0" y="2"/>
                      </a:moveTo>
                      <a:cubicBezTo>
                        <a:pt x="7" y="24"/>
                        <a:pt x="19" y="45"/>
                        <a:pt x="37" y="62"/>
                      </a:cubicBezTo>
                      <a:cubicBezTo>
                        <a:pt x="54" y="80"/>
                        <a:pt x="75" y="92"/>
                        <a:pt x="97" y="99"/>
                      </a:cubicBezTo>
                      <a:cubicBezTo>
                        <a:pt x="99" y="53"/>
                        <a:pt x="46" y="0"/>
                        <a:pt x="0" y="2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5920" bIns="2592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7" name="Google Shape;268;p11"/>
                <p:cNvSpPr/>
                <p:nvPr/>
              </p:nvSpPr>
              <p:spPr>
                <a:xfrm>
                  <a:off x="8748720" y="5312160"/>
                  <a:ext cx="50760" cy="50760"/>
                </a:xfrm>
                <a:custGeom>
                  <a:avLst/>
                  <a:gdLst>
                    <a:gd name="textAreaLeft" fmla="*/ 0 w 50760"/>
                    <a:gd name="textAreaRight" fmla="*/ 51120 w 50760"/>
                    <a:gd name="textAreaTop" fmla="*/ 0 h 50760"/>
                    <a:gd name="textAreaBottom" fmla="*/ 51120 h 50760"/>
                  </a:gdLst>
                  <a:ahLst/>
                  <a:cxnLst/>
                  <a:rect l="textAreaLeft" t="textAreaTop" r="textAreaRight" b="textAreaBottom"/>
                  <a:pathLst>
                    <a:path w="98" h="98">
                      <a:moveTo>
                        <a:pt x="31" y="32"/>
                      </a:moveTo>
                      <a:cubicBezTo>
                        <a:pt x="11" y="52"/>
                        <a:pt x="0" y="77"/>
                        <a:pt x="0" y="98"/>
                      </a:cubicBezTo>
                      <a:cubicBezTo>
                        <a:pt x="22" y="91"/>
                        <a:pt x="43" y="79"/>
                        <a:pt x="61" y="61"/>
                      </a:cubicBezTo>
                      <a:cubicBezTo>
                        <a:pt x="78" y="44"/>
                        <a:pt x="91" y="23"/>
                        <a:pt x="98" y="1"/>
                      </a:cubicBezTo>
                      <a:cubicBezTo>
                        <a:pt x="76" y="0"/>
                        <a:pt x="51" y="11"/>
                        <a:pt x="31" y="32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5560" bIns="2556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8" name="Google Shape;269;p11"/>
                <p:cNvSpPr/>
                <p:nvPr/>
              </p:nvSpPr>
              <p:spPr>
                <a:xfrm>
                  <a:off x="8649720" y="5212800"/>
                  <a:ext cx="50400" cy="50760"/>
                </a:xfrm>
                <a:custGeom>
                  <a:avLst/>
                  <a:gdLst>
                    <a:gd name="textAreaLeft" fmla="*/ 0 w 50400"/>
                    <a:gd name="textAreaRight" fmla="*/ 50760 w 50400"/>
                    <a:gd name="textAreaTop" fmla="*/ 0 h 50760"/>
                    <a:gd name="textAreaBottom" fmla="*/ 51120 h 50760"/>
                  </a:gdLst>
                  <a:ahLst/>
                  <a:cxnLst/>
                  <a:rect l="textAreaLeft" t="textAreaTop" r="textAreaRight" b="textAreaBottom"/>
                  <a:pathLst>
                    <a:path w="97" h="98">
                      <a:moveTo>
                        <a:pt x="66" y="67"/>
                      </a:moveTo>
                      <a:cubicBezTo>
                        <a:pt x="86" y="47"/>
                        <a:pt x="97" y="22"/>
                        <a:pt x="97" y="0"/>
                      </a:cubicBezTo>
                      <a:cubicBezTo>
                        <a:pt x="52" y="14"/>
                        <a:pt x="13" y="53"/>
                        <a:pt x="0" y="98"/>
                      </a:cubicBezTo>
                      <a:cubicBezTo>
                        <a:pt x="21" y="98"/>
                        <a:pt x="46" y="87"/>
                        <a:pt x="66" y="67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5560" bIns="2556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9" name="Google Shape;270;p11"/>
                <p:cNvSpPr/>
                <p:nvPr/>
              </p:nvSpPr>
              <p:spPr>
                <a:xfrm>
                  <a:off x="8747640" y="5212800"/>
                  <a:ext cx="51840" cy="51840"/>
                </a:xfrm>
                <a:custGeom>
                  <a:avLst/>
                  <a:gdLst>
                    <a:gd name="textAreaLeft" fmla="*/ 0 w 51840"/>
                    <a:gd name="textAreaRight" fmla="*/ 52200 w 51840"/>
                    <a:gd name="textAreaTop" fmla="*/ 0 h 51840"/>
                    <a:gd name="textAreaBottom" fmla="*/ 52200 h 51840"/>
                  </a:gdLst>
                  <a:ahLst/>
                  <a:cxnLst/>
                  <a:rect l="textAreaLeft" t="textAreaTop" r="textAreaRight" b="textAreaBottom"/>
                  <a:pathLst>
                    <a:path w="100" h="100">
                      <a:moveTo>
                        <a:pt x="100" y="98"/>
                      </a:moveTo>
                      <a:cubicBezTo>
                        <a:pt x="86" y="53"/>
                        <a:pt x="47" y="14"/>
                        <a:pt x="2" y="0"/>
                      </a:cubicBezTo>
                      <a:cubicBezTo>
                        <a:pt x="0" y="46"/>
                        <a:pt x="54" y="100"/>
                        <a:pt x="100" y="98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5920" bIns="2592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0" name="Google Shape;271;p11"/>
                <p:cNvSpPr/>
                <p:nvPr/>
              </p:nvSpPr>
              <p:spPr>
                <a:xfrm>
                  <a:off x="8710920" y="5275440"/>
                  <a:ext cx="27000" cy="26640"/>
                </a:xfrm>
                <a:custGeom>
                  <a:avLst/>
                  <a:gdLst>
                    <a:gd name="textAreaLeft" fmla="*/ 0 w 27000"/>
                    <a:gd name="textAreaRight" fmla="*/ 27360 w 27000"/>
                    <a:gd name="textAreaTop" fmla="*/ 0 h 26640"/>
                    <a:gd name="textAreaBottom" fmla="*/ 27000 h 26640"/>
                  </a:gdLst>
                  <a:ahLst/>
                  <a:cxnLst/>
                  <a:rect l="textAreaLeft" t="textAreaTop" r="textAreaRight" b="textAreaBottom"/>
                  <a:pathLst>
                    <a:path w="53" h="51">
                      <a:moveTo>
                        <a:pt x="27" y="0"/>
                      </a:moveTo>
                      <a:cubicBezTo>
                        <a:pt x="21" y="0"/>
                        <a:pt x="14" y="3"/>
                        <a:pt x="10" y="7"/>
                      </a:cubicBezTo>
                      <a:cubicBezTo>
                        <a:pt x="0" y="17"/>
                        <a:pt x="0" y="32"/>
                        <a:pt x="10" y="41"/>
                      </a:cubicBezTo>
                      <a:cubicBezTo>
                        <a:pt x="19" y="51"/>
                        <a:pt x="34" y="51"/>
                        <a:pt x="44" y="41"/>
                      </a:cubicBezTo>
                      <a:cubicBezTo>
                        <a:pt x="53" y="32"/>
                        <a:pt x="53" y="17"/>
                        <a:pt x="44" y="7"/>
                      </a:cubicBezTo>
                      <a:cubicBezTo>
                        <a:pt x="39" y="3"/>
                        <a:pt x="33" y="0"/>
                        <a:pt x="27" y="0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3320" bIns="1332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1" name="Google Shape;272;p11"/>
                <p:cNvSpPr/>
                <p:nvPr/>
              </p:nvSpPr>
              <p:spPr>
                <a:xfrm>
                  <a:off x="8645400" y="5209200"/>
                  <a:ext cx="157680" cy="157680"/>
                </a:xfrm>
                <a:custGeom>
                  <a:avLst/>
                  <a:gdLst>
                    <a:gd name="textAreaLeft" fmla="*/ 0 w 157680"/>
                    <a:gd name="textAreaRight" fmla="*/ 158040 w 157680"/>
                    <a:gd name="textAreaTop" fmla="*/ 0 h 157680"/>
                    <a:gd name="textAreaBottom" fmla="*/ 158040 h 157680"/>
                  </a:gdLst>
                  <a:ahLst/>
                  <a:cxnLst/>
                  <a:rect l="textAreaLeft" t="textAreaTop" r="textAreaRight" b="textAreaBottom"/>
                  <a:pathLst>
                    <a:path w="303" h="303">
                      <a:moveTo>
                        <a:pt x="295" y="135"/>
                      </a:moveTo>
                      <a:cubicBezTo>
                        <a:pt x="265" y="135"/>
                        <a:pt x="233" y="120"/>
                        <a:pt x="208" y="95"/>
                      </a:cubicBezTo>
                      <a:cubicBezTo>
                        <a:pt x="192" y="79"/>
                        <a:pt x="180" y="61"/>
                        <a:pt x="174" y="41"/>
                      </a:cubicBezTo>
                      <a:cubicBezTo>
                        <a:pt x="169" y="27"/>
                        <a:pt x="168" y="14"/>
                        <a:pt x="169" y="1"/>
                      </a:cubicBezTo>
                      <a:cubicBezTo>
                        <a:pt x="158" y="0"/>
                        <a:pt x="146" y="0"/>
                        <a:pt x="135" y="1"/>
                      </a:cubicBezTo>
                      <a:cubicBezTo>
                        <a:pt x="140" y="52"/>
                        <a:pt x="93" y="114"/>
                        <a:pt x="41" y="129"/>
                      </a:cubicBezTo>
                      <a:cubicBezTo>
                        <a:pt x="28" y="134"/>
                        <a:pt x="15" y="135"/>
                        <a:pt x="1" y="134"/>
                      </a:cubicBezTo>
                      <a:cubicBezTo>
                        <a:pt x="0" y="146"/>
                        <a:pt x="0" y="157"/>
                        <a:pt x="1" y="168"/>
                      </a:cubicBezTo>
                      <a:cubicBezTo>
                        <a:pt x="68" y="161"/>
                        <a:pt x="142" y="235"/>
                        <a:pt x="135" y="302"/>
                      </a:cubicBezTo>
                      <a:cubicBezTo>
                        <a:pt x="146" y="303"/>
                        <a:pt x="157" y="303"/>
                        <a:pt x="169" y="302"/>
                      </a:cubicBezTo>
                      <a:cubicBezTo>
                        <a:pt x="166" y="270"/>
                        <a:pt x="180" y="235"/>
                        <a:pt x="208" y="207"/>
                      </a:cubicBezTo>
                      <a:cubicBezTo>
                        <a:pt x="224" y="191"/>
                        <a:pt x="242" y="180"/>
                        <a:pt x="262" y="173"/>
                      </a:cubicBezTo>
                      <a:cubicBezTo>
                        <a:pt x="275" y="169"/>
                        <a:pt x="289" y="167"/>
                        <a:pt x="302" y="168"/>
                      </a:cubicBezTo>
                      <a:cubicBezTo>
                        <a:pt x="303" y="157"/>
                        <a:pt x="303" y="146"/>
                        <a:pt x="302" y="134"/>
                      </a:cubicBezTo>
                      <a:cubicBezTo>
                        <a:pt x="300" y="134"/>
                        <a:pt x="297" y="135"/>
                        <a:pt x="295" y="135"/>
                      </a:cubicBezTo>
                      <a:close/>
                      <a:moveTo>
                        <a:pt x="190" y="190"/>
                      </a:moveTo>
                      <a:cubicBezTo>
                        <a:pt x="190" y="190"/>
                        <a:pt x="190" y="190"/>
                        <a:pt x="190" y="190"/>
                      </a:cubicBezTo>
                      <a:cubicBezTo>
                        <a:pt x="169" y="211"/>
                        <a:pt x="135" y="211"/>
                        <a:pt x="114" y="190"/>
                      </a:cubicBezTo>
                      <a:cubicBezTo>
                        <a:pt x="92" y="169"/>
                        <a:pt x="92" y="134"/>
                        <a:pt x="114" y="113"/>
                      </a:cubicBezTo>
                      <a:cubicBezTo>
                        <a:pt x="135" y="92"/>
                        <a:pt x="169" y="92"/>
                        <a:pt x="190" y="113"/>
                      </a:cubicBezTo>
                      <a:cubicBezTo>
                        <a:pt x="211" y="134"/>
                        <a:pt x="211" y="169"/>
                        <a:pt x="190" y="190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2" name="Google Shape;273;p11"/>
                <p:cNvSpPr/>
                <p:nvPr/>
              </p:nvSpPr>
              <p:spPr>
                <a:xfrm>
                  <a:off x="8591040" y="5153400"/>
                  <a:ext cx="268200" cy="268560"/>
                </a:xfrm>
                <a:custGeom>
                  <a:avLst/>
                  <a:gdLst>
                    <a:gd name="textAreaLeft" fmla="*/ 0 w 268200"/>
                    <a:gd name="textAreaRight" fmla="*/ 268560 w 268200"/>
                    <a:gd name="textAreaTop" fmla="*/ 0 h 268560"/>
                    <a:gd name="textAreaBottom" fmla="*/ 268920 h 268560"/>
                  </a:gdLst>
                  <a:ahLst/>
                  <a:cxnLst/>
                  <a:rect l="textAreaLeft" t="textAreaTop" r="textAreaRight" b="textAreaBottom"/>
                  <a:pathLst>
                    <a:path w="514" h="515">
                      <a:moveTo>
                        <a:pt x="507" y="209"/>
                      </a:moveTo>
                      <a:cubicBezTo>
                        <a:pt x="506" y="200"/>
                        <a:pt x="499" y="193"/>
                        <a:pt x="490" y="192"/>
                      </a:cubicBezTo>
                      <a:cubicBezTo>
                        <a:pt x="469" y="188"/>
                        <a:pt x="469" y="188"/>
                        <a:pt x="469" y="188"/>
                      </a:cubicBezTo>
                      <a:cubicBezTo>
                        <a:pt x="467" y="188"/>
                        <a:pt x="465" y="186"/>
                        <a:pt x="464" y="184"/>
                      </a:cubicBezTo>
                      <a:cubicBezTo>
                        <a:pt x="461" y="177"/>
                        <a:pt x="458" y="170"/>
                        <a:pt x="455" y="163"/>
                      </a:cubicBezTo>
                      <a:cubicBezTo>
                        <a:pt x="454" y="161"/>
                        <a:pt x="454" y="158"/>
                        <a:pt x="456" y="157"/>
                      </a:cubicBezTo>
                      <a:cubicBezTo>
                        <a:pt x="468" y="139"/>
                        <a:pt x="468" y="139"/>
                        <a:pt x="468" y="139"/>
                      </a:cubicBezTo>
                      <a:cubicBezTo>
                        <a:pt x="473" y="132"/>
                        <a:pt x="473" y="122"/>
                        <a:pt x="468" y="115"/>
                      </a:cubicBezTo>
                      <a:cubicBezTo>
                        <a:pt x="459" y="101"/>
                        <a:pt x="448" y="89"/>
                        <a:pt x="437" y="77"/>
                      </a:cubicBezTo>
                      <a:cubicBezTo>
                        <a:pt x="424" y="64"/>
                        <a:pt x="409" y="53"/>
                        <a:pt x="394" y="43"/>
                      </a:cubicBezTo>
                      <a:cubicBezTo>
                        <a:pt x="389" y="39"/>
                        <a:pt x="382" y="39"/>
                        <a:pt x="377" y="43"/>
                      </a:cubicBezTo>
                      <a:cubicBezTo>
                        <a:pt x="357" y="58"/>
                        <a:pt x="357" y="58"/>
                        <a:pt x="357" y="58"/>
                      </a:cubicBezTo>
                      <a:cubicBezTo>
                        <a:pt x="355" y="59"/>
                        <a:pt x="352" y="60"/>
                        <a:pt x="350" y="59"/>
                      </a:cubicBezTo>
                      <a:cubicBezTo>
                        <a:pt x="343" y="55"/>
                        <a:pt x="336" y="53"/>
                        <a:pt x="329" y="50"/>
                      </a:cubicBezTo>
                      <a:cubicBezTo>
                        <a:pt x="327" y="49"/>
                        <a:pt x="326" y="47"/>
                        <a:pt x="325" y="45"/>
                      </a:cubicBezTo>
                      <a:cubicBezTo>
                        <a:pt x="321" y="20"/>
                        <a:pt x="321" y="20"/>
                        <a:pt x="321" y="20"/>
                      </a:cubicBezTo>
                      <a:cubicBezTo>
                        <a:pt x="320" y="14"/>
                        <a:pt x="315" y="9"/>
                        <a:pt x="309" y="8"/>
                      </a:cubicBezTo>
                      <a:cubicBezTo>
                        <a:pt x="274" y="0"/>
                        <a:pt x="237" y="1"/>
                        <a:pt x="201" y="8"/>
                      </a:cubicBezTo>
                      <a:cubicBezTo>
                        <a:pt x="195" y="9"/>
                        <a:pt x="191" y="14"/>
                        <a:pt x="190" y="20"/>
                      </a:cubicBezTo>
                      <a:cubicBezTo>
                        <a:pt x="186" y="45"/>
                        <a:pt x="186" y="45"/>
                        <a:pt x="186" y="45"/>
                      </a:cubicBezTo>
                      <a:cubicBezTo>
                        <a:pt x="185" y="48"/>
                        <a:pt x="184" y="49"/>
                        <a:pt x="181" y="50"/>
                      </a:cubicBezTo>
                      <a:cubicBezTo>
                        <a:pt x="174" y="53"/>
                        <a:pt x="167" y="56"/>
                        <a:pt x="160" y="59"/>
                      </a:cubicBezTo>
                      <a:cubicBezTo>
                        <a:pt x="158" y="60"/>
                        <a:pt x="156" y="60"/>
                        <a:pt x="154" y="58"/>
                      </a:cubicBezTo>
                      <a:cubicBezTo>
                        <a:pt x="133" y="44"/>
                        <a:pt x="133" y="44"/>
                        <a:pt x="133" y="44"/>
                      </a:cubicBezTo>
                      <a:cubicBezTo>
                        <a:pt x="128" y="40"/>
                        <a:pt x="121" y="40"/>
                        <a:pt x="116" y="43"/>
                      </a:cubicBezTo>
                      <a:cubicBezTo>
                        <a:pt x="101" y="53"/>
                        <a:pt x="87" y="65"/>
                        <a:pt x="75" y="77"/>
                      </a:cubicBezTo>
                      <a:cubicBezTo>
                        <a:pt x="63" y="89"/>
                        <a:pt x="52" y="102"/>
                        <a:pt x="43" y="116"/>
                      </a:cubicBezTo>
                      <a:cubicBezTo>
                        <a:pt x="38" y="123"/>
                        <a:pt x="38" y="133"/>
                        <a:pt x="43" y="140"/>
                      </a:cubicBezTo>
                      <a:cubicBezTo>
                        <a:pt x="55" y="157"/>
                        <a:pt x="55" y="157"/>
                        <a:pt x="55" y="157"/>
                      </a:cubicBezTo>
                      <a:cubicBezTo>
                        <a:pt x="57" y="159"/>
                        <a:pt x="57" y="162"/>
                        <a:pt x="56" y="164"/>
                      </a:cubicBezTo>
                      <a:cubicBezTo>
                        <a:pt x="53" y="171"/>
                        <a:pt x="50" y="178"/>
                        <a:pt x="47" y="185"/>
                      </a:cubicBezTo>
                      <a:cubicBezTo>
                        <a:pt x="47" y="187"/>
                        <a:pt x="45" y="188"/>
                        <a:pt x="42" y="189"/>
                      </a:cubicBezTo>
                      <a:cubicBezTo>
                        <a:pt x="17" y="193"/>
                        <a:pt x="17" y="193"/>
                        <a:pt x="17" y="193"/>
                      </a:cubicBezTo>
                      <a:cubicBezTo>
                        <a:pt x="11" y="194"/>
                        <a:pt x="6" y="199"/>
                        <a:pt x="5" y="205"/>
                      </a:cubicBezTo>
                      <a:cubicBezTo>
                        <a:pt x="1" y="222"/>
                        <a:pt x="0" y="240"/>
                        <a:pt x="0" y="258"/>
                      </a:cubicBezTo>
                      <a:cubicBezTo>
                        <a:pt x="0" y="275"/>
                        <a:pt x="1" y="292"/>
                        <a:pt x="4" y="308"/>
                      </a:cubicBezTo>
                      <a:cubicBezTo>
                        <a:pt x="6" y="317"/>
                        <a:pt x="13" y="324"/>
                        <a:pt x="22" y="325"/>
                      </a:cubicBezTo>
                      <a:cubicBezTo>
                        <a:pt x="43" y="329"/>
                        <a:pt x="43" y="329"/>
                        <a:pt x="43" y="329"/>
                      </a:cubicBezTo>
                      <a:cubicBezTo>
                        <a:pt x="45" y="329"/>
                        <a:pt x="47" y="331"/>
                        <a:pt x="47" y="333"/>
                      </a:cubicBezTo>
                      <a:cubicBezTo>
                        <a:pt x="50" y="340"/>
                        <a:pt x="53" y="347"/>
                        <a:pt x="56" y="353"/>
                      </a:cubicBezTo>
                      <a:cubicBezTo>
                        <a:pt x="57" y="356"/>
                        <a:pt x="57" y="358"/>
                        <a:pt x="56" y="360"/>
                      </a:cubicBezTo>
                      <a:cubicBezTo>
                        <a:pt x="43" y="377"/>
                        <a:pt x="43" y="377"/>
                        <a:pt x="43" y="377"/>
                      </a:cubicBezTo>
                      <a:cubicBezTo>
                        <a:pt x="38" y="384"/>
                        <a:pt x="38" y="394"/>
                        <a:pt x="43" y="402"/>
                      </a:cubicBezTo>
                      <a:cubicBezTo>
                        <a:pt x="62" y="430"/>
                        <a:pt x="88" y="455"/>
                        <a:pt x="117" y="474"/>
                      </a:cubicBezTo>
                      <a:cubicBezTo>
                        <a:pt x="122" y="477"/>
                        <a:pt x="129" y="477"/>
                        <a:pt x="134" y="474"/>
                      </a:cubicBezTo>
                      <a:cubicBezTo>
                        <a:pt x="154" y="459"/>
                        <a:pt x="154" y="459"/>
                        <a:pt x="154" y="459"/>
                      </a:cubicBezTo>
                      <a:cubicBezTo>
                        <a:pt x="156" y="457"/>
                        <a:pt x="159" y="457"/>
                        <a:pt x="161" y="458"/>
                      </a:cubicBezTo>
                      <a:cubicBezTo>
                        <a:pt x="168" y="461"/>
                        <a:pt x="175" y="464"/>
                        <a:pt x="182" y="467"/>
                      </a:cubicBezTo>
                      <a:cubicBezTo>
                        <a:pt x="184" y="468"/>
                        <a:pt x="186" y="469"/>
                        <a:pt x="186" y="472"/>
                      </a:cubicBezTo>
                      <a:cubicBezTo>
                        <a:pt x="190" y="493"/>
                        <a:pt x="190" y="493"/>
                        <a:pt x="190" y="493"/>
                      </a:cubicBezTo>
                      <a:cubicBezTo>
                        <a:pt x="191" y="501"/>
                        <a:pt x="198" y="508"/>
                        <a:pt x="207" y="510"/>
                      </a:cubicBezTo>
                      <a:cubicBezTo>
                        <a:pt x="223" y="513"/>
                        <a:pt x="239" y="515"/>
                        <a:pt x="256" y="515"/>
                      </a:cubicBezTo>
                      <a:cubicBezTo>
                        <a:pt x="272" y="515"/>
                        <a:pt x="289" y="513"/>
                        <a:pt x="305" y="510"/>
                      </a:cubicBezTo>
                      <a:cubicBezTo>
                        <a:pt x="314" y="508"/>
                        <a:pt x="321" y="501"/>
                        <a:pt x="322" y="492"/>
                      </a:cubicBezTo>
                      <a:cubicBezTo>
                        <a:pt x="326" y="472"/>
                        <a:pt x="326" y="472"/>
                        <a:pt x="326" y="472"/>
                      </a:cubicBezTo>
                      <a:cubicBezTo>
                        <a:pt x="326" y="469"/>
                        <a:pt x="328" y="467"/>
                        <a:pt x="330" y="467"/>
                      </a:cubicBezTo>
                      <a:cubicBezTo>
                        <a:pt x="337" y="464"/>
                        <a:pt x="344" y="461"/>
                        <a:pt x="351" y="458"/>
                      </a:cubicBezTo>
                      <a:cubicBezTo>
                        <a:pt x="353" y="457"/>
                        <a:pt x="355" y="457"/>
                        <a:pt x="357" y="458"/>
                      </a:cubicBezTo>
                      <a:cubicBezTo>
                        <a:pt x="378" y="473"/>
                        <a:pt x="378" y="473"/>
                        <a:pt x="378" y="473"/>
                      </a:cubicBezTo>
                      <a:cubicBezTo>
                        <a:pt x="383" y="477"/>
                        <a:pt x="390" y="477"/>
                        <a:pt x="395" y="474"/>
                      </a:cubicBezTo>
                      <a:cubicBezTo>
                        <a:pt x="410" y="464"/>
                        <a:pt x="424" y="452"/>
                        <a:pt x="437" y="440"/>
                      </a:cubicBezTo>
                      <a:cubicBezTo>
                        <a:pt x="449" y="428"/>
                        <a:pt x="459" y="415"/>
                        <a:pt x="469" y="401"/>
                      </a:cubicBezTo>
                      <a:cubicBezTo>
                        <a:pt x="474" y="394"/>
                        <a:pt x="474" y="384"/>
                        <a:pt x="468" y="377"/>
                      </a:cubicBezTo>
                      <a:cubicBezTo>
                        <a:pt x="456" y="360"/>
                        <a:pt x="456" y="360"/>
                        <a:pt x="456" y="360"/>
                      </a:cubicBezTo>
                      <a:cubicBezTo>
                        <a:pt x="455" y="358"/>
                        <a:pt x="454" y="355"/>
                        <a:pt x="455" y="353"/>
                      </a:cubicBezTo>
                      <a:cubicBezTo>
                        <a:pt x="459" y="346"/>
                        <a:pt x="462" y="339"/>
                        <a:pt x="464" y="332"/>
                      </a:cubicBezTo>
                      <a:cubicBezTo>
                        <a:pt x="465" y="330"/>
                        <a:pt x="467" y="328"/>
                        <a:pt x="469" y="328"/>
                      </a:cubicBezTo>
                      <a:cubicBezTo>
                        <a:pt x="494" y="324"/>
                        <a:pt x="494" y="324"/>
                        <a:pt x="494" y="324"/>
                      </a:cubicBezTo>
                      <a:cubicBezTo>
                        <a:pt x="500" y="323"/>
                        <a:pt x="505" y="318"/>
                        <a:pt x="506" y="312"/>
                      </a:cubicBezTo>
                      <a:cubicBezTo>
                        <a:pt x="513" y="278"/>
                        <a:pt x="514" y="243"/>
                        <a:pt x="507" y="209"/>
                      </a:cubicBezTo>
                      <a:close/>
                      <a:moveTo>
                        <a:pt x="384" y="387"/>
                      </a:moveTo>
                      <a:cubicBezTo>
                        <a:pt x="339" y="431"/>
                        <a:pt x="279" y="448"/>
                        <a:pt x="220" y="436"/>
                      </a:cubicBezTo>
                      <a:cubicBezTo>
                        <a:pt x="219" y="436"/>
                        <a:pt x="218" y="436"/>
                        <a:pt x="217" y="436"/>
                      </a:cubicBezTo>
                      <a:cubicBezTo>
                        <a:pt x="217" y="436"/>
                        <a:pt x="217" y="436"/>
                        <a:pt x="217" y="436"/>
                      </a:cubicBezTo>
                      <a:cubicBezTo>
                        <a:pt x="151" y="423"/>
                        <a:pt x="91" y="363"/>
                        <a:pt x="79" y="297"/>
                      </a:cubicBezTo>
                      <a:cubicBezTo>
                        <a:pt x="79" y="297"/>
                        <a:pt x="79" y="297"/>
                        <a:pt x="79" y="297"/>
                      </a:cubicBezTo>
                      <a:cubicBezTo>
                        <a:pt x="78" y="296"/>
                        <a:pt x="78" y="295"/>
                        <a:pt x="78" y="294"/>
                      </a:cubicBezTo>
                      <a:cubicBezTo>
                        <a:pt x="73" y="271"/>
                        <a:pt x="73" y="246"/>
                        <a:pt x="78" y="222"/>
                      </a:cubicBezTo>
                      <a:cubicBezTo>
                        <a:pt x="78" y="221"/>
                        <a:pt x="78" y="220"/>
                        <a:pt x="79" y="219"/>
                      </a:cubicBezTo>
                      <a:cubicBezTo>
                        <a:pt x="79" y="219"/>
                        <a:pt x="79" y="219"/>
                        <a:pt x="79" y="219"/>
                      </a:cubicBezTo>
                      <a:cubicBezTo>
                        <a:pt x="108" y="81"/>
                        <a:pt x="283" y="29"/>
                        <a:pt x="384" y="130"/>
                      </a:cubicBezTo>
                      <a:cubicBezTo>
                        <a:pt x="409" y="155"/>
                        <a:pt x="425" y="186"/>
                        <a:pt x="433" y="219"/>
                      </a:cubicBezTo>
                      <a:cubicBezTo>
                        <a:pt x="433" y="219"/>
                        <a:pt x="433" y="219"/>
                        <a:pt x="433" y="219"/>
                      </a:cubicBezTo>
                      <a:cubicBezTo>
                        <a:pt x="433" y="221"/>
                        <a:pt x="433" y="222"/>
                        <a:pt x="433" y="223"/>
                      </a:cubicBezTo>
                      <a:cubicBezTo>
                        <a:pt x="445" y="280"/>
                        <a:pt x="428" y="342"/>
                        <a:pt x="384" y="387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33" name="Google Shape;274;p11"/>
              <p:cNvGrpSpPr/>
              <p:nvPr/>
            </p:nvGrpSpPr>
            <p:grpSpPr>
              <a:xfrm>
                <a:off x="7951680" y="4758120"/>
                <a:ext cx="399240" cy="412560"/>
                <a:chOff x="7951680" y="4758120"/>
                <a:chExt cx="399240" cy="412560"/>
              </a:xfrm>
            </p:grpSpPr>
            <p:sp>
              <p:nvSpPr>
                <p:cNvPr id="34" name="Google Shape;275;p11"/>
                <p:cNvSpPr/>
                <p:nvPr/>
              </p:nvSpPr>
              <p:spPr>
                <a:xfrm>
                  <a:off x="7951680" y="4758120"/>
                  <a:ext cx="399240" cy="261000"/>
                </a:xfrm>
                <a:custGeom>
                  <a:avLst/>
                  <a:gdLst>
                    <a:gd name="textAreaLeft" fmla="*/ 0 w 399240"/>
                    <a:gd name="textAreaRight" fmla="*/ 399600 w 399240"/>
                    <a:gd name="textAreaTop" fmla="*/ 0 h 261000"/>
                    <a:gd name="textAreaBottom" fmla="*/ 261360 h 261000"/>
                  </a:gdLst>
                  <a:ahLst/>
                  <a:cxnLst/>
                  <a:rect l="textAreaLeft" t="textAreaTop" r="textAreaRight" b="textAreaBottom"/>
                  <a:pathLst>
                    <a:path w="511" h="334">
                      <a:moveTo>
                        <a:pt x="470" y="187"/>
                      </a:moveTo>
                      <a:cubicBezTo>
                        <a:pt x="462" y="183"/>
                        <a:pt x="459" y="175"/>
                        <a:pt x="462" y="167"/>
                      </a:cubicBezTo>
                      <a:cubicBezTo>
                        <a:pt x="481" y="118"/>
                        <a:pt x="444" y="63"/>
                        <a:pt x="391" y="63"/>
                      </a:cubicBezTo>
                      <a:cubicBezTo>
                        <a:pt x="381" y="62"/>
                        <a:pt x="371" y="64"/>
                        <a:pt x="361" y="68"/>
                      </a:cubicBezTo>
                      <a:cubicBezTo>
                        <a:pt x="353" y="71"/>
                        <a:pt x="344" y="68"/>
                        <a:pt x="341" y="60"/>
                      </a:cubicBezTo>
                      <a:cubicBezTo>
                        <a:pt x="314" y="1"/>
                        <a:pt x="229" y="0"/>
                        <a:pt x="201" y="59"/>
                      </a:cubicBezTo>
                      <a:cubicBezTo>
                        <a:pt x="198" y="67"/>
                        <a:pt x="189" y="70"/>
                        <a:pt x="181" y="67"/>
                      </a:cubicBezTo>
                      <a:cubicBezTo>
                        <a:pt x="173" y="64"/>
                        <a:pt x="163" y="63"/>
                        <a:pt x="154" y="63"/>
                      </a:cubicBezTo>
                      <a:cubicBezTo>
                        <a:pt x="112" y="63"/>
                        <a:pt x="78" y="98"/>
                        <a:pt x="78" y="140"/>
                      </a:cubicBezTo>
                      <a:cubicBezTo>
                        <a:pt x="78" y="149"/>
                        <a:pt x="80" y="158"/>
                        <a:pt x="83" y="167"/>
                      </a:cubicBezTo>
                      <a:cubicBezTo>
                        <a:pt x="86" y="175"/>
                        <a:pt x="82" y="184"/>
                        <a:pt x="75" y="187"/>
                      </a:cubicBezTo>
                      <a:cubicBezTo>
                        <a:pt x="0" y="225"/>
                        <a:pt x="26" y="332"/>
                        <a:pt x="109" y="334"/>
                      </a:cubicBezTo>
                      <a:cubicBezTo>
                        <a:pt x="177" y="334"/>
                        <a:pt x="177" y="334"/>
                        <a:pt x="177" y="334"/>
                      </a:cubicBezTo>
                      <a:cubicBezTo>
                        <a:pt x="271" y="330"/>
                        <a:pt x="271" y="196"/>
                        <a:pt x="177" y="192"/>
                      </a:cubicBezTo>
                      <a:cubicBezTo>
                        <a:pt x="168" y="192"/>
                        <a:pt x="161" y="185"/>
                        <a:pt x="161" y="176"/>
                      </a:cubicBezTo>
                      <a:cubicBezTo>
                        <a:pt x="161" y="167"/>
                        <a:pt x="168" y="160"/>
                        <a:pt x="177" y="160"/>
                      </a:cubicBezTo>
                      <a:cubicBezTo>
                        <a:pt x="228" y="160"/>
                        <a:pt x="271" y="198"/>
                        <a:pt x="278" y="247"/>
                      </a:cubicBezTo>
                      <a:cubicBezTo>
                        <a:pt x="353" y="247"/>
                        <a:pt x="353" y="247"/>
                        <a:pt x="353" y="247"/>
                      </a:cubicBezTo>
                      <a:cubicBezTo>
                        <a:pt x="367" y="247"/>
                        <a:pt x="379" y="235"/>
                        <a:pt x="379" y="221"/>
                      </a:cubicBezTo>
                      <a:cubicBezTo>
                        <a:pt x="379" y="207"/>
                        <a:pt x="367" y="195"/>
                        <a:pt x="353" y="195"/>
                      </a:cubicBezTo>
                      <a:cubicBezTo>
                        <a:pt x="332" y="194"/>
                        <a:pt x="332" y="164"/>
                        <a:pt x="353" y="163"/>
                      </a:cubicBezTo>
                      <a:cubicBezTo>
                        <a:pt x="430" y="166"/>
                        <a:pt x="430" y="276"/>
                        <a:pt x="353" y="279"/>
                      </a:cubicBezTo>
                      <a:cubicBezTo>
                        <a:pt x="278" y="279"/>
                        <a:pt x="278" y="279"/>
                        <a:pt x="278" y="279"/>
                      </a:cubicBezTo>
                      <a:cubicBezTo>
                        <a:pt x="275" y="300"/>
                        <a:pt x="265" y="319"/>
                        <a:pt x="251" y="334"/>
                      </a:cubicBezTo>
                      <a:cubicBezTo>
                        <a:pt x="257" y="334"/>
                        <a:pt x="257" y="334"/>
                        <a:pt x="257" y="334"/>
                      </a:cubicBezTo>
                      <a:cubicBezTo>
                        <a:pt x="258" y="334"/>
                        <a:pt x="258" y="334"/>
                        <a:pt x="259" y="334"/>
                      </a:cubicBezTo>
                      <a:cubicBezTo>
                        <a:pt x="432" y="334"/>
                        <a:pt x="432" y="334"/>
                        <a:pt x="432" y="334"/>
                      </a:cubicBezTo>
                      <a:cubicBezTo>
                        <a:pt x="453" y="334"/>
                        <a:pt x="473" y="326"/>
                        <a:pt x="488" y="311"/>
                      </a:cubicBezTo>
                      <a:cubicBezTo>
                        <a:pt x="503" y="296"/>
                        <a:pt x="511" y="276"/>
                        <a:pt x="511" y="255"/>
                      </a:cubicBezTo>
                      <a:cubicBezTo>
                        <a:pt x="511" y="226"/>
                        <a:pt x="495" y="200"/>
                        <a:pt x="470" y="187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5" name="Google Shape;276;p11"/>
                <p:cNvSpPr/>
                <p:nvPr/>
              </p:nvSpPr>
              <p:spPr>
                <a:xfrm>
                  <a:off x="8230680" y="5118840"/>
                  <a:ext cx="49680" cy="51840"/>
                </a:xfrm>
                <a:custGeom>
                  <a:avLst/>
                  <a:gdLst>
                    <a:gd name="textAreaLeft" fmla="*/ 0 w 49680"/>
                    <a:gd name="textAreaRight" fmla="*/ 50040 w 49680"/>
                    <a:gd name="textAreaTop" fmla="*/ 0 h 51840"/>
                    <a:gd name="textAreaBottom" fmla="*/ 52200 h 51840"/>
                  </a:gdLst>
                  <a:ahLst/>
                  <a:cxnLst/>
                  <a:rect l="textAreaLeft" t="textAreaTop" r="textAreaRight" b="textAreaBottom"/>
                  <a:pathLst>
                    <a:path w="64" h="67">
                      <a:moveTo>
                        <a:pt x="63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35"/>
                        <a:pt x="0" y="35"/>
                        <a:pt x="0" y="35"/>
                      </a:cubicBezTo>
                      <a:cubicBezTo>
                        <a:pt x="0" y="52"/>
                        <a:pt x="14" y="67"/>
                        <a:pt x="32" y="67"/>
                      </a:cubicBezTo>
                      <a:cubicBezTo>
                        <a:pt x="57" y="67"/>
                        <a:pt x="57" y="67"/>
                        <a:pt x="57" y="67"/>
                      </a:cubicBezTo>
                      <a:cubicBezTo>
                        <a:pt x="61" y="67"/>
                        <a:pt x="64" y="63"/>
                        <a:pt x="64" y="59"/>
                      </a:cubicBezTo>
                      <a:cubicBezTo>
                        <a:pt x="64" y="0"/>
                        <a:pt x="64" y="0"/>
                        <a:pt x="64" y="0"/>
                      </a:cubicBezTo>
                      <a:cubicBezTo>
                        <a:pt x="64" y="0"/>
                        <a:pt x="64" y="0"/>
                        <a:pt x="63" y="0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5920" bIns="2592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6" name="Google Shape;277;p11"/>
                <p:cNvSpPr/>
                <p:nvPr/>
              </p:nvSpPr>
              <p:spPr>
                <a:xfrm>
                  <a:off x="8167320" y="5038920"/>
                  <a:ext cx="152280" cy="54720"/>
                </a:xfrm>
                <a:custGeom>
                  <a:avLst/>
                  <a:gdLst>
                    <a:gd name="textAreaLeft" fmla="*/ 0 w 152280"/>
                    <a:gd name="textAreaRight" fmla="*/ 152640 w 152280"/>
                    <a:gd name="textAreaTop" fmla="*/ 0 h 54720"/>
                    <a:gd name="textAreaBottom" fmla="*/ 55080 h 54720"/>
                  </a:gdLst>
                  <a:ahLst/>
                  <a:cxnLst/>
                  <a:rect l="textAreaLeft" t="textAreaTop" r="textAreaRight" b="textAreaBottom"/>
                  <a:pathLst>
                    <a:path w="195" h="70">
                      <a:moveTo>
                        <a:pt x="195" y="19"/>
                      </a:moveTo>
                      <a:cubicBezTo>
                        <a:pt x="195" y="0"/>
                        <a:pt x="195" y="0"/>
                        <a:pt x="195" y="0"/>
                      </a:cubicBezTo>
                      <a:cubicBezTo>
                        <a:pt x="183" y="5"/>
                        <a:pt x="170" y="7"/>
                        <a:pt x="156" y="7"/>
                      </a:cubicBezTo>
                      <a:cubicBezTo>
                        <a:pt x="0" y="7"/>
                        <a:pt x="0" y="7"/>
                        <a:pt x="0" y="7"/>
                      </a:cubicBezTo>
                      <a:cubicBezTo>
                        <a:pt x="7" y="43"/>
                        <a:pt x="39" y="70"/>
                        <a:pt x="77" y="70"/>
                      </a:cubicBezTo>
                      <a:cubicBezTo>
                        <a:pt x="144" y="70"/>
                        <a:pt x="144" y="70"/>
                        <a:pt x="144" y="70"/>
                      </a:cubicBezTo>
                      <a:cubicBezTo>
                        <a:pt x="172" y="70"/>
                        <a:pt x="195" y="47"/>
                        <a:pt x="195" y="19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7360" bIns="2736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</p:grpSp>
        <p:grpSp>
          <p:nvGrpSpPr>
            <p:cNvPr id="37" name="Google Shape;278;p11"/>
            <p:cNvGrpSpPr/>
            <p:nvPr/>
          </p:nvGrpSpPr>
          <p:grpSpPr>
            <a:xfrm>
              <a:off x="-440640" y="-271440"/>
              <a:ext cx="2007000" cy="1963080"/>
              <a:chOff x="-440640" y="-271440"/>
              <a:chExt cx="2007000" cy="1963080"/>
            </a:xfrm>
          </p:grpSpPr>
          <p:pic>
            <p:nvPicPr>
              <p:cNvPr id="38" name="Google Shape;279;p11"/>
              <p:cNvPicPr/>
              <p:nvPr/>
            </p:nvPicPr>
            <p:blipFill>
              <a:blip r:embed="rId5">
                <a:alphaModFix amt="50000"/>
              </a:blip>
              <a:stretch/>
            </p:blipFill>
            <p:spPr>
              <a:xfrm>
                <a:off x="-440640" y="-271440"/>
                <a:ext cx="2007000" cy="196308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grpSp>
            <p:nvGrpSpPr>
              <p:cNvPr id="39" name="Google Shape;280;p11"/>
              <p:cNvGrpSpPr/>
              <p:nvPr/>
            </p:nvGrpSpPr>
            <p:grpSpPr>
              <a:xfrm>
                <a:off x="-183240" y="109440"/>
                <a:ext cx="344520" cy="317160"/>
                <a:chOff x="-183240" y="109440"/>
                <a:chExt cx="344520" cy="317160"/>
              </a:xfrm>
            </p:grpSpPr>
            <p:sp>
              <p:nvSpPr>
                <p:cNvPr id="40" name="Google Shape;281;p11"/>
                <p:cNvSpPr/>
                <p:nvPr/>
              </p:nvSpPr>
              <p:spPr>
                <a:xfrm>
                  <a:off x="-68400" y="163440"/>
                  <a:ext cx="148320" cy="149040"/>
                </a:xfrm>
                <a:custGeom>
                  <a:avLst/>
                  <a:gdLst>
                    <a:gd name="textAreaLeft" fmla="*/ 0 w 148320"/>
                    <a:gd name="textAreaRight" fmla="*/ 148680 w 148320"/>
                    <a:gd name="textAreaTop" fmla="*/ 0 h 149040"/>
                    <a:gd name="textAreaBottom" fmla="*/ 149400 h 149040"/>
                  </a:gdLst>
                  <a:ahLst/>
                  <a:cxnLst/>
                  <a:rect l="textAreaLeft" t="textAreaTop" r="textAreaRight" b="textAreaBottom"/>
                  <a:pathLst>
                    <a:path w="251" h="252">
                      <a:moveTo>
                        <a:pt x="197" y="142"/>
                      </a:moveTo>
                      <a:cubicBezTo>
                        <a:pt x="176" y="141"/>
                        <a:pt x="176" y="110"/>
                        <a:pt x="197" y="110"/>
                      </a:cubicBezTo>
                      <a:cubicBezTo>
                        <a:pt x="251" y="109"/>
                        <a:pt x="251" y="109"/>
                        <a:pt x="251" y="109"/>
                      </a:cubicBezTo>
                      <a:cubicBezTo>
                        <a:pt x="245" y="55"/>
                        <a:pt x="197" y="6"/>
                        <a:pt x="142" y="0"/>
                      </a:cubicBezTo>
                      <a:cubicBezTo>
                        <a:pt x="141" y="54"/>
                        <a:pt x="141" y="54"/>
                        <a:pt x="141" y="54"/>
                      </a:cubicBezTo>
                      <a:cubicBezTo>
                        <a:pt x="141" y="63"/>
                        <a:pt x="134" y="70"/>
                        <a:pt x="125" y="70"/>
                      </a:cubicBezTo>
                      <a:cubicBezTo>
                        <a:pt x="125" y="70"/>
                        <a:pt x="125" y="70"/>
                        <a:pt x="125" y="70"/>
                      </a:cubicBezTo>
                      <a:cubicBezTo>
                        <a:pt x="116" y="70"/>
                        <a:pt x="109" y="63"/>
                        <a:pt x="109" y="54"/>
                      </a:cubicBezTo>
                      <a:cubicBezTo>
                        <a:pt x="109" y="0"/>
                        <a:pt x="109" y="0"/>
                        <a:pt x="109" y="0"/>
                      </a:cubicBezTo>
                      <a:cubicBezTo>
                        <a:pt x="53" y="6"/>
                        <a:pt x="5" y="55"/>
                        <a:pt x="0" y="110"/>
                      </a:cubicBezTo>
                      <a:cubicBezTo>
                        <a:pt x="53" y="110"/>
                        <a:pt x="53" y="110"/>
                        <a:pt x="53" y="110"/>
                      </a:cubicBezTo>
                      <a:cubicBezTo>
                        <a:pt x="53" y="110"/>
                        <a:pt x="53" y="110"/>
                        <a:pt x="53" y="110"/>
                      </a:cubicBezTo>
                      <a:cubicBezTo>
                        <a:pt x="74" y="111"/>
                        <a:pt x="74" y="141"/>
                        <a:pt x="53" y="142"/>
                      </a:cubicBezTo>
                      <a:cubicBezTo>
                        <a:pt x="0" y="142"/>
                        <a:pt x="0" y="142"/>
                        <a:pt x="0" y="142"/>
                      </a:cubicBezTo>
                      <a:cubicBezTo>
                        <a:pt x="5" y="197"/>
                        <a:pt x="53" y="246"/>
                        <a:pt x="109" y="252"/>
                      </a:cubicBezTo>
                      <a:cubicBezTo>
                        <a:pt x="109" y="198"/>
                        <a:pt x="109" y="198"/>
                        <a:pt x="109" y="198"/>
                      </a:cubicBezTo>
                      <a:cubicBezTo>
                        <a:pt x="109" y="189"/>
                        <a:pt x="116" y="182"/>
                        <a:pt x="125" y="182"/>
                      </a:cubicBezTo>
                      <a:cubicBezTo>
                        <a:pt x="125" y="182"/>
                        <a:pt x="125" y="182"/>
                        <a:pt x="125" y="182"/>
                      </a:cubicBezTo>
                      <a:cubicBezTo>
                        <a:pt x="134" y="182"/>
                        <a:pt x="141" y="189"/>
                        <a:pt x="141" y="198"/>
                      </a:cubicBezTo>
                      <a:cubicBezTo>
                        <a:pt x="141" y="252"/>
                        <a:pt x="141" y="252"/>
                        <a:pt x="141" y="252"/>
                      </a:cubicBezTo>
                      <a:cubicBezTo>
                        <a:pt x="197" y="246"/>
                        <a:pt x="245" y="197"/>
                        <a:pt x="251" y="142"/>
                      </a:cubicBezTo>
                      <a:cubicBezTo>
                        <a:pt x="197" y="142"/>
                        <a:pt x="197" y="142"/>
                        <a:pt x="197" y="142"/>
                      </a:cubicBezTo>
                      <a:cubicBezTo>
                        <a:pt x="197" y="142"/>
                        <a:pt x="197" y="142"/>
                        <a:pt x="197" y="142"/>
                      </a:cubicBezTo>
                      <a:close/>
                      <a:moveTo>
                        <a:pt x="125" y="142"/>
                      </a:moveTo>
                      <a:cubicBezTo>
                        <a:pt x="104" y="141"/>
                        <a:pt x="104" y="111"/>
                        <a:pt x="125" y="110"/>
                      </a:cubicBezTo>
                      <a:cubicBezTo>
                        <a:pt x="147" y="110"/>
                        <a:pt x="147" y="141"/>
                        <a:pt x="125" y="142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41" name="Google Shape;282;p11"/>
                <p:cNvSpPr/>
                <p:nvPr/>
              </p:nvSpPr>
              <p:spPr>
                <a:xfrm>
                  <a:off x="-183240" y="348120"/>
                  <a:ext cx="77760" cy="78480"/>
                </a:xfrm>
                <a:custGeom>
                  <a:avLst/>
                  <a:gdLst>
                    <a:gd name="textAreaLeft" fmla="*/ 0 w 77760"/>
                    <a:gd name="textAreaRight" fmla="*/ 78120 w 77760"/>
                    <a:gd name="textAreaTop" fmla="*/ 0 h 78480"/>
                    <a:gd name="textAreaBottom" fmla="*/ 78840 h 78480"/>
                  </a:gdLst>
                  <a:ahLst/>
                  <a:cxnLst/>
                  <a:rect l="textAreaLeft" t="textAreaTop" r="textAreaRight" b="textAreaBottom"/>
                  <a:pathLst>
                    <a:path w="132" h="133">
                      <a:moveTo>
                        <a:pt x="75" y="0"/>
                      </a:moveTo>
                      <a:cubicBezTo>
                        <a:pt x="15" y="60"/>
                        <a:pt x="15" y="60"/>
                        <a:pt x="15" y="60"/>
                      </a:cubicBezTo>
                      <a:cubicBezTo>
                        <a:pt x="0" y="76"/>
                        <a:pt x="0" y="101"/>
                        <a:pt x="15" y="117"/>
                      </a:cubicBezTo>
                      <a:cubicBezTo>
                        <a:pt x="31" y="133"/>
                        <a:pt x="56" y="133"/>
                        <a:pt x="72" y="117"/>
                      </a:cubicBezTo>
                      <a:cubicBezTo>
                        <a:pt x="132" y="57"/>
                        <a:pt x="132" y="57"/>
                        <a:pt x="132" y="57"/>
                      </a:cubicBezTo>
                      <a:cubicBezTo>
                        <a:pt x="132" y="57"/>
                        <a:pt x="132" y="57"/>
                        <a:pt x="132" y="57"/>
                      </a:cubicBezTo>
                      <a:lnTo>
                        <a:pt x="75" y="0"/>
                      </a:ln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9240" bIns="3924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42" name="Google Shape;283;p11"/>
                <p:cNvSpPr/>
                <p:nvPr/>
              </p:nvSpPr>
              <p:spPr>
                <a:xfrm>
                  <a:off x="-149760" y="109440"/>
                  <a:ext cx="311040" cy="245520"/>
                </a:xfrm>
                <a:custGeom>
                  <a:avLst/>
                  <a:gdLst>
                    <a:gd name="textAreaLeft" fmla="*/ 0 w 311040"/>
                    <a:gd name="textAreaRight" fmla="*/ 311400 w 311040"/>
                    <a:gd name="textAreaTop" fmla="*/ 0 h 245520"/>
                    <a:gd name="textAreaBottom" fmla="*/ 245880 h 245520"/>
                  </a:gdLst>
                  <a:ahLst/>
                  <a:cxnLst/>
                  <a:rect l="textAreaLeft" t="textAreaTop" r="textAreaRight" b="textAreaBottom"/>
                  <a:pathLst>
                    <a:path w="526" h="415">
                      <a:moveTo>
                        <a:pt x="402" y="77"/>
                      </a:moveTo>
                      <a:cubicBezTo>
                        <a:pt x="329" y="1"/>
                        <a:pt x="197" y="0"/>
                        <a:pt x="124" y="77"/>
                      </a:cubicBezTo>
                      <a:cubicBezTo>
                        <a:pt x="0" y="200"/>
                        <a:pt x="89" y="415"/>
                        <a:pt x="263" y="414"/>
                      </a:cubicBezTo>
                      <a:cubicBezTo>
                        <a:pt x="437" y="415"/>
                        <a:pt x="526" y="200"/>
                        <a:pt x="402" y="77"/>
                      </a:cubicBezTo>
                      <a:close/>
                      <a:moveTo>
                        <a:pt x="376" y="329"/>
                      </a:moveTo>
                      <a:cubicBezTo>
                        <a:pt x="312" y="393"/>
                        <a:pt x="211" y="390"/>
                        <a:pt x="151" y="329"/>
                      </a:cubicBezTo>
                      <a:cubicBezTo>
                        <a:pt x="120" y="299"/>
                        <a:pt x="105" y="259"/>
                        <a:pt x="104" y="219"/>
                      </a:cubicBezTo>
                      <a:cubicBezTo>
                        <a:pt x="104" y="218"/>
                        <a:pt x="104" y="218"/>
                        <a:pt x="104" y="217"/>
                      </a:cubicBezTo>
                      <a:cubicBezTo>
                        <a:pt x="104" y="216"/>
                        <a:pt x="104" y="216"/>
                        <a:pt x="104" y="215"/>
                      </a:cubicBezTo>
                      <a:cubicBezTo>
                        <a:pt x="103" y="131"/>
                        <a:pt x="177" y="56"/>
                        <a:pt x="263" y="57"/>
                      </a:cubicBezTo>
                      <a:cubicBezTo>
                        <a:pt x="409" y="60"/>
                        <a:pt x="473" y="231"/>
                        <a:pt x="376" y="329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43" name="Google Shape;284;p11"/>
                <p:cNvSpPr/>
                <p:nvPr/>
              </p:nvSpPr>
              <p:spPr>
                <a:xfrm>
                  <a:off x="-125280" y="315360"/>
                  <a:ext cx="52560" cy="52560"/>
                </a:xfrm>
                <a:custGeom>
                  <a:avLst/>
                  <a:gdLst>
                    <a:gd name="textAreaLeft" fmla="*/ 0 w 52560"/>
                    <a:gd name="textAreaRight" fmla="*/ 52920 w 52560"/>
                    <a:gd name="textAreaTop" fmla="*/ 0 h 52560"/>
                    <a:gd name="textAreaBottom" fmla="*/ 52920 h 52560"/>
                  </a:gdLst>
                  <a:ahLst/>
                  <a:cxnLst/>
                  <a:rect l="textAreaLeft" t="textAreaTop" r="textAreaRight" b="textAreaBottom"/>
                  <a:pathLst>
                    <a:path w="89" h="89">
                      <a:moveTo>
                        <a:pt x="33" y="0"/>
                      </a:moveTo>
                      <a:cubicBezTo>
                        <a:pt x="0" y="32"/>
                        <a:pt x="0" y="32"/>
                        <a:pt x="0" y="32"/>
                      </a:cubicBezTo>
                      <a:cubicBezTo>
                        <a:pt x="57" y="89"/>
                        <a:pt x="57" y="89"/>
                        <a:pt x="57" y="89"/>
                      </a:cubicBezTo>
                      <a:cubicBezTo>
                        <a:pt x="89" y="57"/>
                        <a:pt x="89" y="57"/>
                        <a:pt x="89" y="57"/>
                      </a:cubicBezTo>
                      <a:cubicBezTo>
                        <a:pt x="67" y="41"/>
                        <a:pt x="48" y="22"/>
                        <a:pt x="33" y="0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6280" bIns="2628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44" name="Google Shape;285;p11"/>
              <p:cNvGrpSpPr/>
              <p:nvPr/>
            </p:nvGrpSpPr>
            <p:grpSpPr>
              <a:xfrm>
                <a:off x="454680" y="110880"/>
                <a:ext cx="314280" cy="314640"/>
                <a:chOff x="454680" y="110880"/>
                <a:chExt cx="314280" cy="314640"/>
              </a:xfrm>
            </p:grpSpPr>
            <p:sp>
              <p:nvSpPr>
                <p:cNvPr id="45" name="Google Shape;286;p11"/>
                <p:cNvSpPr/>
                <p:nvPr/>
              </p:nvSpPr>
              <p:spPr>
                <a:xfrm>
                  <a:off x="493920" y="140760"/>
                  <a:ext cx="185760" cy="186480"/>
                </a:xfrm>
                <a:custGeom>
                  <a:avLst/>
                  <a:gdLst>
                    <a:gd name="textAreaLeft" fmla="*/ 0 w 185760"/>
                    <a:gd name="textAreaRight" fmla="*/ 186120 w 185760"/>
                    <a:gd name="textAreaTop" fmla="*/ 0 h 186480"/>
                    <a:gd name="textAreaBottom" fmla="*/ 186840 h 186480"/>
                  </a:gdLst>
                  <a:ahLst/>
                  <a:cxnLst/>
                  <a:rect l="textAreaLeft" t="textAreaTop" r="textAreaRight" b="textAreaBottom"/>
                  <a:pathLst>
                    <a:path w="306" h="307">
                      <a:moveTo>
                        <a:pt x="23" y="169"/>
                      </a:moveTo>
                      <a:cubicBezTo>
                        <a:pt x="0" y="169"/>
                        <a:pt x="0" y="169"/>
                        <a:pt x="0" y="169"/>
                      </a:cubicBezTo>
                      <a:cubicBezTo>
                        <a:pt x="7" y="242"/>
                        <a:pt x="65" y="299"/>
                        <a:pt x="137" y="307"/>
                      </a:cubicBezTo>
                      <a:cubicBezTo>
                        <a:pt x="137" y="284"/>
                        <a:pt x="137" y="284"/>
                        <a:pt x="137" y="284"/>
                      </a:cubicBezTo>
                      <a:cubicBezTo>
                        <a:pt x="138" y="263"/>
                        <a:pt x="168" y="263"/>
                        <a:pt x="168" y="284"/>
                      </a:cubicBezTo>
                      <a:cubicBezTo>
                        <a:pt x="168" y="307"/>
                        <a:pt x="168" y="307"/>
                        <a:pt x="168" y="307"/>
                      </a:cubicBezTo>
                      <a:cubicBezTo>
                        <a:pt x="241" y="299"/>
                        <a:pt x="299" y="242"/>
                        <a:pt x="306" y="169"/>
                      </a:cubicBezTo>
                      <a:cubicBezTo>
                        <a:pt x="283" y="169"/>
                        <a:pt x="283" y="169"/>
                        <a:pt x="283" y="169"/>
                      </a:cubicBezTo>
                      <a:cubicBezTo>
                        <a:pt x="262" y="168"/>
                        <a:pt x="262" y="139"/>
                        <a:pt x="283" y="138"/>
                      </a:cubicBezTo>
                      <a:cubicBezTo>
                        <a:pt x="306" y="138"/>
                        <a:pt x="306" y="138"/>
                        <a:pt x="306" y="138"/>
                      </a:cubicBezTo>
                      <a:cubicBezTo>
                        <a:pt x="299" y="65"/>
                        <a:pt x="241" y="8"/>
                        <a:pt x="168" y="0"/>
                      </a:cubicBezTo>
                      <a:cubicBezTo>
                        <a:pt x="168" y="24"/>
                        <a:pt x="168" y="24"/>
                        <a:pt x="168" y="24"/>
                      </a:cubicBezTo>
                      <a:cubicBezTo>
                        <a:pt x="167" y="44"/>
                        <a:pt x="138" y="44"/>
                        <a:pt x="137" y="24"/>
                      </a:cubicBezTo>
                      <a:cubicBezTo>
                        <a:pt x="137" y="0"/>
                        <a:pt x="137" y="0"/>
                        <a:pt x="137" y="0"/>
                      </a:cubicBezTo>
                      <a:cubicBezTo>
                        <a:pt x="65" y="8"/>
                        <a:pt x="7" y="65"/>
                        <a:pt x="0" y="138"/>
                      </a:cubicBezTo>
                      <a:cubicBezTo>
                        <a:pt x="23" y="138"/>
                        <a:pt x="23" y="138"/>
                        <a:pt x="23" y="138"/>
                      </a:cubicBezTo>
                      <a:cubicBezTo>
                        <a:pt x="43" y="139"/>
                        <a:pt x="43" y="168"/>
                        <a:pt x="23" y="169"/>
                      </a:cubicBezTo>
                      <a:close/>
                      <a:moveTo>
                        <a:pt x="103" y="138"/>
                      </a:moveTo>
                      <a:cubicBezTo>
                        <a:pt x="109" y="138"/>
                        <a:pt x="109" y="138"/>
                        <a:pt x="109" y="138"/>
                      </a:cubicBezTo>
                      <a:cubicBezTo>
                        <a:pt x="116" y="107"/>
                        <a:pt x="144" y="84"/>
                        <a:pt x="177" y="84"/>
                      </a:cubicBezTo>
                      <a:cubicBezTo>
                        <a:pt x="186" y="84"/>
                        <a:pt x="193" y="91"/>
                        <a:pt x="193" y="99"/>
                      </a:cubicBezTo>
                      <a:cubicBezTo>
                        <a:pt x="193" y="108"/>
                        <a:pt x="186" y="115"/>
                        <a:pt x="177" y="115"/>
                      </a:cubicBezTo>
                      <a:cubicBezTo>
                        <a:pt x="161" y="115"/>
                        <a:pt x="147" y="124"/>
                        <a:pt x="141" y="138"/>
                      </a:cubicBezTo>
                      <a:cubicBezTo>
                        <a:pt x="177" y="138"/>
                        <a:pt x="177" y="138"/>
                        <a:pt x="177" y="138"/>
                      </a:cubicBezTo>
                      <a:cubicBezTo>
                        <a:pt x="198" y="139"/>
                        <a:pt x="198" y="169"/>
                        <a:pt x="177" y="170"/>
                      </a:cubicBezTo>
                      <a:cubicBezTo>
                        <a:pt x="141" y="170"/>
                        <a:pt x="141" y="170"/>
                        <a:pt x="141" y="170"/>
                      </a:cubicBezTo>
                      <a:cubicBezTo>
                        <a:pt x="147" y="183"/>
                        <a:pt x="161" y="193"/>
                        <a:pt x="177" y="193"/>
                      </a:cubicBezTo>
                      <a:cubicBezTo>
                        <a:pt x="186" y="193"/>
                        <a:pt x="193" y="200"/>
                        <a:pt x="193" y="209"/>
                      </a:cubicBezTo>
                      <a:cubicBezTo>
                        <a:pt x="193" y="217"/>
                        <a:pt x="186" y="224"/>
                        <a:pt x="177" y="224"/>
                      </a:cubicBezTo>
                      <a:cubicBezTo>
                        <a:pt x="144" y="224"/>
                        <a:pt x="116" y="201"/>
                        <a:pt x="109" y="170"/>
                      </a:cubicBezTo>
                      <a:cubicBezTo>
                        <a:pt x="103" y="170"/>
                        <a:pt x="103" y="170"/>
                        <a:pt x="103" y="170"/>
                      </a:cubicBezTo>
                      <a:cubicBezTo>
                        <a:pt x="82" y="169"/>
                        <a:pt x="82" y="139"/>
                        <a:pt x="103" y="138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46" name="Google Shape;287;p11"/>
                <p:cNvSpPr/>
                <p:nvPr/>
              </p:nvSpPr>
              <p:spPr>
                <a:xfrm>
                  <a:off x="454680" y="110880"/>
                  <a:ext cx="314280" cy="314640"/>
                </a:xfrm>
                <a:custGeom>
                  <a:avLst/>
                  <a:gdLst>
                    <a:gd name="textAreaLeft" fmla="*/ 0 w 314280"/>
                    <a:gd name="textAreaRight" fmla="*/ 314640 w 314280"/>
                    <a:gd name="textAreaTop" fmla="*/ 0 h 314640"/>
                    <a:gd name="textAreaBottom" fmla="*/ 315000 h 314640"/>
                  </a:gdLst>
                  <a:ahLst/>
                  <a:cxnLst/>
                  <a:rect l="textAreaLeft" t="textAreaTop" r="textAreaRight" b="textAreaBottom"/>
                  <a:pathLst>
                    <a:path w="517" h="517">
                      <a:moveTo>
                        <a:pt x="497" y="487"/>
                      </a:moveTo>
                      <a:cubicBezTo>
                        <a:pt x="30" y="487"/>
                        <a:pt x="30" y="487"/>
                        <a:pt x="30" y="487"/>
                      </a:cubicBezTo>
                      <a:cubicBezTo>
                        <a:pt x="30" y="453"/>
                        <a:pt x="30" y="453"/>
                        <a:pt x="30" y="453"/>
                      </a:cubicBezTo>
                      <a:cubicBezTo>
                        <a:pt x="208" y="453"/>
                        <a:pt x="208" y="453"/>
                        <a:pt x="208" y="453"/>
                      </a:cubicBezTo>
                      <a:cubicBezTo>
                        <a:pt x="350" y="453"/>
                        <a:pt x="468" y="342"/>
                        <a:pt x="475" y="200"/>
                      </a:cubicBezTo>
                      <a:cubicBezTo>
                        <a:pt x="479" y="129"/>
                        <a:pt x="479" y="129"/>
                        <a:pt x="479" y="129"/>
                      </a:cubicBezTo>
                      <a:cubicBezTo>
                        <a:pt x="485" y="136"/>
                        <a:pt x="485" y="136"/>
                        <a:pt x="485" y="136"/>
                      </a:cubicBezTo>
                      <a:cubicBezTo>
                        <a:pt x="488" y="140"/>
                        <a:pt x="492" y="141"/>
                        <a:pt x="497" y="141"/>
                      </a:cubicBezTo>
                      <a:cubicBezTo>
                        <a:pt x="500" y="141"/>
                        <a:pt x="504" y="140"/>
                        <a:pt x="506" y="137"/>
                      </a:cubicBezTo>
                      <a:cubicBezTo>
                        <a:pt x="513" y="132"/>
                        <a:pt x="513" y="122"/>
                        <a:pt x="508" y="116"/>
                      </a:cubicBezTo>
                      <a:cubicBezTo>
                        <a:pt x="477" y="82"/>
                        <a:pt x="477" y="82"/>
                        <a:pt x="477" y="82"/>
                      </a:cubicBezTo>
                      <a:cubicBezTo>
                        <a:pt x="472" y="77"/>
                        <a:pt x="462" y="75"/>
                        <a:pt x="456" y="81"/>
                      </a:cubicBezTo>
                      <a:cubicBezTo>
                        <a:pt x="424" y="110"/>
                        <a:pt x="424" y="110"/>
                        <a:pt x="424" y="110"/>
                      </a:cubicBezTo>
                      <a:cubicBezTo>
                        <a:pt x="410" y="124"/>
                        <a:pt x="429" y="145"/>
                        <a:pt x="444" y="132"/>
                      </a:cubicBezTo>
                      <a:cubicBezTo>
                        <a:pt x="449" y="128"/>
                        <a:pt x="449" y="128"/>
                        <a:pt x="449" y="128"/>
                      </a:cubicBezTo>
                      <a:cubicBezTo>
                        <a:pt x="445" y="198"/>
                        <a:pt x="445" y="198"/>
                        <a:pt x="445" y="198"/>
                      </a:cubicBezTo>
                      <a:cubicBezTo>
                        <a:pt x="439" y="324"/>
                        <a:pt x="334" y="423"/>
                        <a:pt x="208" y="423"/>
                      </a:cubicBezTo>
                      <a:cubicBezTo>
                        <a:pt x="30" y="423"/>
                        <a:pt x="30" y="423"/>
                        <a:pt x="30" y="423"/>
                      </a:cubicBezTo>
                      <a:cubicBezTo>
                        <a:pt x="30" y="20"/>
                        <a:pt x="30" y="20"/>
                        <a:pt x="30" y="20"/>
                      </a:cubicBezTo>
                      <a:cubicBezTo>
                        <a:pt x="29" y="0"/>
                        <a:pt x="0" y="0"/>
                        <a:pt x="0" y="20"/>
                      </a:cubicBezTo>
                      <a:cubicBezTo>
                        <a:pt x="0" y="502"/>
                        <a:pt x="0" y="502"/>
                        <a:pt x="0" y="502"/>
                      </a:cubicBezTo>
                      <a:cubicBezTo>
                        <a:pt x="0" y="510"/>
                        <a:pt x="6" y="517"/>
                        <a:pt x="15" y="517"/>
                      </a:cubicBezTo>
                      <a:cubicBezTo>
                        <a:pt x="497" y="517"/>
                        <a:pt x="497" y="517"/>
                        <a:pt x="497" y="517"/>
                      </a:cubicBezTo>
                      <a:cubicBezTo>
                        <a:pt x="517" y="516"/>
                        <a:pt x="517" y="487"/>
                        <a:pt x="497" y="487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47" name="Google Shape;288;p11"/>
              <p:cNvGrpSpPr/>
              <p:nvPr/>
            </p:nvGrpSpPr>
            <p:grpSpPr>
              <a:xfrm>
                <a:off x="90360" y="632880"/>
                <a:ext cx="405360" cy="405000"/>
                <a:chOff x="90360" y="632880"/>
                <a:chExt cx="405360" cy="405000"/>
              </a:xfrm>
            </p:grpSpPr>
            <p:sp>
              <p:nvSpPr>
                <p:cNvPr id="48" name="Google Shape;289;p11"/>
                <p:cNvSpPr/>
                <p:nvPr/>
              </p:nvSpPr>
              <p:spPr>
                <a:xfrm>
                  <a:off x="192960" y="632880"/>
                  <a:ext cx="201240" cy="204480"/>
                </a:xfrm>
                <a:custGeom>
                  <a:avLst/>
                  <a:gdLst>
                    <a:gd name="textAreaLeft" fmla="*/ 0 w 201240"/>
                    <a:gd name="textAreaRight" fmla="*/ 201600 w 201240"/>
                    <a:gd name="textAreaTop" fmla="*/ 0 h 204480"/>
                    <a:gd name="textAreaBottom" fmla="*/ 204840 h 204480"/>
                  </a:gdLst>
                  <a:ahLst/>
                  <a:cxnLst/>
                  <a:rect l="textAreaLeft" t="textAreaTop" r="textAreaRight" b="textAreaBottom"/>
                  <a:pathLst>
                    <a:path w="255" h="259">
                      <a:moveTo>
                        <a:pt x="227" y="210"/>
                      </a:moveTo>
                      <a:cubicBezTo>
                        <a:pt x="230" y="210"/>
                        <a:pt x="232" y="208"/>
                        <a:pt x="233" y="206"/>
                      </a:cubicBezTo>
                      <a:cubicBezTo>
                        <a:pt x="253" y="167"/>
                        <a:pt x="253" y="167"/>
                        <a:pt x="253" y="167"/>
                      </a:cubicBezTo>
                      <a:cubicBezTo>
                        <a:pt x="255" y="163"/>
                        <a:pt x="253" y="160"/>
                        <a:pt x="250" y="158"/>
                      </a:cubicBezTo>
                      <a:cubicBezTo>
                        <a:pt x="229" y="148"/>
                        <a:pt x="229" y="148"/>
                        <a:pt x="229" y="148"/>
                      </a:cubicBezTo>
                      <a:cubicBezTo>
                        <a:pt x="227" y="146"/>
                        <a:pt x="226" y="144"/>
                        <a:pt x="226" y="141"/>
                      </a:cubicBezTo>
                      <a:cubicBezTo>
                        <a:pt x="227" y="131"/>
                        <a:pt x="227" y="120"/>
                        <a:pt x="225" y="109"/>
                      </a:cubicBezTo>
                      <a:cubicBezTo>
                        <a:pt x="224" y="107"/>
                        <a:pt x="226" y="104"/>
                        <a:pt x="228" y="103"/>
                      </a:cubicBezTo>
                      <a:cubicBezTo>
                        <a:pt x="248" y="91"/>
                        <a:pt x="248" y="91"/>
                        <a:pt x="248" y="91"/>
                      </a:cubicBezTo>
                      <a:cubicBezTo>
                        <a:pt x="251" y="89"/>
                        <a:pt x="252" y="85"/>
                        <a:pt x="250" y="82"/>
                      </a:cubicBezTo>
                      <a:cubicBezTo>
                        <a:pt x="228" y="44"/>
                        <a:pt x="228" y="44"/>
                        <a:pt x="228" y="44"/>
                      </a:cubicBezTo>
                      <a:cubicBezTo>
                        <a:pt x="227" y="42"/>
                        <a:pt x="224" y="41"/>
                        <a:pt x="222" y="41"/>
                      </a:cubicBezTo>
                      <a:cubicBezTo>
                        <a:pt x="221" y="41"/>
                        <a:pt x="220" y="41"/>
                        <a:pt x="219" y="42"/>
                      </a:cubicBezTo>
                      <a:cubicBezTo>
                        <a:pt x="199" y="53"/>
                        <a:pt x="199" y="53"/>
                        <a:pt x="199" y="53"/>
                      </a:cubicBezTo>
                      <a:cubicBezTo>
                        <a:pt x="197" y="55"/>
                        <a:pt x="194" y="54"/>
                        <a:pt x="191" y="53"/>
                      </a:cubicBezTo>
                      <a:cubicBezTo>
                        <a:pt x="182" y="45"/>
                        <a:pt x="172" y="39"/>
                        <a:pt x="160" y="35"/>
                      </a:cubicBezTo>
                      <a:cubicBezTo>
                        <a:pt x="158" y="34"/>
                        <a:pt x="156" y="31"/>
                        <a:pt x="156" y="29"/>
                      </a:cubicBezTo>
                      <a:cubicBezTo>
                        <a:pt x="156" y="7"/>
                        <a:pt x="156" y="7"/>
                        <a:pt x="156" y="7"/>
                      </a:cubicBezTo>
                      <a:cubicBezTo>
                        <a:pt x="156" y="3"/>
                        <a:pt x="153" y="0"/>
                        <a:pt x="149" y="0"/>
                      </a:cubicBezTo>
                      <a:cubicBezTo>
                        <a:pt x="105" y="0"/>
                        <a:pt x="105" y="0"/>
                        <a:pt x="105" y="0"/>
                      </a:cubicBezTo>
                      <a:cubicBezTo>
                        <a:pt x="101" y="0"/>
                        <a:pt x="98" y="3"/>
                        <a:pt x="98" y="7"/>
                      </a:cubicBezTo>
                      <a:cubicBezTo>
                        <a:pt x="98" y="29"/>
                        <a:pt x="98" y="29"/>
                        <a:pt x="98" y="29"/>
                      </a:cubicBezTo>
                      <a:cubicBezTo>
                        <a:pt x="98" y="31"/>
                        <a:pt x="97" y="34"/>
                        <a:pt x="94" y="35"/>
                      </a:cubicBezTo>
                      <a:cubicBezTo>
                        <a:pt x="81" y="40"/>
                        <a:pt x="68" y="47"/>
                        <a:pt x="58" y="57"/>
                      </a:cubicBezTo>
                      <a:cubicBezTo>
                        <a:pt x="56" y="59"/>
                        <a:pt x="53" y="59"/>
                        <a:pt x="51" y="58"/>
                      </a:cubicBezTo>
                      <a:cubicBezTo>
                        <a:pt x="30" y="48"/>
                        <a:pt x="30" y="48"/>
                        <a:pt x="30" y="48"/>
                      </a:cubicBezTo>
                      <a:cubicBezTo>
                        <a:pt x="27" y="46"/>
                        <a:pt x="23" y="47"/>
                        <a:pt x="21" y="50"/>
                      </a:cubicBezTo>
                      <a:cubicBezTo>
                        <a:pt x="1" y="90"/>
                        <a:pt x="1" y="90"/>
                        <a:pt x="1" y="90"/>
                      </a:cubicBezTo>
                      <a:cubicBezTo>
                        <a:pt x="0" y="93"/>
                        <a:pt x="1" y="97"/>
                        <a:pt x="4" y="99"/>
                      </a:cubicBezTo>
                      <a:cubicBezTo>
                        <a:pt x="25" y="109"/>
                        <a:pt x="25" y="109"/>
                        <a:pt x="25" y="109"/>
                      </a:cubicBezTo>
                      <a:cubicBezTo>
                        <a:pt x="27" y="110"/>
                        <a:pt x="29" y="113"/>
                        <a:pt x="28" y="116"/>
                      </a:cubicBezTo>
                      <a:cubicBezTo>
                        <a:pt x="27" y="126"/>
                        <a:pt x="27" y="137"/>
                        <a:pt x="29" y="147"/>
                      </a:cubicBezTo>
                      <a:cubicBezTo>
                        <a:pt x="30" y="150"/>
                        <a:pt x="29" y="153"/>
                        <a:pt x="26" y="154"/>
                      </a:cubicBezTo>
                      <a:cubicBezTo>
                        <a:pt x="6" y="166"/>
                        <a:pt x="6" y="166"/>
                        <a:pt x="6" y="166"/>
                      </a:cubicBezTo>
                      <a:cubicBezTo>
                        <a:pt x="3" y="167"/>
                        <a:pt x="2" y="171"/>
                        <a:pt x="4" y="175"/>
                      </a:cubicBezTo>
                      <a:cubicBezTo>
                        <a:pt x="26" y="213"/>
                        <a:pt x="26" y="213"/>
                        <a:pt x="26" y="213"/>
                      </a:cubicBezTo>
                      <a:cubicBezTo>
                        <a:pt x="28" y="216"/>
                        <a:pt x="32" y="217"/>
                        <a:pt x="35" y="215"/>
                      </a:cubicBezTo>
                      <a:cubicBezTo>
                        <a:pt x="55" y="203"/>
                        <a:pt x="55" y="203"/>
                        <a:pt x="55" y="203"/>
                      </a:cubicBezTo>
                      <a:cubicBezTo>
                        <a:pt x="58" y="202"/>
                        <a:pt x="61" y="202"/>
                        <a:pt x="63" y="204"/>
                      </a:cubicBezTo>
                      <a:cubicBezTo>
                        <a:pt x="72" y="212"/>
                        <a:pt x="82" y="218"/>
                        <a:pt x="94" y="222"/>
                      </a:cubicBezTo>
                      <a:cubicBezTo>
                        <a:pt x="97" y="223"/>
                        <a:pt x="98" y="225"/>
                        <a:pt x="98" y="228"/>
                      </a:cubicBezTo>
                      <a:cubicBezTo>
                        <a:pt x="98" y="252"/>
                        <a:pt x="98" y="252"/>
                        <a:pt x="98" y="252"/>
                      </a:cubicBezTo>
                      <a:cubicBezTo>
                        <a:pt x="98" y="256"/>
                        <a:pt x="101" y="259"/>
                        <a:pt x="105" y="259"/>
                      </a:cubicBezTo>
                      <a:cubicBezTo>
                        <a:pt x="149" y="259"/>
                        <a:pt x="149" y="259"/>
                        <a:pt x="149" y="259"/>
                      </a:cubicBezTo>
                      <a:cubicBezTo>
                        <a:pt x="153" y="259"/>
                        <a:pt x="156" y="256"/>
                        <a:pt x="156" y="252"/>
                      </a:cubicBezTo>
                      <a:cubicBezTo>
                        <a:pt x="156" y="228"/>
                        <a:pt x="156" y="228"/>
                        <a:pt x="156" y="228"/>
                      </a:cubicBezTo>
                      <a:cubicBezTo>
                        <a:pt x="156" y="225"/>
                        <a:pt x="158" y="223"/>
                        <a:pt x="160" y="222"/>
                      </a:cubicBezTo>
                      <a:cubicBezTo>
                        <a:pt x="174" y="217"/>
                        <a:pt x="186" y="209"/>
                        <a:pt x="196" y="200"/>
                      </a:cubicBezTo>
                      <a:cubicBezTo>
                        <a:pt x="198" y="198"/>
                        <a:pt x="201" y="197"/>
                        <a:pt x="204" y="199"/>
                      </a:cubicBezTo>
                      <a:cubicBezTo>
                        <a:pt x="224" y="209"/>
                        <a:pt x="224" y="209"/>
                        <a:pt x="224" y="209"/>
                      </a:cubicBezTo>
                      <a:cubicBezTo>
                        <a:pt x="225" y="209"/>
                        <a:pt x="226" y="210"/>
                        <a:pt x="227" y="210"/>
                      </a:cubicBezTo>
                      <a:close/>
                      <a:moveTo>
                        <a:pt x="127" y="172"/>
                      </a:moveTo>
                      <a:cubicBezTo>
                        <a:pt x="104" y="172"/>
                        <a:pt x="84" y="153"/>
                        <a:pt x="84" y="130"/>
                      </a:cubicBezTo>
                      <a:cubicBezTo>
                        <a:pt x="87" y="73"/>
                        <a:pt x="168" y="73"/>
                        <a:pt x="170" y="130"/>
                      </a:cubicBezTo>
                      <a:cubicBezTo>
                        <a:pt x="170" y="153"/>
                        <a:pt x="151" y="172"/>
                        <a:pt x="127" y="172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49" name="Google Shape;290;p11"/>
                <p:cNvSpPr/>
                <p:nvPr/>
              </p:nvSpPr>
              <p:spPr>
                <a:xfrm>
                  <a:off x="282960" y="725400"/>
                  <a:ext cx="20160" cy="22680"/>
                </a:xfrm>
                <a:custGeom>
                  <a:avLst/>
                  <a:gdLst>
                    <a:gd name="textAreaLeft" fmla="*/ 0 w 20160"/>
                    <a:gd name="textAreaRight" fmla="*/ 20520 w 20160"/>
                    <a:gd name="textAreaTop" fmla="*/ 0 h 22680"/>
                    <a:gd name="textAreaBottom" fmla="*/ 23040 h 22680"/>
                  </a:gdLst>
                  <a:ahLst/>
                  <a:cxnLst/>
                  <a:rect l="textAreaLeft" t="textAreaTop" r="textAreaRight" b="textAreaBottom"/>
                  <a:pathLst>
                    <a:path w="26" h="29">
                      <a:moveTo>
                        <a:pt x="13" y="0"/>
                      </a:moveTo>
                      <a:cubicBezTo>
                        <a:pt x="6" y="0"/>
                        <a:pt x="0" y="6"/>
                        <a:pt x="0" y="13"/>
                      </a:cubicBezTo>
                      <a:cubicBezTo>
                        <a:pt x="1" y="29"/>
                        <a:pt x="25" y="29"/>
                        <a:pt x="26" y="13"/>
                      </a:cubicBezTo>
                      <a:cubicBezTo>
                        <a:pt x="26" y="6"/>
                        <a:pt x="20" y="0"/>
                        <a:pt x="13" y="0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1520" bIns="1152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50" name="Google Shape;291;p11"/>
                <p:cNvSpPr/>
                <p:nvPr/>
              </p:nvSpPr>
              <p:spPr>
                <a:xfrm>
                  <a:off x="251280" y="860400"/>
                  <a:ext cx="82440" cy="177480"/>
                </a:xfrm>
                <a:custGeom>
                  <a:avLst/>
                  <a:gdLst>
                    <a:gd name="textAreaLeft" fmla="*/ 0 w 82440"/>
                    <a:gd name="textAreaRight" fmla="*/ 82800 w 82440"/>
                    <a:gd name="textAreaTop" fmla="*/ 0 h 177480"/>
                    <a:gd name="textAreaBottom" fmla="*/ 177840 h 177480"/>
                  </a:gdLst>
                  <a:ahLst/>
                  <a:cxnLst/>
                  <a:rect l="textAreaLeft" t="textAreaTop" r="textAreaRight" b="textAreaBottom"/>
                  <a:pathLst>
                    <a:path w="105" h="225">
                      <a:moveTo>
                        <a:pt x="99" y="145"/>
                      </a:moveTo>
                      <a:cubicBezTo>
                        <a:pt x="85" y="145"/>
                        <a:pt x="85" y="145"/>
                        <a:pt x="85" y="145"/>
                      </a:cubicBezTo>
                      <a:cubicBezTo>
                        <a:pt x="82" y="145"/>
                        <a:pt x="80" y="143"/>
                        <a:pt x="80" y="141"/>
                      </a:cubicBezTo>
                      <a:cubicBezTo>
                        <a:pt x="80" y="0"/>
                        <a:pt x="80" y="0"/>
                        <a:pt x="80" y="0"/>
                      </a:cubicBezTo>
                      <a:cubicBezTo>
                        <a:pt x="79" y="0"/>
                        <a:pt x="77" y="1"/>
                        <a:pt x="75" y="1"/>
                      </a:cubicBezTo>
                      <a:cubicBezTo>
                        <a:pt x="31" y="1"/>
                        <a:pt x="31" y="1"/>
                        <a:pt x="31" y="1"/>
                      </a:cubicBezTo>
                      <a:cubicBezTo>
                        <a:pt x="29" y="1"/>
                        <a:pt x="28" y="0"/>
                        <a:pt x="26" y="0"/>
                      </a:cubicBezTo>
                      <a:cubicBezTo>
                        <a:pt x="26" y="141"/>
                        <a:pt x="26" y="141"/>
                        <a:pt x="26" y="141"/>
                      </a:cubicBezTo>
                      <a:cubicBezTo>
                        <a:pt x="26" y="143"/>
                        <a:pt x="24" y="145"/>
                        <a:pt x="21" y="145"/>
                      </a:cubicBezTo>
                      <a:cubicBezTo>
                        <a:pt x="7" y="145"/>
                        <a:pt x="7" y="145"/>
                        <a:pt x="7" y="145"/>
                      </a:cubicBezTo>
                      <a:cubicBezTo>
                        <a:pt x="3" y="145"/>
                        <a:pt x="0" y="148"/>
                        <a:pt x="0" y="152"/>
                      </a:cubicBezTo>
                      <a:cubicBezTo>
                        <a:pt x="0" y="177"/>
                        <a:pt x="0" y="177"/>
                        <a:pt x="0" y="177"/>
                      </a:cubicBezTo>
                      <a:cubicBezTo>
                        <a:pt x="0" y="179"/>
                        <a:pt x="1" y="180"/>
                        <a:pt x="3" y="182"/>
                      </a:cubicBezTo>
                      <a:cubicBezTo>
                        <a:pt x="49" y="223"/>
                        <a:pt x="49" y="223"/>
                        <a:pt x="49" y="223"/>
                      </a:cubicBezTo>
                      <a:cubicBezTo>
                        <a:pt x="51" y="225"/>
                        <a:pt x="55" y="225"/>
                        <a:pt x="57" y="223"/>
                      </a:cubicBezTo>
                      <a:cubicBezTo>
                        <a:pt x="103" y="182"/>
                        <a:pt x="103" y="182"/>
                        <a:pt x="103" y="182"/>
                      </a:cubicBezTo>
                      <a:cubicBezTo>
                        <a:pt x="104" y="180"/>
                        <a:pt x="105" y="179"/>
                        <a:pt x="105" y="177"/>
                      </a:cubicBezTo>
                      <a:cubicBezTo>
                        <a:pt x="105" y="152"/>
                        <a:pt x="105" y="152"/>
                        <a:pt x="105" y="152"/>
                      </a:cubicBezTo>
                      <a:cubicBezTo>
                        <a:pt x="105" y="148"/>
                        <a:pt x="102" y="145"/>
                        <a:pt x="99" y="145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51" name="Google Shape;292;p11"/>
                <p:cNvSpPr/>
                <p:nvPr/>
              </p:nvSpPr>
              <p:spPr>
                <a:xfrm>
                  <a:off x="90360" y="820080"/>
                  <a:ext cx="163440" cy="102240"/>
                </a:xfrm>
                <a:custGeom>
                  <a:avLst/>
                  <a:gdLst>
                    <a:gd name="textAreaLeft" fmla="*/ 0 w 163440"/>
                    <a:gd name="textAreaRight" fmla="*/ 163800 w 163440"/>
                    <a:gd name="textAreaTop" fmla="*/ 0 h 102240"/>
                    <a:gd name="textAreaBottom" fmla="*/ 102600 h 102240"/>
                  </a:gdLst>
                  <a:ahLst/>
                  <a:cxnLst/>
                  <a:rect l="textAreaLeft" t="textAreaTop" r="textAreaRight" b="textAreaBottom"/>
                  <a:pathLst>
                    <a:path w="208" h="130">
                      <a:moveTo>
                        <a:pt x="198" y="15"/>
                      </a:moveTo>
                      <a:cubicBezTo>
                        <a:pt x="198" y="6"/>
                        <a:pt x="198" y="6"/>
                        <a:pt x="198" y="6"/>
                      </a:cubicBezTo>
                      <a:cubicBezTo>
                        <a:pt x="194" y="4"/>
                        <a:pt x="191" y="2"/>
                        <a:pt x="187" y="0"/>
                      </a:cubicBezTo>
                      <a:cubicBezTo>
                        <a:pt x="180" y="4"/>
                        <a:pt x="180" y="4"/>
                        <a:pt x="180" y="4"/>
                      </a:cubicBezTo>
                      <a:cubicBezTo>
                        <a:pt x="174" y="8"/>
                        <a:pt x="166" y="9"/>
                        <a:pt x="158" y="8"/>
                      </a:cubicBezTo>
                      <a:cubicBezTo>
                        <a:pt x="158" y="18"/>
                        <a:pt x="158" y="18"/>
                        <a:pt x="158" y="18"/>
                      </a:cubicBezTo>
                      <a:cubicBezTo>
                        <a:pt x="158" y="36"/>
                        <a:pt x="143" y="51"/>
                        <a:pt x="125" y="51"/>
                      </a:cubicBezTo>
                      <a:cubicBezTo>
                        <a:pt x="85" y="51"/>
                        <a:pt x="85" y="51"/>
                        <a:pt x="85" y="51"/>
                      </a:cubicBezTo>
                      <a:cubicBezTo>
                        <a:pt x="83" y="51"/>
                        <a:pt x="81" y="49"/>
                        <a:pt x="81" y="46"/>
                      </a:cubicBezTo>
                      <a:cubicBezTo>
                        <a:pt x="81" y="32"/>
                        <a:pt x="81" y="32"/>
                        <a:pt x="81" y="32"/>
                      </a:cubicBezTo>
                      <a:cubicBezTo>
                        <a:pt x="81" y="28"/>
                        <a:pt x="78" y="25"/>
                        <a:pt x="74" y="25"/>
                      </a:cubicBezTo>
                      <a:cubicBezTo>
                        <a:pt x="49" y="25"/>
                        <a:pt x="49" y="25"/>
                        <a:pt x="49" y="25"/>
                      </a:cubicBezTo>
                      <a:cubicBezTo>
                        <a:pt x="47" y="25"/>
                        <a:pt x="46" y="26"/>
                        <a:pt x="44" y="28"/>
                      </a:cubicBezTo>
                      <a:cubicBezTo>
                        <a:pt x="3" y="73"/>
                        <a:pt x="3" y="73"/>
                        <a:pt x="3" y="73"/>
                      </a:cubicBezTo>
                      <a:cubicBezTo>
                        <a:pt x="0" y="76"/>
                        <a:pt x="0" y="80"/>
                        <a:pt x="3" y="82"/>
                      </a:cubicBezTo>
                      <a:cubicBezTo>
                        <a:pt x="44" y="128"/>
                        <a:pt x="44" y="128"/>
                        <a:pt x="44" y="128"/>
                      </a:cubicBezTo>
                      <a:cubicBezTo>
                        <a:pt x="46" y="129"/>
                        <a:pt x="47" y="130"/>
                        <a:pt x="49" y="130"/>
                      </a:cubicBezTo>
                      <a:cubicBezTo>
                        <a:pt x="74" y="130"/>
                        <a:pt x="74" y="130"/>
                        <a:pt x="74" y="130"/>
                      </a:cubicBezTo>
                      <a:cubicBezTo>
                        <a:pt x="78" y="130"/>
                        <a:pt x="81" y="127"/>
                        <a:pt x="81" y="123"/>
                      </a:cubicBezTo>
                      <a:cubicBezTo>
                        <a:pt x="81" y="109"/>
                        <a:pt x="81" y="109"/>
                        <a:pt x="81" y="109"/>
                      </a:cubicBezTo>
                      <a:cubicBezTo>
                        <a:pt x="81" y="107"/>
                        <a:pt x="83" y="105"/>
                        <a:pt x="85" y="105"/>
                      </a:cubicBezTo>
                      <a:cubicBezTo>
                        <a:pt x="118" y="105"/>
                        <a:pt x="118" y="105"/>
                        <a:pt x="118" y="105"/>
                      </a:cubicBezTo>
                      <a:cubicBezTo>
                        <a:pt x="160" y="105"/>
                        <a:pt x="196" y="77"/>
                        <a:pt x="208" y="40"/>
                      </a:cubicBezTo>
                      <a:cubicBezTo>
                        <a:pt x="202" y="33"/>
                        <a:pt x="198" y="25"/>
                        <a:pt x="198" y="15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52" name="Google Shape;293;p11"/>
                <p:cNvSpPr/>
                <p:nvPr/>
              </p:nvSpPr>
              <p:spPr>
                <a:xfrm>
                  <a:off x="331920" y="816120"/>
                  <a:ext cx="163800" cy="106560"/>
                </a:xfrm>
                <a:custGeom>
                  <a:avLst/>
                  <a:gdLst>
                    <a:gd name="textAreaLeft" fmla="*/ 0 w 163800"/>
                    <a:gd name="textAreaRight" fmla="*/ 164160 w 163800"/>
                    <a:gd name="textAreaTop" fmla="*/ 0 h 106560"/>
                    <a:gd name="textAreaBottom" fmla="*/ 106920 h 106560"/>
                  </a:gdLst>
                  <a:ahLst/>
                  <a:cxnLst/>
                  <a:rect l="textAreaLeft" t="textAreaTop" r="textAreaRight" b="textAreaBottom"/>
                  <a:pathLst>
                    <a:path w="208" h="135">
                      <a:moveTo>
                        <a:pt x="206" y="78"/>
                      </a:moveTo>
                      <a:cubicBezTo>
                        <a:pt x="164" y="33"/>
                        <a:pt x="164" y="33"/>
                        <a:pt x="164" y="33"/>
                      </a:cubicBezTo>
                      <a:cubicBezTo>
                        <a:pt x="163" y="31"/>
                        <a:pt x="161" y="30"/>
                        <a:pt x="159" y="30"/>
                      </a:cubicBezTo>
                      <a:cubicBezTo>
                        <a:pt x="134" y="30"/>
                        <a:pt x="134" y="30"/>
                        <a:pt x="134" y="30"/>
                      </a:cubicBezTo>
                      <a:cubicBezTo>
                        <a:pt x="131" y="30"/>
                        <a:pt x="128" y="33"/>
                        <a:pt x="128" y="37"/>
                      </a:cubicBezTo>
                      <a:cubicBezTo>
                        <a:pt x="128" y="51"/>
                        <a:pt x="128" y="51"/>
                        <a:pt x="128" y="51"/>
                      </a:cubicBezTo>
                      <a:cubicBezTo>
                        <a:pt x="128" y="54"/>
                        <a:pt x="126" y="56"/>
                        <a:pt x="123" y="56"/>
                      </a:cubicBezTo>
                      <a:cubicBezTo>
                        <a:pt x="84" y="56"/>
                        <a:pt x="84" y="56"/>
                        <a:pt x="84" y="56"/>
                      </a:cubicBezTo>
                      <a:cubicBezTo>
                        <a:pt x="65" y="56"/>
                        <a:pt x="50" y="41"/>
                        <a:pt x="50" y="23"/>
                      </a:cubicBezTo>
                      <a:cubicBezTo>
                        <a:pt x="50" y="7"/>
                        <a:pt x="50" y="7"/>
                        <a:pt x="50" y="7"/>
                      </a:cubicBezTo>
                      <a:cubicBezTo>
                        <a:pt x="45" y="7"/>
                        <a:pt x="40" y="6"/>
                        <a:pt x="35" y="4"/>
                      </a:cubicBezTo>
                      <a:cubicBezTo>
                        <a:pt x="28" y="0"/>
                        <a:pt x="28" y="0"/>
                        <a:pt x="28" y="0"/>
                      </a:cubicBezTo>
                      <a:cubicBezTo>
                        <a:pt x="22" y="4"/>
                        <a:pt x="16" y="8"/>
                        <a:pt x="10" y="11"/>
                      </a:cubicBezTo>
                      <a:cubicBezTo>
                        <a:pt x="10" y="20"/>
                        <a:pt x="10" y="20"/>
                        <a:pt x="10" y="20"/>
                      </a:cubicBezTo>
                      <a:cubicBezTo>
                        <a:pt x="10" y="30"/>
                        <a:pt x="6" y="38"/>
                        <a:pt x="0" y="45"/>
                      </a:cubicBezTo>
                      <a:cubicBezTo>
                        <a:pt x="12" y="82"/>
                        <a:pt x="48" y="110"/>
                        <a:pt x="90" y="110"/>
                      </a:cubicBezTo>
                      <a:cubicBezTo>
                        <a:pt x="123" y="110"/>
                        <a:pt x="123" y="110"/>
                        <a:pt x="123" y="110"/>
                      </a:cubicBezTo>
                      <a:cubicBezTo>
                        <a:pt x="126" y="110"/>
                        <a:pt x="128" y="112"/>
                        <a:pt x="128" y="114"/>
                      </a:cubicBezTo>
                      <a:cubicBezTo>
                        <a:pt x="128" y="128"/>
                        <a:pt x="128" y="128"/>
                        <a:pt x="128" y="128"/>
                      </a:cubicBezTo>
                      <a:cubicBezTo>
                        <a:pt x="128" y="132"/>
                        <a:pt x="131" y="135"/>
                        <a:pt x="134" y="135"/>
                      </a:cubicBezTo>
                      <a:cubicBezTo>
                        <a:pt x="159" y="135"/>
                        <a:pt x="159" y="135"/>
                        <a:pt x="159" y="135"/>
                      </a:cubicBezTo>
                      <a:cubicBezTo>
                        <a:pt x="161" y="135"/>
                        <a:pt x="163" y="134"/>
                        <a:pt x="164" y="133"/>
                      </a:cubicBezTo>
                      <a:cubicBezTo>
                        <a:pt x="206" y="87"/>
                        <a:pt x="206" y="87"/>
                        <a:pt x="206" y="87"/>
                      </a:cubicBezTo>
                      <a:cubicBezTo>
                        <a:pt x="208" y="85"/>
                        <a:pt x="208" y="81"/>
                        <a:pt x="206" y="78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</p:grpSp>
      </p:grpSp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2176560" y="1692000"/>
            <a:ext cx="4790520" cy="12769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6000" b="1" u="none" strike="noStrike">
                <a:solidFill>
                  <a:schemeClr val="dk1"/>
                </a:solidFill>
                <a:effectLst/>
                <a:uFillTx/>
                <a:latin typeface="Montserrat"/>
                <a:ea typeface="Montserrat"/>
              </a:rPr>
              <a:t>xx%</a:t>
            </a:r>
            <a:endParaRPr lang="fr-FR" sz="6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  <p:transition spd="slow">
    <p:push dir="u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_1_1_1_1"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298;p13"/>
          <p:cNvPicPr/>
          <p:nvPr/>
        </p:nvPicPr>
        <p:blipFill>
          <a:blip r:embed="rId2"/>
          <a:srcRect t="1844" r="1844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5" name="Google Shape;299;p13"/>
          <p:cNvPicPr/>
          <p:nvPr/>
        </p:nvPicPr>
        <p:blipFill>
          <a:blip r:embed="rId3">
            <a:alphaModFix amt="60000"/>
          </a:blip>
          <a:srcRect b="1681"/>
          <a:stretch/>
        </p:blipFill>
        <p:spPr>
          <a:xfrm flipH="1">
            <a:off x="6489000" y="0"/>
            <a:ext cx="2740680" cy="514332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56" name="Google Shape;300;p13"/>
          <p:cNvGrpSpPr/>
          <p:nvPr/>
        </p:nvGrpSpPr>
        <p:grpSpPr>
          <a:xfrm>
            <a:off x="7427160" y="-528840"/>
            <a:ext cx="2592000" cy="5956200"/>
            <a:chOff x="7427160" y="-528840"/>
            <a:chExt cx="2592000" cy="5956200"/>
          </a:xfrm>
        </p:grpSpPr>
        <p:grpSp>
          <p:nvGrpSpPr>
            <p:cNvPr id="57" name="Google Shape;301;p13"/>
            <p:cNvGrpSpPr/>
            <p:nvPr/>
          </p:nvGrpSpPr>
          <p:grpSpPr>
            <a:xfrm>
              <a:off x="7427160" y="3464280"/>
              <a:ext cx="2007000" cy="1963080"/>
              <a:chOff x="7427160" y="3464280"/>
              <a:chExt cx="2007000" cy="1963080"/>
            </a:xfrm>
          </p:grpSpPr>
          <p:pic>
            <p:nvPicPr>
              <p:cNvPr id="58" name="Google Shape;302;p13"/>
              <p:cNvPicPr/>
              <p:nvPr/>
            </p:nvPicPr>
            <p:blipFill>
              <a:blip r:embed="rId4">
                <a:alphaModFix amt="50000"/>
              </a:blip>
              <a:stretch/>
            </p:blipFill>
            <p:spPr>
              <a:xfrm>
                <a:off x="7427160" y="3464280"/>
                <a:ext cx="2007000" cy="196308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grpSp>
            <p:nvGrpSpPr>
              <p:cNvPr id="59" name="Google Shape;303;p13"/>
              <p:cNvGrpSpPr/>
              <p:nvPr/>
            </p:nvGrpSpPr>
            <p:grpSpPr>
              <a:xfrm>
                <a:off x="8296200" y="3854520"/>
                <a:ext cx="344160" cy="317160"/>
                <a:chOff x="8296200" y="3854520"/>
                <a:chExt cx="344160" cy="317160"/>
              </a:xfrm>
            </p:grpSpPr>
            <p:sp>
              <p:nvSpPr>
                <p:cNvPr id="60" name="Google Shape;304;p13"/>
                <p:cNvSpPr/>
                <p:nvPr/>
              </p:nvSpPr>
              <p:spPr>
                <a:xfrm>
                  <a:off x="8410680" y="3908520"/>
                  <a:ext cx="148320" cy="149040"/>
                </a:xfrm>
                <a:custGeom>
                  <a:avLst/>
                  <a:gdLst>
                    <a:gd name="textAreaLeft" fmla="*/ 0 w 148320"/>
                    <a:gd name="textAreaRight" fmla="*/ 148680 w 148320"/>
                    <a:gd name="textAreaTop" fmla="*/ 0 h 149040"/>
                    <a:gd name="textAreaBottom" fmla="*/ 149400 h 149040"/>
                  </a:gdLst>
                  <a:ahLst/>
                  <a:cxnLst/>
                  <a:rect l="textAreaLeft" t="textAreaTop" r="textAreaRight" b="textAreaBottom"/>
                  <a:pathLst>
                    <a:path w="251" h="252">
                      <a:moveTo>
                        <a:pt x="197" y="142"/>
                      </a:moveTo>
                      <a:cubicBezTo>
                        <a:pt x="176" y="141"/>
                        <a:pt x="176" y="110"/>
                        <a:pt x="197" y="110"/>
                      </a:cubicBezTo>
                      <a:cubicBezTo>
                        <a:pt x="251" y="109"/>
                        <a:pt x="251" y="109"/>
                        <a:pt x="251" y="109"/>
                      </a:cubicBezTo>
                      <a:cubicBezTo>
                        <a:pt x="245" y="55"/>
                        <a:pt x="197" y="6"/>
                        <a:pt x="142" y="0"/>
                      </a:cubicBezTo>
                      <a:cubicBezTo>
                        <a:pt x="141" y="54"/>
                        <a:pt x="141" y="54"/>
                        <a:pt x="141" y="54"/>
                      </a:cubicBezTo>
                      <a:cubicBezTo>
                        <a:pt x="141" y="63"/>
                        <a:pt x="134" y="70"/>
                        <a:pt x="125" y="70"/>
                      </a:cubicBezTo>
                      <a:cubicBezTo>
                        <a:pt x="125" y="70"/>
                        <a:pt x="125" y="70"/>
                        <a:pt x="125" y="70"/>
                      </a:cubicBezTo>
                      <a:cubicBezTo>
                        <a:pt x="116" y="70"/>
                        <a:pt x="109" y="63"/>
                        <a:pt x="109" y="54"/>
                      </a:cubicBezTo>
                      <a:cubicBezTo>
                        <a:pt x="109" y="0"/>
                        <a:pt x="109" y="0"/>
                        <a:pt x="109" y="0"/>
                      </a:cubicBezTo>
                      <a:cubicBezTo>
                        <a:pt x="53" y="6"/>
                        <a:pt x="5" y="55"/>
                        <a:pt x="0" y="110"/>
                      </a:cubicBezTo>
                      <a:cubicBezTo>
                        <a:pt x="53" y="110"/>
                        <a:pt x="53" y="110"/>
                        <a:pt x="53" y="110"/>
                      </a:cubicBezTo>
                      <a:cubicBezTo>
                        <a:pt x="53" y="110"/>
                        <a:pt x="53" y="110"/>
                        <a:pt x="53" y="110"/>
                      </a:cubicBezTo>
                      <a:cubicBezTo>
                        <a:pt x="74" y="111"/>
                        <a:pt x="74" y="141"/>
                        <a:pt x="53" y="142"/>
                      </a:cubicBezTo>
                      <a:cubicBezTo>
                        <a:pt x="0" y="142"/>
                        <a:pt x="0" y="142"/>
                        <a:pt x="0" y="142"/>
                      </a:cubicBezTo>
                      <a:cubicBezTo>
                        <a:pt x="5" y="197"/>
                        <a:pt x="53" y="246"/>
                        <a:pt x="109" y="252"/>
                      </a:cubicBezTo>
                      <a:cubicBezTo>
                        <a:pt x="109" y="198"/>
                        <a:pt x="109" y="198"/>
                        <a:pt x="109" y="198"/>
                      </a:cubicBezTo>
                      <a:cubicBezTo>
                        <a:pt x="109" y="189"/>
                        <a:pt x="116" y="182"/>
                        <a:pt x="125" y="182"/>
                      </a:cubicBezTo>
                      <a:cubicBezTo>
                        <a:pt x="125" y="182"/>
                        <a:pt x="125" y="182"/>
                        <a:pt x="125" y="182"/>
                      </a:cubicBezTo>
                      <a:cubicBezTo>
                        <a:pt x="134" y="182"/>
                        <a:pt x="141" y="189"/>
                        <a:pt x="141" y="198"/>
                      </a:cubicBezTo>
                      <a:cubicBezTo>
                        <a:pt x="141" y="252"/>
                        <a:pt x="141" y="252"/>
                        <a:pt x="141" y="252"/>
                      </a:cubicBezTo>
                      <a:cubicBezTo>
                        <a:pt x="197" y="246"/>
                        <a:pt x="245" y="197"/>
                        <a:pt x="251" y="142"/>
                      </a:cubicBezTo>
                      <a:cubicBezTo>
                        <a:pt x="197" y="142"/>
                        <a:pt x="197" y="142"/>
                        <a:pt x="197" y="142"/>
                      </a:cubicBezTo>
                      <a:cubicBezTo>
                        <a:pt x="197" y="142"/>
                        <a:pt x="197" y="142"/>
                        <a:pt x="197" y="142"/>
                      </a:cubicBezTo>
                      <a:close/>
                      <a:moveTo>
                        <a:pt x="125" y="142"/>
                      </a:moveTo>
                      <a:cubicBezTo>
                        <a:pt x="104" y="141"/>
                        <a:pt x="104" y="111"/>
                        <a:pt x="125" y="110"/>
                      </a:cubicBezTo>
                      <a:cubicBezTo>
                        <a:pt x="147" y="110"/>
                        <a:pt x="147" y="141"/>
                        <a:pt x="125" y="142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61" name="Google Shape;305;p13"/>
                <p:cNvSpPr/>
                <p:nvPr/>
              </p:nvSpPr>
              <p:spPr>
                <a:xfrm>
                  <a:off x="8296200" y="4093200"/>
                  <a:ext cx="77760" cy="78480"/>
                </a:xfrm>
                <a:custGeom>
                  <a:avLst/>
                  <a:gdLst>
                    <a:gd name="textAreaLeft" fmla="*/ 0 w 77760"/>
                    <a:gd name="textAreaRight" fmla="*/ 78120 w 77760"/>
                    <a:gd name="textAreaTop" fmla="*/ 0 h 78480"/>
                    <a:gd name="textAreaBottom" fmla="*/ 78840 h 78480"/>
                  </a:gdLst>
                  <a:ahLst/>
                  <a:cxnLst/>
                  <a:rect l="textAreaLeft" t="textAreaTop" r="textAreaRight" b="textAreaBottom"/>
                  <a:pathLst>
                    <a:path w="132" h="133">
                      <a:moveTo>
                        <a:pt x="75" y="0"/>
                      </a:moveTo>
                      <a:cubicBezTo>
                        <a:pt x="15" y="60"/>
                        <a:pt x="15" y="60"/>
                        <a:pt x="15" y="60"/>
                      </a:cubicBezTo>
                      <a:cubicBezTo>
                        <a:pt x="0" y="76"/>
                        <a:pt x="0" y="101"/>
                        <a:pt x="15" y="117"/>
                      </a:cubicBezTo>
                      <a:cubicBezTo>
                        <a:pt x="31" y="133"/>
                        <a:pt x="56" y="133"/>
                        <a:pt x="72" y="117"/>
                      </a:cubicBezTo>
                      <a:cubicBezTo>
                        <a:pt x="132" y="57"/>
                        <a:pt x="132" y="57"/>
                        <a:pt x="132" y="57"/>
                      </a:cubicBezTo>
                      <a:cubicBezTo>
                        <a:pt x="132" y="57"/>
                        <a:pt x="132" y="57"/>
                        <a:pt x="132" y="57"/>
                      </a:cubicBezTo>
                      <a:lnTo>
                        <a:pt x="75" y="0"/>
                      </a:ln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9240" bIns="3924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62" name="Google Shape;306;p13"/>
                <p:cNvSpPr/>
                <p:nvPr/>
              </p:nvSpPr>
              <p:spPr>
                <a:xfrm>
                  <a:off x="8329320" y="3854520"/>
                  <a:ext cx="311040" cy="245520"/>
                </a:xfrm>
                <a:custGeom>
                  <a:avLst/>
                  <a:gdLst>
                    <a:gd name="textAreaLeft" fmla="*/ 0 w 311040"/>
                    <a:gd name="textAreaRight" fmla="*/ 311400 w 311040"/>
                    <a:gd name="textAreaTop" fmla="*/ 0 h 245520"/>
                    <a:gd name="textAreaBottom" fmla="*/ 245880 h 245520"/>
                  </a:gdLst>
                  <a:ahLst/>
                  <a:cxnLst/>
                  <a:rect l="textAreaLeft" t="textAreaTop" r="textAreaRight" b="textAreaBottom"/>
                  <a:pathLst>
                    <a:path w="526" h="415">
                      <a:moveTo>
                        <a:pt x="402" y="77"/>
                      </a:moveTo>
                      <a:cubicBezTo>
                        <a:pt x="329" y="1"/>
                        <a:pt x="197" y="0"/>
                        <a:pt x="124" y="77"/>
                      </a:cubicBezTo>
                      <a:cubicBezTo>
                        <a:pt x="0" y="200"/>
                        <a:pt x="89" y="415"/>
                        <a:pt x="263" y="414"/>
                      </a:cubicBezTo>
                      <a:cubicBezTo>
                        <a:pt x="437" y="415"/>
                        <a:pt x="526" y="200"/>
                        <a:pt x="402" y="77"/>
                      </a:cubicBezTo>
                      <a:close/>
                      <a:moveTo>
                        <a:pt x="376" y="329"/>
                      </a:moveTo>
                      <a:cubicBezTo>
                        <a:pt x="312" y="393"/>
                        <a:pt x="211" y="390"/>
                        <a:pt x="151" y="329"/>
                      </a:cubicBezTo>
                      <a:cubicBezTo>
                        <a:pt x="120" y="299"/>
                        <a:pt x="105" y="259"/>
                        <a:pt x="104" y="219"/>
                      </a:cubicBezTo>
                      <a:cubicBezTo>
                        <a:pt x="104" y="218"/>
                        <a:pt x="104" y="218"/>
                        <a:pt x="104" y="217"/>
                      </a:cubicBezTo>
                      <a:cubicBezTo>
                        <a:pt x="104" y="216"/>
                        <a:pt x="104" y="216"/>
                        <a:pt x="104" y="215"/>
                      </a:cubicBezTo>
                      <a:cubicBezTo>
                        <a:pt x="103" y="131"/>
                        <a:pt x="177" y="56"/>
                        <a:pt x="263" y="57"/>
                      </a:cubicBezTo>
                      <a:cubicBezTo>
                        <a:pt x="409" y="60"/>
                        <a:pt x="473" y="231"/>
                        <a:pt x="376" y="329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63" name="Google Shape;307;p13"/>
                <p:cNvSpPr/>
                <p:nvPr/>
              </p:nvSpPr>
              <p:spPr>
                <a:xfrm>
                  <a:off x="8354160" y="4060440"/>
                  <a:ext cx="52560" cy="52560"/>
                </a:xfrm>
                <a:custGeom>
                  <a:avLst/>
                  <a:gdLst>
                    <a:gd name="textAreaLeft" fmla="*/ 0 w 52560"/>
                    <a:gd name="textAreaRight" fmla="*/ 52920 w 52560"/>
                    <a:gd name="textAreaTop" fmla="*/ 0 h 52560"/>
                    <a:gd name="textAreaBottom" fmla="*/ 52920 h 52560"/>
                  </a:gdLst>
                  <a:ahLst/>
                  <a:cxnLst/>
                  <a:rect l="textAreaLeft" t="textAreaTop" r="textAreaRight" b="textAreaBottom"/>
                  <a:pathLst>
                    <a:path w="89" h="89">
                      <a:moveTo>
                        <a:pt x="33" y="0"/>
                      </a:moveTo>
                      <a:cubicBezTo>
                        <a:pt x="0" y="32"/>
                        <a:pt x="0" y="32"/>
                        <a:pt x="0" y="32"/>
                      </a:cubicBezTo>
                      <a:cubicBezTo>
                        <a:pt x="57" y="89"/>
                        <a:pt x="57" y="89"/>
                        <a:pt x="57" y="89"/>
                      </a:cubicBezTo>
                      <a:cubicBezTo>
                        <a:pt x="89" y="57"/>
                        <a:pt x="89" y="57"/>
                        <a:pt x="89" y="57"/>
                      </a:cubicBezTo>
                      <a:cubicBezTo>
                        <a:pt x="67" y="41"/>
                        <a:pt x="48" y="22"/>
                        <a:pt x="33" y="0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6280" bIns="2628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64" name="Google Shape;308;p13"/>
              <p:cNvGrpSpPr/>
              <p:nvPr/>
            </p:nvGrpSpPr>
            <p:grpSpPr>
              <a:xfrm>
                <a:off x="7665480" y="3855600"/>
                <a:ext cx="314280" cy="314640"/>
                <a:chOff x="7665480" y="3855600"/>
                <a:chExt cx="314280" cy="314640"/>
              </a:xfrm>
            </p:grpSpPr>
            <p:sp>
              <p:nvSpPr>
                <p:cNvPr id="65" name="Google Shape;309;p13"/>
                <p:cNvSpPr/>
                <p:nvPr/>
              </p:nvSpPr>
              <p:spPr>
                <a:xfrm>
                  <a:off x="7704720" y="3885840"/>
                  <a:ext cx="185760" cy="186480"/>
                </a:xfrm>
                <a:custGeom>
                  <a:avLst/>
                  <a:gdLst>
                    <a:gd name="textAreaLeft" fmla="*/ 0 w 185760"/>
                    <a:gd name="textAreaRight" fmla="*/ 186120 w 185760"/>
                    <a:gd name="textAreaTop" fmla="*/ 0 h 186480"/>
                    <a:gd name="textAreaBottom" fmla="*/ 186840 h 186480"/>
                  </a:gdLst>
                  <a:ahLst/>
                  <a:cxnLst/>
                  <a:rect l="textAreaLeft" t="textAreaTop" r="textAreaRight" b="textAreaBottom"/>
                  <a:pathLst>
                    <a:path w="306" h="307">
                      <a:moveTo>
                        <a:pt x="23" y="169"/>
                      </a:moveTo>
                      <a:cubicBezTo>
                        <a:pt x="0" y="169"/>
                        <a:pt x="0" y="169"/>
                        <a:pt x="0" y="169"/>
                      </a:cubicBezTo>
                      <a:cubicBezTo>
                        <a:pt x="7" y="242"/>
                        <a:pt x="65" y="299"/>
                        <a:pt x="137" y="307"/>
                      </a:cubicBezTo>
                      <a:cubicBezTo>
                        <a:pt x="137" y="284"/>
                        <a:pt x="137" y="284"/>
                        <a:pt x="137" y="284"/>
                      </a:cubicBezTo>
                      <a:cubicBezTo>
                        <a:pt x="138" y="263"/>
                        <a:pt x="168" y="263"/>
                        <a:pt x="168" y="284"/>
                      </a:cubicBezTo>
                      <a:cubicBezTo>
                        <a:pt x="168" y="307"/>
                        <a:pt x="168" y="307"/>
                        <a:pt x="168" y="307"/>
                      </a:cubicBezTo>
                      <a:cubicBezTo>
                        <a:pt x="241" y="299"/>
                        <a:pt x="299" y="242"/>
                        <a:pt x="306" y="169"/>
                      </a:cubicBezTo>
                      <a:cubicBezTo>
                        <a:pt x="283" y="169"/>
                        <a:pt x="283" y="169"/>
                        <a:pt x="283" y="169"/>
                      </a:cubicBezTo>
                      <a:cubicBezTo>
                        <a:pt x="262" y="168"/>
                        <a:pt x="262" y="139"/>
                        <a:pt x="283" y="138"/>
                      </a:cubicBezTo>
                      <a:cubicBezTo>
                        <a:pt x="306" y="138"/>
                        <a:pt x="306" y="138"/>
                        <a:pt x="306" y="138"/>
                      </a:cubicBezTo>
                      <a:cubicBezTo>
                        <a:pt x="299" y="65"/>
                        <a:pt x="241" y="8"/>
                        <a:pt x="168" y="0"/>
                      </a:cubicBezTo>
                      <a:cubicBezTo>
                        <a:pt x="168" y="24"/>
                        <a:pt x="168" y="24"/>
                        <a:pt x="168" y="24"/>
                      </a:cubicBezTo>
                      <a:cubicBezTo>
                        <a:pt x="167" y="44"/>
                        <a:pt x="138" y="44"/>
                        <a:pt x="137" y="24"/>
                      </a:cubicBezTo>
                      <a:cubicBezTo>
                        <a:pt x="137" y="0"/>
                        <a:pt x="137" y="0"/>
                        <a:pt x="137" y="0"/>
                      </a:cubicBezTo>
                      <a:cubicBezTo>
                        <a:pt x="65" y="8"/>
                        <a:pt x="7" y="65"/>
                        <a:pt x="0" y="138"/>
                      </a:cubicBezTo>
                      <a:cubicBezTo>
                        <a:pt x="23" y="138"/>
                        <a:pt x="23" y="138"/>
                        <a:pt x="23" y="138"/>
                      </a:cubicBezTo>
                      <a:cubicBezTo>
                        <a:pt x="43" y="139"/>
                        <a:pt x="43" y="168"/>
                        <a:pt x="23" y="169"/>
                      </a:cubicBezTo>
                      <a:close/>
                      <a:moveTo>
                        <a:pt x="103" y="138"/>
                      </a:moveTo>
                      <a:cubicBezTo>
                        <a:pt x="109" y="138"/>
                        <a:pt x="109" y="138"/>
                        <a:pt x="109" y="138"/>
                      </a:cubicBezTo>
                      <a:cubicBezTo>
                        <a:pt x="116" y="107"/>
                        <a:pt x="144" y="84"/>
                        <a:pt x="177" y="84"/>
                      </a:cubicBezTo>
                      <a:cubicBezTo>
                        <a:pt x="186" y="84"/>
                        <a:pt x="193" y="91"/>
                        <a:pt x="193" y="99"/>
                      </a:cubicBezTo>
                      <a:cubicBezTo>
                        <a:pt x="193" y="108"/>
                        <a:pt x="186" y="115"/>
                        <a:pt x="177" y="115"/>
                      </a:cubicBezTo>
                      <a:cubicBezTo>
                        <a:pt x="161" y="115"/>
                        <a:pt x="147" y="124"/>
                        <a:pt x="141" y="138"/>
                      </a:cubicBezTo>
                      <a:cubicBezTo>
                        <a:pt x="177" y="138"/>
                        <a:pt x="177" y="138"/>
                        <a:pt x="177" y="138"/>
                      </a:cubicBezTo>
                      <a:cubicBezTo>
                        <a:pt x="198" y="139"/>
                        <a:pt x="198" y="169"/>
                        <a:pt x="177" y="170"/>
                      </a:cubicBezTo>
                      <a:cubicBezTo>
                        <a:pt x="141" y="170"/>
                        <a:pt x="141" y="170"/>
                        <a:pt x="141" y="170"/>
                      </a:cubicBezTo>
                      <a:cubicBezTo>
                        <a:pt x="147" y="183"/>
                        <a:pt x="161" y="193"/>
                        <a:pt x="177" y="193"/>
                      </a:cubicBezTo>
                      <a:cubicBezTo>
                        <a:pt x="186" y="193"/>
                        <a:pt x="193" y="200"/>
                        <a:pt x="193" y="209"/>
                      </a:cubicBezTo>
                      <a:cubicBezTo>
                        <a:pt x="193" y="217"/>
                        <a:pt x="186" y="224"/>
                        <a:pt x="177" y="224"/>
                      </a:cubicBezTo>
                      <a:cubicBezTo>
                        <a:pt x="144" y="224"/>
                        <a:pt x="116" y="201"/>
                        <a:pt x="109" y="170"/>
                      </a:cubicBezTo>
                      <a:cubicBezTo>
                        <a:pt x="103" y="170"/>
                        <a:pt x="103" y="170"/>
                        <a:pt x="103" y="170"/>
                      </a:cubicBezTo>
                      <a:cubicBezTo>
                        <a:pt x="82" y="169"/>
                        <a:pt x="82" y="139"/>
                        <a:pt x="103" y="138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66" name="Google Shape;310;p13"/>
                <p:cNvSpPr/>
                <p:nvPr/>
              </p:nvSpPr>
              <p:spPr>
                <a:xfrm>
                  <a:off x="7665480" y="3855600"/>
                  <a:ext cx="314280" cy="314640"/>
                </a:xfrm>
                <a:custGeom>
                  <a:avLst/>
                  <a:gdLst>
                    <a:gd name="textAreaLeft" fmla="*/ 0 w 314280"/>
                    <a:gd name="textAreaRight" fmla="*/ 314640 w 314280"/>
                    <a:gd name="textAreaTop" fmla="*/ 0 h 314640"/>
                    <a:gd name="textAreaBottom" fmla="*/ 315000 h 314640"/>
                  </a:gdLst>
                  <a:ahLst/>
                  <a:cxnLst/>
                  <a:rect l="textAreaLeft" t="textAreaTop" r="textAreaRight" b="textAreaBottom"/>
                  <a:pathLst>
                    <a:path w="517" h="517">
                      <a:moveTo>
                        <a:pt x="497" y="487"/>
                      </a:moveTo>
                      <a:cubicBezTo>
                        <a:pt x="30" y="487"/>
                        <a:pt x="30" y="487"/>
                        <a:pt x="30" y="487"/>
                      </a:cubicBezTo>
                      <a:cubicBezTo>
                        <a:pt x="30" y="453"/>
                        <a:pt x="30" y="453"/>
                        <a:pt x="30" y="453"/>
                      </a:cubicBezTo>
                      <a:cubicBezTo>
                        <a:pt x="208" y="453"/>
                        <a:pt x="208" y="453"/>
                        <a:pt x="208" y="453"/>
                      </a:cubicBezTo>
                      <a:cubicBezTo>
                        <a:pt x="350" y="453"/>
                        <a:pt x="468" y="342"/>
                        <a:pt x="475" y="200"/>
                      </a:cubicBezTo>
                      <a:cubicBezTo>
                        <a:pt x="479" y="129"/>
                        <a:pt x="479" y="129"/>
                        <a:pt x="479" y="129"/>
                      </a:cubicBezTo>
                      <a:cubicBezTo>
                        <a:pt x="485" y="136"/>
                        <a:pt x="485" y="136"/>
                        <a:pt x="485" y="136"/>
                      </a:cubicBezTo>
                      <a:cubicBezTo>
                        <a:pt x="488" y="140"/>
                        <a:pt x="492" y="141"/>
                        <a:pt x="497" y="141"/>
                      </a:cubicBezTo>
                      <a:cubicBezTo>
                        <a:pt x="500" y="141"/>
                        <a:pt x="504" y="140"/>
                        <a:pt x="506" y="137"/>
                      </a:cubicBezTo>
                      <a:cubicBezTo>
                        <a:pt x="513" y="132"/>
                        <a:pt x="513" y="122"/>
                        <a:pt x="508" y="116"/>
                      </a:cubicBezTo>
                      <a:cubicBezTo>
                        <a:pt x="477" y="82"/>
                        <a:pt x="477" y="82"/>
                        <a:pt x="477" y="82"/>
                      </a:cubicBezTo>
                      <a:cubicBezTo>
                        <a:pt x="472" y="77"/>
                        <a:pt x="462" y="75"/>
                        <a:pt x="456" y="81"/>
                      </a:cubicBezTo>
                      <a:cubicBezTo>
                        <a:pt x="424" y="110"/>
                        <a:pt x="424" y="110"/>
                        <a:pt x="424" y="110"/>
                      </a:cubicBezTo>
                      <a:cubicBezTo>
                        <a:pt x="410" y="124"/>
                        <a:pt x="429" y="145"/>
                        <a:pt x="444" y="132"/>
                      </a:cubicBezTo>
                      <a:cubicBezTo>
                        <a:pt x="449" y="128"/>
                        <a:pt x="449" y="128"/>
                        <a:pt x="449" y="128"/>
                      </a:cubicBezTo>
                      <a:cubicBezTo>
                        <a:pt x="445" y="198"/>
                        <a:pt x="445" y="198"/>
                        <a:pt x="445" y="198"/>
                      </a:cubicBezTo>
                      <a:cubicBezTo>
                        <a:pt x="439" y="324"/>
                        <a:pt x="334" y="423"/>
                        <a:pt x="208" y="423"/>
                      </a:cubicBezTo>
                      <a:cubicBezTo>
                        <a:pt x="30" y="423"/>
                        <a:pt x="30" y="423"/>
                        <a:pt x="30" y="423"/>
                      </a:cubicBezTo>
                      <a:cubicBezTo>
                        <a:pt x="30" y="20"/>
                        <a:pt x="30" y="20"/>
                        <a:pt x="30" y="20"/>
                      </a:cubicBezTo>
                      <a:cubicBezTo>
                        <a:pt x="29" y="0"/>
                        <a:pt x="0" y="0"/>
                        <a:pt x="0" y="20"/>
                      </a:cubicBezTo>
                      <a:cubicBezTo>
                        <a:pt x="0" y="502"/>
                        <a:pt x="0" y="502"/>
                        <a:pt x="0" y="502"/>
                      </a:cubicBezTo>
                      <a:cubicBezTo>
                        <a:pt x="0" y="510"/>
                        <a:pt x="6" y="517"/>
                        <a:pt x="15" y="517"/>
                      </a:cubicBezTo>
                      <a:cubicBezTo>
                        <a:pt x="497" y="517"/>
                        <a:pt x="497" y="517"/>
                        <a:pt x="497" y="517"/>
                      </a:cubicBezTo>
                      <a:cubicBezTo>
                        <a:pt x="517" y="516"/>
                        <a:pt x="517" y="487"/>
                        <a:pt x="497" y="487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67" name="Google Shape;311;p13"/>
              <p:cNvGrpSpPr/>
              <p:nvPr/>
            </p:nvGrpSpPr>
            <p:grpSpPr>
              <a:xfrm>
                <a:off x="7982640" y="4396680"/>
                <a:ext cx="356040" cy="357120"/>
                <a:chOff x="7982640" y="4396680"/>
                <a:chExt cx="356040" cy="357120"/>
              </a:xfrm>
            </p:grpSpPr>
            <p:sp>
              <p:nvSpPr>
                <p:cNvPr id="68" name="Google Shape;312;p13"/>
                <p:cNvSpPr/>
                <p:nvPr/>
              </p:nvSpPr>
              <p:spPr>
                <a:xfrm>
                  <a:off x="8060400" y="4606560"/>
                  <a:ext cx="68400" cy="68400"/>
                </a:xfrm>
                <a:custGeom>
                  <a:avLst/>
                  <a:gdLst>
                    <a:gd name="textAreaLeft" fmla="*/ 0 w 68400"/>
                    <a:gd name="textAreaRight" fmla="*/ 68760 w 68400"/>
                    <a:gd name="textAreaTop" fmla="*/ 0 h 68400"/>
                    <a:gd name="textAreaBottom" fmla="*/ 68760 h 68400"/>
                  </a:gdLst>
                  <a:ahLst/>
                  <a:cxnLst/>
                  <a:rect l="textAreaLeft" t="textAreaTop" r="textAreaRight" b="textAreaBottom"/>
                  <a:pathLst>
                    <a:path w="99" h="99">
                      <a:moveTo>
                        <a:pt x="0" y="2"/>
                      </a:moveTo>
                      <a:cubicBezTo>
                        <a:pt x="7" y="24"/>
                        <a:pt x="19" y="45"/>
                        <a:pt x="37" y="62"/>
                      </a:cubicBezTo>
                      <a:cubicBezTo>
                        <a:pt x="54" y="80"/>
                        <a:pt x="75" y="92"/>
                        <a:pt x="97" y="99"/>
                      </a:cubicBezTo>
                      <a:cubicBezTo>
                        <a:pt x="99" y="53"/>
                        <a:pt x="46" y="0"/>
                        <a:pt x="0" y="2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4200" bIns="3420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69" name="Google Shape;313;p13"/>
                <p:cNvSpPr/>
                <p:nvPr/>
              </p:nvSpPr>
              <p:spPr>
                <a:xfrm>
                  <a:off x="8192160" y="4607640"/>
                  <a:ext cx="67680" cy="67320"/>
                </a:xfrm>
                <a:custGeom>
                  <a:avLst/>
                  <a:gdLst>
                    <a:gd name="textAreaLeft" fmla="*/ 0 w 67680"/>
                    <a:gd name="textAreaRight" fmla="*/ 68040 w 67680"/>
                    <a:gd name="textAreaTop" fmla="*/ 0 h 67320"/>
                    <a:gd name="textAreaBottom" fmla="*/ 67680 h 67320"/>
                  </a:gdLst>
                  <a:ahLst/>
                  <a:cxnLst/>
                  <a:rect l="textAreaLeft" t="textAreaTop" r="textAreaRight" b="textAreaBottom"/>
                  <a:pathLst>
                    <a:path w="98" h="98">
                      <a:moveTo>
                        <a:pt x="31" y="32"/>
                      </a:moveTo>
                      <a:cubicBezTo>
                        <a:pt x="11" y="52"/>
                        <a:pt x="0" y="77"/>
                        <a:pt x="0" y="98"/>
                      </a:cubicBezTo>
                      <a:cubicBezTo>
                        <a:pt x="22" y="91"/>
                        <a:pt x="43" y="79"/>
                        <a:pt x="61" y="61"/>
                      </a:cubicBezTo>
                      <a:cubicBezTo>
                        <a:pt x="78" y="44"/>
                        <a:pt x="91" y="23"/>
                        <a:pt x="98" y="1"/>
                      </a:cubicBezTo>
                      <a:cubicBezTo>
                        <a:pt x="76" y="0"/>
                        <a:pt x="51" y="11"/>
                        <a:pt x="31" y="32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3840" bIns="3384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70" name="Google Shape;314;p13"/>
                <p:cNvSpPr/>
                <p:nvPr/>
              </p:nvSpPr>
              <p:spPr>
                <a:xfrm>
                  <a:off x="8060400" y="4475520"/>
                  <a:ext cx="66960" cy="67680"/>
                </a:xfrm>
                <a:custGeom>
                  <a:avLst/>
                  <a:gdLst>
                    <a:gd name="textAreaLeft" fmla="*/ 0 w 66960"/>
                    <a:gd name="textAreaRight" fmla="*/ 67320 w 66960"/>
                    <a:gd name="textAreaTop" fmla="*/ 0 h 67680"/>
                    <a:gd name="textAreaBottom" fmla="*/ 68040 h 67680"/>
                  </a:gdLst>
                  <a:ahLst/>
                  <a:cxnLst/>
                  <a:rect l="textAreaLeft" t="textAreaTop" r="textAreaRight" b="textAreaBottom"/>
                  <a:pathLst>
                    <a:path w="97" h="98">
                      <a:moveTo>
                        <a:pt x="66" y="67"/>
                      </a:moveTo>
                      <a:cubicBezTo>
                        <a:pt x="86" y="47"/>
                        <a:pt x="97" y="22"/>
                        <a:pt x="97" y="0"/>
                      </a:cubicBezTo>
                      <a:cubicBezTo>
                        <a:pt x="52" y="14"/>
                        <a:pt x="13" y="53"/>
                        <a:pt x="0" y="98"/>
                      </a:cubicBezTo>
                      <a:cubicBezTo>
                        <a:pt x="21" y="98"/>
                        <a:pt x="46" y="87"/>
                        <a:pt x="66" y="67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3840" bIns="3384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71" name="Google Shape;315;p13"/>
                <p:cNvSpPr/>
                <p:nvPr/>
              </p:nvSpPr>
              <p:spPr>
                <a:xfrm>
                  <a:off x="8190720" y="4475520"/>
                  <a:ext cx="69120" cy="69120"/>
                </a:xfrm>
                <a:custGeom>
                  <a:avLst/>
                  <a:gdLst>
                    <a:gd name="textAreaLeft" fmla="*/ 0 w 69120"/>
                    <a:gd name="textAreaRight" fmla="*/ 69480 w 69120"/>
                    <a:gd name="textAreaTop" fmla="*/ 0 h 69120"/>
                    <a:gd name="textAreaBottom" fmla="*/ 69480 h 69120"/>
                  </a:gdLst>
                  <a:ahLst/>
                  <a:cxnLst/>
                  <a:rect l="textAreaLeft" t="textAreaTop" r="textAreaRight" b="textAreaBottom"/>
                  <a:pathLst>
                    <a:path w="100" h="100">
                      <a:moveTo>
                        <a:pt x="100" y="98"/>
                      </a:moveTo>
                      <a:cubicBezTo>
                        <a:pt x="86" y="53"/>
                        <a:pt x="47" y="14"/>
                        <a:pt x="2" y="0"/>
                      </a:cubicBezTo>
                      <a:cubicBezTo>
                        <a:pt x="0" y="46"/>
                        <a:pt x="54" y="100"/>
                        <a:pt x="100" y="98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4560" bIns="3456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72" name="Google Shape;316;p13"/>
                <p:cNvSpPr/>
                <p:nvPr/>
              </p:nvSpPr>
              <p:spPr>
                <a:xfrm>
                  <a:off x="8141760" y="4558680"/>
                  <a:ext cx="36000" cy="35280"/>
                </a:xfrm>
                <a:custGeom>
                  <a:avLst/>
                  <a:gdLst>
                    <a:gd name="textAreaLeft" fmla="*/ 0 w 36000"/>
                    <a:gd name="textAreaRight" fmla="*/ 36360 w 36000"/>
                    <a:gd name="textAreaTop" fmla="*/ 0 h 35280"/>
                    <a:gd name="textAreaBottom" fmla="*/ 35640 h 35280"/>
                  </a:gdLst>
                  <a:ahLst/>
                  <a:cxnLst/>
                  <a:rect l="textAreaLeft" t="textAreaTop" r="textAreaRight" b="textAreaBottom"/>
                  <a:pathLst>
                    <a:path w="53" h="51">
                      <a:moveTo>
                        <a:pt x="27" y="0"/>
                      </a:moveTo>
                      <a:cubicBezTo>
                        <a:pt x="21" y="0"/>
                        <a:pt x="14" y="3"/>
                        <a:pt x="10" y="7"/>
                      </a:cubicBezTo>
                      <a:cubicBezTo>
                        <a:pt x="0" y="17"/>
                        <a:pt x="0" y="32"/>
                        <a:pt x="10" y="41"/>
                      </a:cubicBezTo>
                      <a:cubicBezTo>
                        <a:pt x="19" y="51"/>
                        <a:pt x="34" y="51"/>
                        <a:pt x="44" y="41"/>
                      </a:cubicBezTo>
                      <a:cubicBezTo>
                        <a:pt x="53" y="32"/>
                        <a:pt x="53" y="17"/>
                        <a:pt x="44" y="7"/>
                      </a:cubicBezTo>
                      <a:cubicBezTo>
                        <a:pt x="39" y="3"/>
                        <a:pt x="33" y="0"/>
                        <a:pt x="27" y="0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7640" bIns="1764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73" name="Google Shape;317;p13"/>
                <p:cNvSpPr/>
                <p:nvPr/>
              </p:nvSpPr>
              <p:spPr>
                <a:xfrm>
                  <a:off x="8055000" y="4470840"/>
                  <a:ext cx="209880" cy="209880"/>
                </a:xfrm>
                <a:custGeom>
                  <a:avLst/>
                  <a:gdLst>
                    <a:gd name="textAreaLeft" fmla="*/ 0 w 209880"/>
                    <a:gd name="textAreaRight" fmla="*/ 210240 w 209880"/>
                    <a:gd name="textAreaTop" fmla="*/ 0 h 209880"/>
                    <a:gd name="textAreaBottom" fmla="*/ 210240 h 209880"/>
                  </a:gdLst>
                  <a:ahLst/>
                  <a:cxnLst/>
                  <a:rect l="textAreaLeft" t="textAreaTop" r="textAreaRight" b="textAreaBottom"/>
                  <a:pathLst>
                    <a:path w="303" h="303">
                      <a:moveTo>
                        <a:pt x="295" y="135"/>
                      </a:moveTo>
                      <a:cubicBezTo>
                        <a:pt x="265" y="135"/>
                        <a:pt x="233" y="120"/>
                        <a:pt x="208" y="95"/>
                      </a:cubicBezTo>
                      <a:cubicBezTo>
                        <a:pt x="192" y="79"/>
                        <a:pt x="180" y="61"/>
                        <a:pt x="174" y="41"/>
                      </a:cubicBezTo>
                      <a:cubicBezTo>
                        <a:pt x="169" y="27"/>
                        <a:pt x="168" y="14"/>
                        <a:pt x="169" y="1"/>
                      </a:cubicBezTo>
                      <a:cubicBezTo>
                        <a:pt x="158" y="0"/>
                        <a:pt x="146" y="0"/>
                        <a:pt x="135" y="1"/>
                      </a:cubicBezTo>
                      <a:cubicBezTo>
                        <a:pt x="140" y="52"/>
                        <a:pt x="93" y="114"/>
                        <a:pt x="41" y="129"/>
                      </a:cubicBezTo>
                      <a:cubicBezTo>
                        <a:pt x="28" y="134"/>
                        <a:pt x="15" y="135"/>
                        <a:pt x="1" y="134"/>
                      </a:cubicBezTo>
                      <a:cubicBezTo>
                        <a:pt x="0" y="146"/>
                        <a:pt x="0" y="157"/>
                        <a:pt x="1" y="168"/>
                      </a:cubicBezTo>
                      <a:cubicBezTo>
                        <a:pt x="68" y="161"/>
                        <a:pt x="142" y="235"/>
                        <a:pt x="135" y="302"/>
                      </a:cubicBezTo>
                      <a:cubicBezTo>
                        <a:pt x="146" y="303"/>
                        <a:pt x="157" y="303"/>
                        <a:pt x="169" y="302"/>
                      </a:cubicBezTo>
                      <a:cubicBezTo>
                        <a:pt x="166" y="270"/>
                        <a:pt x="180" y="235"/>
                        <a:pt x="208" y="207"/>
                      </a:cubicBezTo>
                      <a:cubicBezTo>
                        <a:pt x="224" y="191"/>
                        <a:pt x="242" y="180"/>
                        <a:pt x="262" y="173"/>
                      </a:cubicBezTo>
                      <a:cubicBezTo>
                        <a:pt x="275" y="169"/>
                        <a:pt x="289" y="167"/>
                        <a:pt x="302" y="168"/>
                      </a:cubicBezTo>
                      <a:cubicBezTo>
                        <a:pt x="303" y="157"/>
                        <a:pt x="303" y="146"/>
                        <a:pt x="302" y="134"/>
                      </a:cubicBezTo>
                      <a:cubicBezTo>
                        <a:pt x="300" y="134"/>
                        <a:pt x="297" y="135"/>
                        <a:pt x="295" y="135"/>
                      </a:cubicBezTo>
                      <a:close/>
                      <a:moveTo>
                        <a:pt x="190" y="190"/>
                      </a:moveTo>
                      <a:cubicBezTo>
                        <a:pt x="190" y="190"/>
                        <a:pt x="190" y="190"/>
                        <a:pt x="190" y="190"/>
                      </a:cubicBezTo>
                      <a:cubicBezTo>
                        <a:pt x="169" y="211"/>
                        <a:pt x="135" y="211"/>
                        <a:pt x="114" y="190"/>
                      </a:cubicBezTo>
                      <a:cubicBezTo>
                        <a:pt x="92" y="169"/>
                        <a:pt x="92" y="134"/>
                        <a:pt x="114" y="113"/>
                      </a:cubicBezTo>
                      <a:cubicBezTo>
                        <a:pt x="135" y="92"/>
                        <a:pt x="169" y="92"/>
                        <a:pt x="190" y="113"/>
                      </a:cubicBezTo>
                      <a:cubicBezTo>
                        <a:pt x="211" y="134"/>
                        <a:pt x="211" y="169"/>
                        <a:pt x="190" y="190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74" name="Google Shape;318;p13"/>
                <p:cNvSpPr/>
                <p:nvPr/>
              </p:nvSpPr>
              <p:spPr>
                <a:xfrm>
                  <a:off x="7982640" y="4396680"/>
                  <a:ext cx="356040" cy="357120"/>
                </a:xfrm>
                <a:custGeom>
                  <a:avLst/>
                  <a:gdLst>
                    <a:gd name="textAreaLeft" fmla="*/ 0 w 356040"/>
                    <a:gd name="textAreaRight" fmla="*/ 356400 w 356040"/>
                    <a:gd name="textAreaTop" fmla="*/ 0 h 357120"/>
                    <a:gd name="textAreaBottom" fmla="*/ 357480 h 357120"/>
                  </a:gdLst>
                  <a:ahLst/>
                  <a:cxnLst/>
                  <a:rect l="textAreaLeft" t="textAreaTop" r="textAreaRight" b="textAreaBottom"/>
                  <a:pathLst>
                    <a:path w="514" h="515">
                      <a:moveTo>
                        <a:pt x="507" y="209"/>
                      </a:moveTo>
                      <a:cubicBezTo>
                        <a:pt x="506" y="200"/>
                        <a:pt x="499" y="193"/>
                        <a:pt x="490" y="192"/>
                      </a:cubicBezTo>
                      <a:cubicBezTo>
                        <a:pt x="469" y="188"/>
                        <a:pt x="469" y="188"/>
                        <a:pt x="469" y="188"/>
                      </a:cubicBezTo>
                      <a:cubicBezTo>
                        <a:pt x="467" y="188"/>
                        <a:pt x="465" y="186"/>
                        <a:pt x="464" y="184"/>
                      </a:cubicBezTo>
                      <a:cubicBezTo>
                        <a:pt x="461" y="177"/>
                        <a:pt x="458" y="170"/>
                        <a:pt x="455" y="163"/>
                      </a:cubicBezTo>
                      <a:cubicBezTo>
                        <a:pt x="454" y="161"/>
                        <a:pt x="454" y="158"/>
                        <a:pt x="456" y="157"/>
                      </a:cubicBezTo>
                      <a:cubicBezTo>
                        <a:pt x="468" y="139"/>
                        <a:pt x="468" y="139"/>
                        <a:pt x="468" y="139"/>
                      </a:cubicBezTo>
                      <a:cubicBezTo>
                        <a:pt x="473" y="132"/>
                        <a:pt x="473" y="122"/>
                        <a:pt x="468" y="115"/>
                      </a:cubicBezTo>
                      <a:cubicBezTo>
                        <a:pt x="459" y="101"/>
                        <a:pt x="448" y="89"/>
                        <a:pt x="437" y="77"/>
                      </a:cubicBezTo>
                      <a:cubicBezTo>
                        <a:pt x="424" y="64"/>
                        <a:pt x="409" y="53"/>
                        <a:pt x="394" y="43"/>
                      </a:cubicBezTo>
                      <a:cubicBezTo>
                        <a:pt x="389" y="39"/>
                        <a:pt x="382" y="39"/>
                        <a:pt x="377" y="43"/>
                      </a:cubicBezTo>
                      <a:cubicBezTo>
                        <a:pt x="357" y="58"/>
                        <a:pt x="357" y="58"/>
                        <a:pt x="357" y="58"/>
                      </a:cubicBezTo>
                      <a:cubicBezTo>
                        <a:pt x="355" y="59"/>
                        <a:pt x="352" y="60"/>
                        <a:pt x="350" y="59"/>
                      </a:cubicBezTo>
                      <a:cubicBezTo>
                        <a:pt x="343" y="55"/>
                        <a:pt x="336" y="53"/>
                        <a:pt x="329" y="50"/>
                      </a:cubicBezTo>
                      <a:cubicBezTo>
                        <a:pt x="327" y="49"/>
                        <a:pt x="326" y="47"/>
                        <a:pt x="325" y="45"/>
                      </a:cubicBezTo>
                      <a:cubicBezTo>
                        <a:pt x="321" y="20"/>
                        <a:pt x="321" y="20"/>
                        <a:pt x="321" y="20"/>
                      </a:cubicBezTo>
                      <a:cubicBezTo>
                        <a:pt x="320" y="14"/>
                        <a:pt x="315" y="9"/>
                        <a:pt x="309" y="8"/>
                      </a:cubicBezTo>
                      <a:cubicBezTo>
                        <a:pt x="274" y="0"/>
                        <a:pt x="237" y="1"/>
                        <a:pt x="201" y="8"/>
                      </a:cubicBezTo>
                      <a:cubicBezTo>
                        <a:pt x="195" y="9"/>
                        <a:pt x="191" y="14"/>
                        <a:pt x="190" y="20"/>
                      </a:cubicBezTo>
                      <a:cubicBezTo>
                        <a:pt x="186" y="45"/>
                        <a:pt x="186" y="45"/>
                        <a:pt x="186" y="45"/>
                      </a:cubicBezTo>
                      <a:cubicBezTo>
                        <a:pt x="185" y="48"/>
                        <a:pt x="184" y="49"/>
                        <a:pt x="181" y="50"/>
                      </a:cubicBezTo>
                      <a:cubicBezTo>
                        <a:pt x="174" y="53"/>
                        <a:pt x="167" y="56"/>
                        <a:pt x="160" y="59"/>
                      </a:cubicBezTo>
                      <a:cubicBezTo>
                        <a:pt x="158" y="60"/>
                        <a:pt x="156" y="60"/>
                        <a:pt x="154" y="58"/>
                      </a:cubicBezTo>
                      <a:cubicBezTo>
                        <a:pt x="133" y="44"/>
                        <a:pt x="133" y="44"/>
                        <a:pt x="133" y="44"/>
                      </a:cubicBezTo>
                      <a:cubicBezTo>
                        <a:pt x="128" y="40"/>
                        <a:pt x="121" y="40"/>
                        <a:pt x="116" y="43"/>
                      </a:cubicBezTo>
                      <a:cubicBezTo>
                        <a:pt x="101" y="53"/>
                        <a:pt x="87" y="65"/>
                        <a:pt x="75" y="77"/>
                      </a:cubicBezTo>
                      <a:cubicBezTo>
                        <a:pt x="63" y="89"/>
                        <a:pt x="52" y="102"/>
                        <a:pt x="43" y="116"/>
                      </a:cubicBezTo>
                      <a:cubicBezTo>
                        <a:pt x="38" y="123"/>
                        <a:pt x="38" y="133"/>
                        <a:pt x="43" y="140"/>
                      </a:cubicBezTo>
                      <a:cubicBezTo>
                        <a:pt x="55" y="157"/>
                        <a:pt x="55" y="157"/>
                        <a:pt x="55" y="157"/>
                      </a:cubicBezTo>
                      <a:cubicBezTo>
                        <a:pt x="57" y="159"/>
                        <a:pt x="57" y="162"/>
                        <a:pt x="56" y="164"/>
                      </a:cubicBezTo>
                      <a:cubicBezTo>
                        <a:pt x="53" y="171"/>
                        <a:pt x="50" y="178"/>
                        <a:pt x="47" y="185"/>
                      </a:cubicBezTo>
                      <a:cubicBezTo>
                        <a:pt x="47" y="187"/>
                        <a:pt x="45" y="188"/>
                        <a:pt x="42" y="189"/>
                      </a:cubicBezTo>
                      <a:cubicBezTo>
                        <a:pt x="17" y="193"/>
                        <a:pt x="17" y="193"/>
                        <a:pt x="17" y="193"/>
                      </a:cubicBezTo>
                      <a:cubicBezTo>
                        <a:pt x="11" y="194"/>
                        <a:pt x="6" y="199"/>
                        <a:pt x="5" y="205"/>
                      </a:cubicBezTo>
                      <a:cubicBezTo>
                        <a:pt x="1" y="222"/>
                        <a:pt x="0" y="240"/>
                        <a:pt x="0" y="258"/>
                      </a:cubicBezTo>
                      <a:cubicBezTo>
                        <a:pt x="0" y="275"/>
                        <a:pt x="1" y="292"/>
                        <a:pt x="4" y="308"/>
                      </a:cubicBezTo>
                      <a:cubicBezTo>
                        <a:pt x="6" y="317"/>
                        <a:pt x="13" y="324"/>
                        <a:pt x="22" y="325"/>
                      </a:cubicBezTo>
                      <a:cubicBezTo>
                        <a:pt x="43" y="329"/>
                        <a:pt x="43" y="329"/>
                        <a:pt x="43" y="329"/>
                      </a:cubicBezTo>
                      <a:cubicBezTo>
                        <a:pt x="45" y="329"/>
                        <a:pt x="47" y="331"/>
                        <a:pt x="47" y="333"/>
                      </a:cubicBezTo>
                      <a:cubicBezTo>
                        <a:pt x="50" y="340"/>
                        <a:pt x="53" y="347"/>
                        <a:pt x="56" y="353"/>
                      </a:cubicBezTo>
                      <a:cubicBezTo>
                        <a:pt x="57" y="356"/>
                        <a:pt x="57" y="358"/>
                        <a:pt x="56" y="360"/>
                      </a:cubicBezTo>
                      <a:cubicBezTo>
                        <a:pt x="43" y="377"/>
                        <a:pt x="43" y="377"/>
                        <a:pt x="43" y="377"/>
                      </a:cubicBezTo>
                      <a:cubicBezTo>
                        <a:pt x="38" y="384"/>
                        <a:pt x="38" y="394"/>
                        <a:pt x="43" y="402"/>
                      </a:cubicBezTo>
                      <a:cubicBezTo>
                        <a:pt x="62" y="430"/>
                        <a:pt x="88" y="455"/>
                        <a:pt x="117" y="474"/>
                      </a:cubicBezTo>
                      <a:cubicBezTo>
                        <a:pt x="122" y="477"/>
                        <a:pt x="129" y="477"/>
                        <a:pt x="134" y="474"/>
                      </a:cubicBezTo>
                      <a:cubicBezTo>
                        <a:pt x="154" y="459"/>
                        <a:pt x="154" y="459"/>
                        <a:pt x="154" y="459"/>
                      </a:cubicBezTo>
                      <a:cubicBezTo>
                        <a:pt x="156" y="457"/>
                        <a:pt x="159" y="457"/>
                        <a:pt x="161" y="458"/>
                      </a:cubicBezTo>
                      <a:cubicBezTo>
                        <a:pt x="168" y="461"/>
                        <a:pt x="175" y="464"/>
                        <a:pt x="182" y="467"/>
                      </a:cubicBezTo>
                      <a:cubicBezTo>
                        <a:pt x="184" y="468"/>
                        <a:pt x="186" y="469"/>
                        <a:pt x="186" y="472"/>
                      </a:cubicBezTo>
                      <a:cubicBezTo>
                        <a:pt x="190" y="493"/>
                        <a:pt x="190" y="493"/>
                        <a:pt x="190" y="493"/>
                      </a:cubicBezTo>
                      <a:cubicBezTo>
                        <a:pt x="191" y="501"/>
                        <a:pt x="198" y="508"/>
                        <a:pt x="207" y="510"/>
                      </a:cubicBezTo>
                      <a:cubicBezTo>
                        <a:pt x="223" y="513"/>
                        <a:pt x="239" y="515"/>
                        <a:pt x="256" y="515"/>
                      </a:cubicBezTo>
                      <a:cubicBezTo>
                        <a:pt x="272" y="515"/>
                        <a:pt x="289" y="513"/>
                        <a:pt x="305" y="510"/>
                      </a:cubicBezTo>
                      <a:cubicBezTo>
                        <a:pt x="314" y="508"/>
                        <a:pt x="321" y="501"/>
                        <a:pt x="322" y="492"/>
                      </a:cubicBezTo>
                      <a:cubicBezTo>
                        <a:pt x="326" y="472"/>
                        <a:pt x="326" y="472"/>
                        <a:pt x="326" y="472"/>
                      </a:cubicBezTo>
                      <a:cubicBezTo>
                        <a:pt x="326" y="469"/>
                        <a:pt x="328" y="467"/>
                        <a:pt x="330" y="467"/>
                      </a:cubicBezTo>
                      <a:cubicBezTo>
                        <a:pt x="337" y="464"/>
                        <a:pt x="344" y="461"/>
                        <a:pt x="351" y="458"/>
                      </a:cubicBezTo>
                      <a:cubicBezTo>
                        <a:pt x="353" y="457"/>
                        <a:pt x="355" y="457"/>
                        <a:pt x="357" y="458"/>
                      </a:cubicBezTo>
                      <a:cubicBezTo>
                        <a:pt x="378" y="473"/>
                        <a:pt x="378" y="473"/>
                        <a:pt x="378" y="473"/>
                      </a:cubicBezTo>
                      <a:cubicBezTo>
                        <a:pt x="383" y="477"/>
                        <a:pt x="390" y="477"/>
                        <a:pt x="395" y="474"/>
                      </a:cubicBezTo>
                      <a:cubicBezTo>
                        <a:pt x="410" y="464"/>
                        <a:pt x="424" y="452"/>
                        <a:pt x="437" y="440"/>
                      </a:cubicBezTo>
                      <a:cubicBezTo>
                        <a:pt x="449" y="428"/>
                        <a:pt x="459" y="415"/>
                        <a:pt x="469" y="401"/>
                      </a:cubicBezTo>
                      <a:cubicBezTo>
                        <a:pt x="474" y="394"/>
                        <a:pt x="474" y="384"/>
                        <a:pt x="468" y="377"/>
                      </a:cubicBezTo>
                      <a:cubicBezTo>
                        <a:pt x="456" y="360"/>
                        <a:pt x="456" y="360"/>
                        <a:pt x="456" y="360"/>
                      </a:cubicBezTo>
                      <a:cubicBezTo>
                        <a:pt x="455" y="358"/>
                        <a:pt x="454" y="355"/>
                        <a:pt x="455" y="353"/>
                      </a:cubicBezTo>
                      <a:cubicBezTo>
                        <a:pt x="459" y="346"/>
                        <a:pt x="462" y="339"/>
                        <a:pt x="464" y="332"/>
                      </a:cubicBezTo>
                      <a:cubicBezTo>
                        <a:pt x="465" y="330"/>
                        <a:pt x="467" y="328"/>
                        <a:pt x="469" y="328"/>
                      </a:cubicBezTo>
                      <a:cubicBezTo>
                        <a:pt x="494" y="324"/>
                        <a:pt x="494" y="324"/>
                        <a:pt x="494" y="324"/>
                      </a:cubicBezTo>
                      <a:cubicBezTo>
                        <a:pt x="500" y="323"/>
                        <a:pt x="505" y="318"/>
                        <a:pt x="506" y="312"/>
                      </a:cubicBezTo>
                      <a:cubicBezTo>
                        <a:pt x="513" y="278"/>
                        <a:pt x="514" y="243"/>
                        <a:pt x="507" y="209"/>
                      </a:cubicBezTo>
                      <a:close/>
                      <a:moveTo>
                        <a:pt x="384" y="387"/>
                      </a:moveTo>
                      <a:cubicBezTo>
                        <a:pt x="339" y="431"/>
                        <a:pt x="279" y="448"/>
                        <a:pt x="220" y="436"/>
                      </a:cubicBezTo>
                      <a:cubicBezTo>
                        <a:pt x="219" y="436"/>
                        <a:pt x="218" y="436"/>
                        <a:pt x="217" y="436"/>
                      </a:cubicBezTo>
                      <a:cubicBezTo>
                        <a:pt x="217" y="436"/>
                        <a:pt x="217" y="436"/>
                        <a:pt x="217" y="436"/>
                      </a:cubicBezTo>
                      <a:cubicBezTo>
                        <a:pt x="151" y="423"/>
                        <a:pt x="91" y="363"/>
                        <a:pt x="79" y="297"/>
                      </a:cubicBezTo>
                      <a:cubicBezTo>
                        <a:pt x="79" y="297"/>
                        <a:pt x="79" y="297"/>
                        <a:pt x="79" y="297"/>
                      </a:cubicBezTo>
                      <a:cubicBezTo>
                        <a:pt x="78" y="296"/>
                        <a:pt x="78" y="295"/>
                        <a:pt x="78" y="294"/>
                      </a:cubicBezTo>
                      <a:cubicBezTo>
                        <a:pt x="73" y="271"/>
                        <a:pt x="73" y="246"/>
                        <a:pt x="78" y="222"/>
                      </a:cubicBezTo>
                      <a:cubicBezTo>
                        <a:pt x="78" y="221"/>
                        <a:pt x="78" y="220"/>
                        <a:pt x="79" y="219"/>
                      </a:cubicBezTo>
                      <a:cubicBezTo>
                        <a:pt x="79" y="219"/>
                        <a:pt x="79" y="219"/>
                        <a:pt x="79" y="219"/>
                      </a:cubicBezTo>
                      <a:cubicBezTo>
                        <a:pt x="108" y="81"/>
                        <a:pt x="283" y="29"/>
                        <a:pt x="384" y="130"/>
                      </a:cubicBezTo>
                      <a:cubicBezTo>
                        <a:pt x="409" y="155"/>
                        <a:pt x="425" y="186"/>
                        <a:pt x="433" y="219"/>
                      </a:cubicBezTo>
                      <a:cubicBezTo>
                        <a:pt x="433" y="219"/>
                        <a:pt x="433" y="219"/>
                        <a:pt x="433" y="219"/>
                      </a:cubicBezTo>
                      <a:cubicBezTo>
                        <a:pt x="433" y="221"/>
                        <a:pt x="433" y="222"/>
                        <a:pt x="433" y="223"/>
                      </a:cubicBezTo>
                      <a:cubicBezTo>
                        <a:pt x="445" y="280"/>
                        <a:pt x="428" y="342"/>
                        <a:pt x="384" y="387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75" name="Google Shape;319;p13"/>
              <p:cNvGrpSpPr/>
              <p:nvPr/>
            </p:nvGrpSpPr>
            <p:grpSpPr>
              <a:xfrm>
                <a:off x="8590320" y="4392000"/>
                <a:ext cx="354600" cy="366120"/>
                <a:chOff x="8590320" y="4392000"/>
                <a:chExt cx="354600" cy="366120"/>
              </a:xfrm>
            </p:grpSpPr>
            <p:sp>
              <p:nvSpPr>
                <p:cNvPr id="76" name="Google Shape;320;p13"/>
                <p:cNvSpPr/>
                <p:nvPr/>
              </p:nvSpPr>
              <p:spPr>
                <a:xfrm>
                  <a:off x="8590320" y="4392000"/>
                  <a:ext cx="354600" cy="231480"/>
                </a:xfrm>
                <a:custGeom>
                  <a:avLst/>
                  <a:gdLst>
                    <a:gd name="textAreaLeft" fmla="*/ 0 w 354600"/>
                    <a:gd name="textAreaRight" fmla="*/ 354960 w 354600"/>
                    <a:gd name="textAreaTop" fmla="*/ 0 h 231480"/>
                    <a:gd name="textAreaBottom" fmla="*/ 231840 h 231480"/>
                  </a:gdLst>
                  <a:ahLst/>
                  <a:cxnLst/>
                  <a:rect l="textAreaLeft" t="textAreaTop" r="textAreaRight" b="textAreaBottom"/>
                  <a:pathLst>
                    <a:path w="511" h="334">
                      <a:moveTo>
                        <a:pt x="470" y="187"/>
                      </a:moveTo>
                      <a:cubicBezTo>
                        <a:pt x="462" y="183"/>
                        <a:pt x="459" y="175"/>
                        <a:pt x="462" y="167"/>
                      </a:cubicBezTo>
                      <a:cubicBezTo>
                        <a:pt x="481" y="118"/>
                        <a:pt x="444" y="63"/>
                        <a:pt x="391" y="63"/>
                      </a:cubicBezTo>
                      <a:cubicBezTo>
                        <a:pt x="381" y="62"/>
                        <a:pt x="371" y="64"/>
                        <a:pt x="361" y="68"/>
                      </a:cubicBezTo>
                      <a:cubicBezTo>
                        <a:pt x="353" y="71"/>
                        <a:pt x="344" y="68"/>
                        <a:pt x="341" y="60"/>
                      </a:cubicBezTo>
                      <a:cubicBezTo>
                        <a:pt x="314" y="1"/>
                        <a:pt x="229" y="0"/>
                        <a:pt x="201" y="59"/>
                      </a:cubicBezTo>
                      <a:cubicBezTo>
                        <a:pt x="198" y="67"/>
                        <a:pt x="189" y="70"/>
                        <a:pt x="181" y="67"/>
                      </a:cubicBezTo>
                      <a:cubicBezTo>
                        <a:pt x="173" y="64"/>
                        <a:pt x="163" y="63"/>
                        <a:pt x="154" y="63"/>
                      </a:cubicBezTo>
                      <a:cubicBezTo>
                        <a:pt x="112" y="63"/>
                        <a:pt x="78" y="98"/>
                        <a:pt x="78" y="140"/>
                      </a:cubicBezTo>
                      <a:cubicBezTo>
                        <a:pt x="78" y="149"/>
                        <a:pt x="80" y="158"/>
                        <a:pt x="83" y="167"/>
                      </a:cubicBezTo>
                      <a:cubicBezTo>
                        <a:pt x="86" y="175"/>
                        <a:pt x="82" y="184"/>
                        <a:pt x="75" y="187"/>
                      </a:cubicBezTo>
                      <a:cubicBezTo>
                        <a:pt x="0" y="225"/>
                        <a:pt x="26" y="332"/>
                        <a:pt x="109" y="334"/>
                      </a:cubicBezTo>
                      <a:cubicBezTo>
                        <a:pt x="177" y="334"/>
                        <a:pt x="177" y="334"/>
                        <a:pt x="177" y="334"/>
                      </a:cubicBezTo>
                      <a:cubicBezTo>
                        <a:pt x="271" y="330"/>
                        <a:pt x="271" y="196"/>
                        <a:pt x="177" y="192"/>
                      </a:cubicBezTo>
                      <a:cubicBezTo>
                        <a:pt x="168" y="192"/>
                        <a:pt x="161" y="185"/>
                        <a:pt x="161" y="176"/>
                      </a:cubicBezTo>
                      <a:cubicBezTo>
                        <a:pt x="161" y="167"/>
                        <a:pt x="168" y="160"/>
                        <a:pt x="177" y="160"/>
                      </a:cubicBezTo>
                      <a:cubicBezTo>
                        <a:pt x="228" y="160"/>
                        <a:pt x="271" y="198"/>
                        <a:pt x="278" y="247"/>
                      </a:cubicBezTo>
                      <a:cubicBezTo>
                        <a:pt x="353" y="247"/>
                        <a:pt x="353" y="247"/>
                        <a:pt x="353" y="247"/>
                      </a:cubicBezTo>
                      <a:cubicBezTo>
                        <a:pt x="367" y="247"/>
                        <a:pt x="379" y="235"/>
                        <a:pt x="379" y="221"/>
                      </a:cubicBezTo>
                      <a:cubicBezTo>
                        <a:pt x="379" y="207"/>
                        <a:pt x="367" y="195"/>
                        <a:pt x="353" y="195"/>
                      </a:cubicBezTo>
                      <a:cubicBezTo>
                        <a:pt x="332" y="194"/>
                        <a:pt x="332" y="164"/>
                        <a:pt x="353" y="163"/>
                      </a:cubicBezTo>
                      <a:cubicBezTo>
                        <a:pt x="430" y="166"/>
                        <a:pt x="430" y="276"/>
                        <a:pt x="353" y="279"/>
                      </a:cubicBezTo>
                      <a:cubicBezTo>
                        <a:pt x="278" y="279"/>
                        <a:pt x="278" y="279"/>
                        <a:pt x="278" y="279"/>
                      </a:cubicBezTo>
                      <a:cubicBezTo>
                        <a:pt x="275" y="300"/>
                        <a:pt x="265" y="319"/>
                        <a:pt x="251" y="334"/>
                      </a:cubicBezTo>
                      <a:cubicBezTo>
                        <a:pt x="257" y="334"/>
                        <a:pt x="257" y="334"/>
                        <a:pt x="257" y="334"/>
                      </a:cubicBezTo>
                      <a:cubicBezTo>
                        <a:pt x="258" y="334"/>
                        <a:pt x="258" y="334"/>
                        <a:pt x="259" y="334"/>
                      </a:cubicBezTo>
                      <a:cubicBezTo>
                        <a:pt x="432" y="334"/>
                        <a:pt x="432" y="334"/>
                        <a:pt x="432" y="334"/>
                      </a:cubicBezTo>
                      <a:cubicBezTo>
                        <a:pt x="453" y="334"/>
                        <a:pt x="473" y="326"/>
                        <a:pt x="488" y="311"/>
                      </a:cubicBezTo>
                      <a:cubicBezTo>
                        <a:pt x="503" y="296"/>
                        <a:pt x="511" y="276"/>
                        <a:pt x="511" y="255"/>
                      </a:cubicBezTo>
                      <a:cubicBezTo>
                        <a:pt x="511" y="226"/>
                        <a:pt x="495" y="200"/>
                        <a:pt x="470" y="187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77" name="Google Shape;321;p13"/>
                <p:cNvSpPr/>
                <p:nvPr/>
              </p:nvSpPr>
              <p:spPr>
                <a:xfrm>
                  <a:off x="8838720" y="4712040"/>
                  <a:ext cx="44280" cy="46080"/>
                </a:xfrm>
                <a:custGeom>
                  <a:avLst/>
                  <a:gdLst>
                    <a:gd name="textAreaLeft" fmla="*/ 0 w 44280"/>
                    <a:gd name="textAreaRight" fmla="*/ 44640 w 44280"/>
                    <a:gd name="textAreaTop" fmla="*/ 0 h 46080"/>
                    <a:gd name="textAreaBottom" fmla="*/ 46440 h 46080"/>
                  </a:gdLst>
                  <a:ahLst/>
                  <a:cxnLst/>
                  <a:rect l="textAreaLeft" t="textAreaTop" r="textAreaRight" b="textAreaBottom"/>
                  <a:pathLst>
                    <a:path w="64" h="67">
                      <a:moveTo>
                        <a:pt x="63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35"/>
                        <a:pt x="0" y="35"/>
                        <a:pt x="0" y="35"/>
                      </a:cubicBezTo>
                      <a:cubicBezTo>
                        <a:pt x="0" y="52"/>
                        <a:pt x="14" y="67"/>
                        <a:pt x="32" y="67"/>
                      </a:cubicBezTo>
                      <a:cubicBezTo>
                        <a:pt x="57" y="67"/>
                        <a:pt x="57" y="67"/>
                        <a:pt x="57" y="67"/>
                      </a:cubicBezTo>
                      <a:cubicBezTo>
                        <a:pt x="61" y="67"/>
                        <a:pt x="64" y="63"/>
                        <a:pt x="64" y="59"/>
                      </a:cubicBezTo>
                      <a:cubicBezTo>
                        <a:pt x="64" y="0"/>
                        <a:pt x="64" y="0"/>
                        <a:pt x="64" y="0"/>
                      </a:cubicBezTo>
                      <a:cubicBezTo>
                        <a:pt x="64" y="0"/>
                        <a:pt x="64" y="0"/>
                        <a:pt x="63" y="0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3040" bIns="2304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78" name="Google Shape;322;p13"/>
                <p:cNvSpPr/>
                <p:nvPr/>
              </p:nvSpPr>
              <p:spPr>
                <a:xfrm>
                  <a:off x="8782200" y="4641120"/>
                  <a:ext cx="135000" cy="48600"/>
                </a:xfrm>
                <a:custGeom>
                  <a:avLst/>
                  <a:gdLst>
                    <a:gd name="textAreaLeft" fmla="*/ 0 w 135000"/>
                    <a:gd name="textAreaRight" fmla="*/ 135360 w 135000"/>
                    <a:gd name="textAreaTop" fmla="*/ 0 h 48600"/>
                    <a:gd name="textAreaBottom" fmla="*/ 48960 h 48600"/>
                  </a:gdLst>
                  <a:ahLst/>
                  <a:cxnLst/>
                  <a:rect l="textAreaLeft" t="textAreaTop" r="textAreaRight" b="textAreaBottom"/>
                  <a:pathLst>
                    <a:path w="195" h="70">
                      <a:moveTo>
                        <a:pt x="195" y="19"/>
                      </a:moveTo>
                      <a:cubicBezTo>
                        <a:pt x="195" y="0"/>
                        <a:pt x="195" y="0"/>
                        <a:pt x="195" y="0"/>
                      </a:cubicBezTo>
                      <a:cubicBezTo>
                        <a:pt x="183" y="5"/>
                        <a:pt x="170" y="7"/>
                        <a:pt x="156" y="7"/>
                      </a:cubicBezTo>
                      <a:cubicBezTo>
                        <a:pt x="0" y="7"/>
                        <a:pt x="0" y="7"/>
                        <a:pt x="0" y="7"/>
                      </a:cubicBezTo>
                      <a:cubicBezTo>
                        <a:pt x="7" y="43"/>
                        <a:pt x="39" y="70"/>
                        <a:pt x="77" y="70"/>
                      </a:cubicBezTo>
                      <a:cubicBezTo>
                        <a:pt x="144" y="70"/>
                        <a:pt x="144" y="70"/>
                        <a:pt x="144" y="70"/>
                      </a:cubicBezTo>
                      <a:cubicBezTo>
                        <a:pt x="172" y="70"/>
                        <a:pt x="195" y="47"/>
                        <a:pt x="195" y="19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4480" bIns="2448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79" name="Google Shape;323;p13"/>
              <p:cNvGrpSpPr/>
              <p:nvPr/>
            </p:nvGrpSpPr>
            <p:grpSpPr>
              <a:xfrm>
                <a:off x="8956800" y="3853800"/>
                <a:ext cx="326880" cy="318600"/>
                <a:chOff x="8956800" y="3853800"/>
                <a:chExt cx="326880" cy="318600"/>
              </a:xfrm>
            </p:grpSpPr>
            <p:sp>
              <p:nvSpPr>
                <p:cNvPr id="80" name="Google Shape;324;p13"/>
                <p:cNvSpPr/>
                <p:nvPr/>
              </p:nvSpPr>
              <p:spPr>
                <a:xfrm>
                  <a:off x="9083160" y="4150800"/>
                  <a:ext cx="115920" cy="21600"/>
                </a:xfrm>
                <a:custGeom>
                  <a:avLst/>
                  <a:gdLst>
                    <a:gd name="textAreaLeft" fmla="*/ 0 w 115920"/>
                    <a:gd name="textAreaRight" fmla="*/ 116280 w 115920"/>
                    <a:gd name="textAreaTop" fmla="*/ 0 h 21600"/>
                    <a:gd name="textAreaBottom" fmla="*/ 21960 h 21600"/>
                  </a:gdLst>
                  <a:ahLst/>
                  <a:cxnLst/>
                  <a:rect l="textAreaLeft" t="textAreaTop" r="textAreaRight" b="textAreaBottom"/>
                  <a:pathLst>
                    <a:path w="190" h="36">
                      <a:moveTo>
                        <a:pt x="1" y="14"/>
                      </a:moveTo>
                      <a:cubicBezTo>
                        <a:pt x="0" y="16"/>
                        <a:pt x="2" y="19"/>
                        <a:pt x="4" y="19"/>
                      </a:cubicBezTo>
                      <a:cubicBezTo>
                        <a:pt x="65" y="36"/>
                        <a:pt x="135" y="29"/>
                        <a:pt x="190" y="0"/>
                      </a:cubicBezTo>
                      <a:cubicBezTo>
                        <a:pt x="6" y="0"/>
                        <a:pt x="6" y="0"/>
                        <a:pt x="6" y="0"/>
                      </a:cubicBezTo>
                      <a:lnTo>
                        <a:pt x="1" y="14"/>
                      </a:ln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0800" bIns="1080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81" name="Google Shape;325;p13"/>
                <p:cNvSpPr/>
                <p:nvPr/>
              </p:nvSpPr>
              <p:spPr>
                <a:xfrm>
                  <a:off x="8956800" y="3972240"/>
                  <a:ext cx="155880" cy="181080"/>
                </a:xfrm>
                <a:custGeom>
                  <a:avLst/>
                  <a:gdLst>
                    <a:gd name="textAreaLeft" fmla="*/ 0 w 155880"/>
                    <a:gd name="textAreaRight" fmla="*/ 156240 w 155880"/>
                    <a:gd name="textAreaTop" fmla="*/ 0 h 181080"/>
                    <a:gd name="textAreaBottom" fmla="*/ 181440 h 181080"/>
                  </a:gdLst>
                  <a:ahLst/>
                  <a:cxnLst/>
                  <a:rect l="textAreaLeft" t="textAreaTop" r="textAreaRight" b="textAreaBottom"/>
                  <a:pathLst>
                    <a:path w="255" h="296">
                      <a:moveTo>
                        <a:pt x="251" y="72"/>
                      </a:moveTo>
                      <a:cubicBezTo>
                        <a:pt x="34" y="1"/>
                        <a:pt x="34" y="1"/>
                        <a:pt x="34" y="1"/>
                      </a:cubicBezTo>
                      <a:cubicBezTo>
                        <a:pt x="32" y="0"/>
                        <a:pt x="29" y="2"/>
                        <a:pt x="28" y="5"/>
                      </a:cubicBezTo>
                      <a:cubicBezTo>
                        <a:pt x="0" y="121"/>
                        <a:pt x="60" y="245"/>
                        <a:pt x="169" y="295"/>
                      </a:cubicBezTo>
                      <a:cubicBezTo>
                        <a:pt x="171" y="296"/>
                        <a:pt x="174" y="295"/>
                        <a:pt x="175" y="292"/>
                      </a:cubicBezTo>
                      <a:cubicBezTo>
                        <a:pt x="254" y="78"/>
                        <a:pt x="254" y="78"/>
                        <a:pt x="254" y="78"/>
                      </a:cubicBezTo>
                      <a:cubicBezTo>
                        <a:pt x="255" y="76"/>
                        <a:pt x="254" y="73"/>
                        <a:pt x="251" y="72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82" name="Google Shape;326;p13"/>
                <p:cNvSpPr/>
                <p:nvPr/>
              </p:nvSpPr>
              <p:spPr>
                <a:xfrm>
                  <a:off x="9094680" y="4106520"/>
                  <a:ext cx="156960" cy="23040"/>
                </a:xfrm>
                <a:custGeom>
                  <a:avLst/>
                  <a:gdLst>
                    <a:gd name="textAreaLeft" fmla="*/ 0 w 156960"/>
                    <a:gd name="textAreaRight" fmla="*/ 157320 w 156960"/>
                    <a:gd name="textAreaTop" fmla="*/ 0 h 23040"/>
                    <a:gd name="textAreaBottom" fmla="*/ 23400 h 23040"/>
                  </a:gdLst>
                  <a:ahLst/>
                  <a:cxnLst/>
                  <a:rect l="textAreaLeft" t="textAreaTop" r="textAreaRight" b="textAreaBottom"/>
                  <a:pathLst>
                    <a:path w="257" h="38">
                      <a:moveTo>
                        <a:pt x="0" y="38"/>
                      </a:moveTo>
                      <a:cubicBezTo>
                        <a:pt x="221" y="38"/>
                        <a:pt x="221" y="38"/>
                        <a:pt x="221" y="38"/>
                      </a:cubicBezTo>
                      <a:cubicBezTo>
                        <a:pt x="234" y="26"/>
                        <a:pt x="246" y="13"/>
                        <a:pt x="257" y="0"/>
                      </a:cubicBezTo>
                      <a:cubicBezTo>
                        <a:pt x="14" y="0"/>
                        <a:pt x="14" y="0"/>
                        <a:pt x="14" y="0"/>
                      </a:cubicBezTo>
                      <a:lnTo>
                        <a:pt x="0" y="38"/>
                      </a:ln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1520" bIns="1152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83" name="Google Shape;327;p13"/>
                <p:cNvSpPr/>
                <p:nvPr/>
              </p:nvSpPr>
              <p:spPr>
                <a:xfrm>
                  <a:off x="8982000" y="3853800"/>
                  <a:ext cx="134280" cy="141480"/>
                </a:xfrm>
                <a:custGeom>
                  <a:avLst/>
                  <a:gdLst>
                    <a:gd name="textAreaLeft" fmla="*/ 0 w 134280"/>
                    <a:gd name="textAreaRight" fmla="*/ 134640 w 134280"/>
                    <a:gd name="textAreaTop" fmla="*/ 0 h 141480"/>
                    <a:gd name="textAreaBottom" fmla="*/ 141840 h 141480"/>
                  </a:gdLst>
                  <a:ahLst/>
                  <a:cxnLst/>
                  <a:rect l="textAreaLeft" t="textAreaTop" r="textAreaRight" b="textAreaBottom"/>
                  <a:pathLst>
                    <a:path w="220" h="231">
                      <a:moveTo>
                        <a:pt x="4" y="162"/>
                      </a:moveTo>
                      <a:cubicBezTo>
                        <a:pt x="214" y="230"/>
                        <a:pt x="214" y="230"/>
                        <a:pt x="214" y="230"/>
                      </a:cubicBezTo>
                      <a:cubicBezTo>
                        <a:pt x="217" y="231"/>
                        <a:pt x="220" y="229"/>
                        <a:pt x="220" y="226"/>
                      </a:cubicBezTo>
                      <a:cubicBezTo>
                        <a:pt x="220" y="5"/>
                        <a:pt x="220" y="5"/>
                        <a:pt x="220" y="5"/>
                      </a:cubicBezTo>
                      <a:cubicBezTo>
                        <a:pt x="220" y="2"/>
                        <a:pt x="217" y="0"/>
                        <a:pt x="215" y="0"/>
                      </a:cubicBezTo>
                      <a:cubicBezTo>
                        <a:pt x="155" y="6"/>
                        <a:pt x="99" y="31"/>
                        <a:pt x="56" y="75"/>
                      </a:cubicBezTo>
                      <a:cubicBezTo>
                        <a:pt x="32" y="98"/>
                        <a:pt x="14" y="125"/>
                        <a:pt x="1" y="155"/>
                      </a:cubicBezTo>
                      <a:cubicBezTo>
                        <a:pt x="0" y="158"/>
                        <a:pt x="1" y="161"/>
                        <a:pt x="4" y="162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84" name="Google Shape;328;p13"/>
                <p:cNvSpPr/>
                <p:nvPr/>
              </p:nvSpPr>
              <p:spPr>
                <a:xfrm>
                  <a:off x="9110520" y="4064040"/>
                  <a:ext cx="164160" cy="21240"/>
                </a:xfrm>
                <a:custGeom>
                  <a:avLst/>
                  <a:gdLst>
                    <a:gd name="textAreaLeft" fmla="*/ 0 w 164160"/>
                    <a:gd name="textAreaRight" fmla="*/ 164520 w 164160"/>
                    <a:gd name="textAreaTop" fmla="*/ 0 h 21240"/>
                    <a:gd name="textAreaBottom" fmla="*/ 21600 h 21240"/>
                  </a:gdLst>
                  <a:ahLst/>
                  <a:cxnLst/>
                  <a:rect l="textAreaLeft" t="textAreaTop" r="textAreaRight" b="textAreaBottom"/>
                  <a:pathLst>
                    <a:path w="268" h="35">
                      <a:moveTo>
                        <a:pt x="0" y="35"/>
                      </a:moveTo>
                      <a:cubicBezTo>
                        <a:pt x="253" y="35"/>
                        <a:pt x="253" y="35"/>
                        <a:pt x="253" y="35"/>
                      </a:cubicBezTo>
                      <a:cubicBezTo>
                        <a:pt x="259" y="24"/>
                        <a:pt x="264" y="12"/>
                        <a:pt x="268" y="0"/>
                      </a:cubicBezTo>
                      <a:cubicBezTo>
                        <a:pt x="13" y="0"/>
                        <a:pt x="13" y="0"/>
                        <a:pt x="13" y="0"/>
                      </a:cubicBezTo>
                      <a:lnTo>
                        <a:pt x="0" y="35"/>
                      </a:ln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0800" bIns="1080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85" name="Google Shape;329;p13"/>
                <p:cNvSpPr/>
                <p:nvPr/>
              </p:nvSpPr>
              <p:spPr>
                <a:xfrm>
                  <a:off x="9126000" y="4021200"/>
                  <a:ext cx="157680" cy="21600"/>
                </a:xfrm>
                <a:custGeom>
                  <a:avLst/>
                  <a:gdLst>
                    <a:gd name="textAreaLeft" fmla="*/ 0 w 157680"/>
                    <a:gd name="textAreaRight" fmla="*/ 158040 w 157680"/>
                    <a:gd name="textAreaTop" fmla="*/ 0 h 21600"/>
                    <a:gd name="textAreaBottom" fmla="*/ 21960 h 21600"/>
                  </a:gdLst>
                  <a:ahLst/>
                  <a:cxnLst/>
                  <a:rect l="textAreaLeft" t="textAreaTop" r="textAreaRight" b="textAreaBottom"/>
                  <a:pathLst>
                    <a:path w="258" h="36">
                      <a:moveTo>
                        <a:pt x="253" y="0"/>
                      </a:moveTo>
                      <a:cubicBezTo>
                        <a:pt x="16" y="0"/>
                        <a:pt x="16" y="0"/>
                        <a:pt x="16" y="0"/>
                      </a:cubicBezTo>
                      <a:cubicBezTo>
                        <a:pt x="15" y="0"/>
                        <a:pt x="14" y="1"/>
                        <a:pt x="13" y="2"/>
                      </a:cubicBezTo>
                      <a:cubicBezTo>
                        <a:pt x="0" y="36"/>
                        <a:pt x="0" y="36"/>
                        <a:pt x="0" y="36"/>
                      </a:cubicBezTo>
                      <a:cubicBezTo>
                        <a:pt x="253" y="36"/>
                        <a:pt x="253" y="36"/>
                        <a:pt x="253" y="36"/>
                      </a:cubicBezTo>
                      <a:cubicBezTo>
                        <a:pt x="255" y="26"/>
                        <a:pt x="257" y="16"/>
                        <a:pt x="257" y="5"/>
                      </a:cubicBezTo>
                      <a:cubicBezTo>
                        <a:pt x="258" y="2"/>
                        <a:pt x="255" y="0"/>
                        <a:pt x="253" y="0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0800" bIns="1080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86" name="Google Shape;330;p13"/>
                <p:cNvSpPr/>
                <p:nvPr/>
              </p:nvSpPr>
              <p:spPr>
                <a:xfrm>
                  <a:off x="9155160" y="3929400"/>
                  <a:ext cx="18360" cy="54720"/>
                </a:xfrm>
                <a:custGeom>
                  <a:avLst/>
                  <a:gdLst>
                    <a:gd name="textAreaLeft" fmla="*/ 0 w 18360"/>
                    <a:gd name="textAreaRight" fmla="*/ 18720 w 18360"/>
                    <a:gd name="textAreaTop" fmla="*/ 0 h 54720"/>
                    <a:gd name="textAreaBottom" fmla="*/ 55080 h 54720"/>
                  </a:gdLst>
                  <a:ahLst/>
                  <a:cxnLst/>
                  <a:rect l="textAreaLeft" t="textAreaTop" r="textAreaRight" b="textAreaBottom"/>
                  <a:pathLst>
                    <a:path w="31" h="90">
                      <a:moveTo>
                        <a:pt x="16" y="90"/>
                      </a:moveTo>
                      <a:cubicBezTo>
                        <a:pt x="24" y="90"/>
                        <a:pt x="31" y="84"/>
                        <a:pt x="31" y="75"/>
                      </a:cubicBezTo>
                      <a:cubicBezTo>
                        <a:pt x="31" y="20"/>
                        <a:pt x="31" y="20"/>
                        <a:pt x="31" y="20"/>
                      </a:cubicBezTo>
                      <a:cubicBezTo>
                        <a:pt x="30" y="0"/>
                        <a:pt x="1" y="0"/>
                        <a:pt x="0" y="20"/>
                      </a:cubicBezTo>
                      <a:cubicBezTo>
                        <a:pt x="0" y="75"/>
                        <a:pt x="0" y="75"/>
                        <a:pt x="0" y="75"/>
                      </a:cubicBezTo>
                      <a:cubicBezTo>
                        <a:pt x="0" y="84"/>
                        <a:pt x="7" y="90"/>
                        <a:pt x="16" y="90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7360" bIns="2736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87" name="Google Shape;331;p13"/>
                <p:cNvSpPr/>
                <p:nvPr/>
              </p:nvSpPr>
              <p:spPr>
                <a:xfrm>
                  <a:off x="9192600" y="3908520"/>
                  <a:ext cx="18000" cy="75600"/>
                </a:xfrm>
                <a:custGeom>
                  <a:avLst/>
                  <a:gdLst>
                    <a:gd name="textAreaLeft" fmla="*/ 0 w 18000"/>
                    <a:gd name="textAreaRight" fmla="*/ 18360 w 18000"/>
                    <a:gd name="textAreaTop" fmla="*/ 0 h 75600"/>
                    <a:gd name="textAreaBottom" fmla="*/ 75960 h 75600"/>
                  </a:gdLst>
                  <a:ahLst/>
                  <a:cxnLst/>
                  <a:rect l="textAreaLeft" t="textAreaTop" r="textAreaRight" b="textAreaBottom"/>
                  <a:pathLst>
                    <a:path w="30" h="124">
                      <a:moveTo>
                        <a:pt x="15" y="124"/>
                      </a:moveTo>
                      <a:cubicBezTo>
                        <a:pt x="24" y="124"/>
                        <a:pt x="30" y="118"/>
                        <a:pt x="30" y="109"/>
                      </a:cubicBezTo>
                      <a:cubicBezTo>
                        <a:pt x="30" y="20"/>
                        <a:pt x="30" y="20"/>
                        <a:pt x="30" y="20"/>
                      </a:cubicBezTo>
                      <a:cubicBezTo>
                        <a:pt x="30" y="0"/>
                        <a:pt x="1" y="0"/>
                        <a:pt x="0" y="20"/>
                      </a:cubicBezTo>
                      <a:cubicBezTo>
                        <a:pt x="0" y="109"/>
                        <a:pt x="0" y="109"/>
                        <a:pt x="0" y="109"/>
                      </a:cubicBezTo>
                      <a:cubicBezTo>
                        <a:pt x="0" y="118"/>
                        <a:pt x="7" y="124"/>
                        <a:pt x="15" y="124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7800" bIns="3780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88" name="Google Shape;332;p13"/>
                <p:cNvSpPr/>
                <p:nvPr/>
              </p:nvSpPr>
              <p:spPr>
                <a:xfrm>
                  <a:off x="9230040" y="3879720"/>
                  <a:ext cx="18360" cy="104400"/>
                </a:xfrm>
                <a:custGeom>
                  <a:avLst/>
                  <a:gdLst>
                    <a:gd name="textAreaLeft" fmla="*/ 0 w 18360"/>
                    <a:gd name="textAreaRight" fmla="*/ 18720 w 18360"/>
                    <a:gd name="textAreaTop" fmla="*/ 0 h 104400"/>
                    <a:gd name="textAreaBottom" fmla="*/ 104760 h 104400"/>
                  </a:gdLst>
                  <a:ahLst/>
                  <a:cxnLst/>
                  <a:rect l="textAreaLeft" t="textAreaTop" r="textAreaRight" b="textAreaBottom"/>
                  <a:pathLst>
                    <a:path w="30" h="171">
                      <a:moveTo>
                        <a:pt x="15" y="171"/>
                      </a:moveTo>
                      <a:cubicBezTo>
                        <a:pt x="23" y="171"/>
                        <a:pt x="30" y="165"/>
                        <a:pt x="30" y="156"/>
                      </a:cubicBezTo>
                      <a:cubicBezTo>
                        <a:pt x="30" y="20"/>
                        <a:pt x="30" y="20"/>
                        <a:pt x="30" y="20"/>
                      </a:cubicBezTo>
                      <a:cubicBezTo>
                        <a:pt x="29" y="0"/>
                        <a:pt x="1" y="0"/>
                        <a:pt x="0" y="20"/>
                      </a:cubicBezTo>
                      <a:cubicBezTo>
                        <a:pt x="0" y="156"/>
                        <a:pt x="0" y="156"/>
                        <a:pt x="0" y="156"/>
                      </a:cubicBezTo>
                      <a:cubicBezTo>
                        <a:pt x="0" y="165"/>
                        <a:pt x="7" y="171"/>
                        <a:pt x="15" y="171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</p:grpSp>
        <p:grpSp>
          <p:nvGrpSpPr>
            <p:cNvPr id="89" name="Google Shape;333;p13"/>
            <p:cNvGrpSpPr/>
            <p:nvPr/>
          </p:nvGrpSpPr>
          <p:grpSpPr>
            <a:xfrm>
              <a:off x="8056080" y="-528840"/>
              <a:ext cx="1963080" cy="2007000"/>
              <a:chOff x="8056080" y="-528840"/>
              <a:chExt cx="1963080" cy="2007000"/>
            </a:xfrm>
          </p:grpSpPr>
          <p:pic>
            <p:nvPicPr>
              <p:cNvPr id="90" name="Google Shape;334;p13"/>
              <p:cNvPicPr/>
              <p:nvPr/>
            </p:nvPicPr>
            <p:blipFill>
              <a:blip r:embed="rId4">
                <a:alphaModFix amt="50000"/>
              </a:blip>
              <a:stretch/>
            </p:blipFill>
            <p:spPr>
              <a:xfrm rot="16200000">
                <a:off x="8034120" y="-506880"/>
                <a:ext cx="2007000" cy="196308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grpSp>
            <p:nvGrpSpPr>
              <p:cNvPr id="91" name="Google Shape;335;p13"/>
              <p:cNvGrpSpPr/>
              <p:nvPr/>
            </p:nvGrpSpPr>
            <p:grpSpPr>
              <a:xfrm>
                <a:off x="8377200" y="837000"/>
                <a:ext cx="461160" cy="460440"/>
                <a:chOff x="8377200" y="837000"/>
                <a:chExt cx="461160" cy="460440"/>
              </a:xfrm>
            </p:grpSpPr>
            <p:sp>
              <p:nvSpPr>
                <p:cNvPr id="92" name="Google Shape;336;p13"/>
                <p:cNvSpPr/>
                <p:nvPr/>
              </p:nvSpPr>
              <p:spPr>
                <a:xfrm>
                  <a:off x="8493840" y="837000"/>
                  <a:ext cx="228600" cy="232560"/>
                </a:xfrm>
                <a:custGeom>
                  <a:avLst/>
                  <a:gdLst>
                    <a:gd name="textAreaLeft" fmla="*/ 0 w 228600"/>
                    <a:gd name="textAreaRight" fmla="*/ 228960 w 228600"/>
                    <a:gd name="textAreaTop" fmla="*/ 0 h 232560"/>
                    <a:gd name="textAreaBottom" fmla="*/ 232920 h 232560"/>
                  </a:gdLst>
                  <a:ahLst/>
                  <a:cxnLst/>
                  <a:rect l="textAreaLeft" t="textAreaTop" r="textAreaRight" b="textAreaBottom"/>
                  <a:pathLst>
                    <a:path w="255" h="259">
                      <a:moveTo>
                        <a:pt x="227" y="210"/>
                      </a:moveTo>
                      <a:cubicBezTo>
                        <a:pt x="230" y="210"/>
                        <a:pt x="232" y="208"/>
                        <a:pt x="233" y="206"/>
                      </a:cubicBezTo>
                      <a:cubicBezTo>
                        <a:pt x="253" y="167"/>
                        <a:pt x="253" y="167"/>
                        <a:pt x="253" y="167"/>
                      </a:cubicBezTo>
                      <a:cubicBezTo>
                        <a:pt x="255" y="163"/>
                        <a:pt x="253" y="160"/>
                        <a:pt x="250" y="158"/>
                      </a:cubicBezTo>
                      <a:cubicBezTo>
                        <a:pt x="229" y="148"/>
                        <a:pt x="229" y="148"/>
                        <a:pt x="229" y="148"/>
                      </a:cubicBezTo>
                      <a:cubicBezTo>
                        <a:pt x="227" y="146"/>
                        <a:pt x="226" y="144"/>
                        <a:pt x="226" y="141"/>
                      </a:cubicBezTo>
                      <a:cubicBezTo>
                        <a:pt x="227" y="131"/>
                        <a:pt x="227" y="120"/>
                        <a:pt x="225" y="109"/>
                      </a:cubicBezTo>
                      <a:cubicBezTo>
                        <a:pt x="224" y="107"/>
                        <a:pt x="226" y="104"/>
                        <a:pt x="228" y="103"/>
                      </a:cubicBezTo>
                      <a:cubicBezTo>
                        <a:pt x="248" y="91"/>
                        <a:pt x="248" y="91"/>
                        <a:pt x="248" y="91"/>
                      </a:cubicBezTo>
                      <a:cubicBezTo>
                        <a:pt x="251" y="89"/>
                        <a:pt x="252" y="85"/>
                        <a:pt x="250" y="82"/>
                      </a:cubicBezTo>
                      <a:cubicBezTo>
                        <a:pt x="228" y="44"/>
                        <a:pt x="228" y="44"/>
                        <a:pt x="228" y="44"/>
                      </a:cubicBezTo>
                      <a:cubicBezTo>
                        <a:pt x="227" y="42"/>
                        <a:pt x="224" y="41"/>
                        <a:pt x="222" y="41"/>
                      </a:cubicBezTo>
                      <a:cubicBezTo>
                        <a:pt x="221" y="41"/>
                        <a:pt x="220" y="41"/>
                        <a:pt x="219" y="42"/>
                      </a:cubicBezTo>
                      <a:cubicBezTo>
                        <a:pt x="199" y="53"/>
                        <a:pt x="199" y="53"/>
                        <a:pt x="199" y="53"/>
                      </a:cubicBezTo>
                      <a:cubicBezTo>
                        <a:pt x="197" y="55"/>
                        <a:pt x="194" y="54"/>
                        <a:pt x="191" y="53"/>
                      </a:cubicBezTo>
                      <a:cubicBezTo>
                        <a:pt x="182" y="45"/>
                        <a:pt x="172" y="39"/>
                        <a:pt x="160" y="35"/>
                      </a:cubicBezTo>
                      <a:cubicBezTo>
                        <a:pt x="158" y="34"/>
                        <a:pt x="156" y="31"/>
                        <a:pt x="156" y="29"/>
                      </a:cubicBezTo>
                      <a:cubicBezTo>
                        <a:pt x="156" y="7"/>
                        <a:pt x="156" y="7"/>
                        <a:pt x="156" y="7"/>
                      </a:cubicBezTo>
                      <a:cubicBezTo>
                        <a:pt x="156" y="3"/>
                        <a:pt x="153" y="0"/>
                        <a:pt x="149" y="0"/>
                      </a:cubicBezTo>
                      <a:cubicBezTo>
                        <a:pt x="105" y="0"/>
                        <a:pt x="105" y="0"/>
                        <a:pt x="105" y="0"/>
                      </a:cubicBezTo>
                      <a:cubicBezTo>
                        <a:pt x="101" y="0"/>
                        <a:pt x="98" y="3"/>
                        <a:pt x="98" y="7"/>
                      </a:cubicBezTo>
                      <a:cubicBezTo>
                        <a:pt x="98" y="29"/>
                        <a:pt x="98" y="29"/>
                        <a:pt x="98" y="29"/>
                      </a:cubicBezTo>
                      <a:cubicBezTo>
                        <a:pt x="98" y="31"/>
                        <a:pt x="97" y="34"/>
                        <a:pt x="94" y="35"/>
                      </a:cubicBezTo>
                      <a:cubicBezTo>
                        <a:pt x="81" y="40"/>
                        <a:pt x="68" y="47"/>
                        <a:pt x="58" y="57"/>
                      </a:cubicBezTo>
                      <a:cubicBezTo>
                        <a:pt x="56" y="59"/>
                        <a:pt x="53" y="59"/>
                        <a:pt x="51" y="58"/>
                      </a:cubicBezTo>
                      <a:cubicBezTo>
                        <a:pt x="30" y="48"/>
                        <a:pt x="30" y="48"/>
                        <a:pt x="30" y="48"/>
                      </a:cubicBezTo>
                      <a:cubicBezTo>
                        <a:pt x="27" y="46"/>
                        <a:pt x="23" y="47"/>
                        <a:pt x="21" y="50"/>
                      </a:cubicBezTo>
                      <a:cubicBezTo>
                        <a:pt x="1" y="90"/>
                        <a:pt x="1" y="90"/>
                        <a:pt x="1" y="90"/>
                      </a:cubicBezTo>
                      <a:cubicBezTo>
                        <a:pt x="0" y="93"/>
                        <a:pt x="1" y="97"/>
                        <a:pt x="4" y="99"/>
                      </a:cubicBezTo>
                      <a:cubicBezTo>
                        <a:pt x="25" y="109"/>
                        <a:pt x="25" y="109"/>
                        <a:pt x="25" y="109"/>
                      </a:cubicBezTo>
                      <a:cubicBezTo>
                        <a:pt x="27" y="110"/>
                        <a:pt x="29" y="113"/>
                        <a:pt x="28" y="116"/>
                      </a:cubicBezTo>
                      <a:cubicBezTo>
                        <a:pt x="27" y="126"/>
                        <a:pt x="27" y="137"/>
                        <a:pt x="29" y="147"/>
                      </a:cubicBezTo>
                      <a:cubicBezTo>
                        <a:pt x="30" y="150"/>
                        <a:pt x="29" y="153"/>
                        <a:pt x="26" y="154"/>
                      </a:cubicBezTo>
                      <a:cubicBezTo>
                        <a:pt x="6" y="166"/>
                        <a:pt x="6" y="166"/>
                        <a:pt x="6" y="166"/>
                      </a:cubicBezTo>
                      <a:cubicBezTo>
                        <a:pt x="3" y="167"/>
                        <a:pt x="2" y="171"/>
                        <a:pt x="4" y="175"/>
                      </a:cubicBezTo>
                      <a:cubicBezTo>
                        <a:pt x="26" y="213"/>
                        <a:pt x="26" y="213"/>
                        <a:pt x="26" y="213"/>
                      </a:cubicBezTo>
                      <a:cubicBezTo>
                        <a:pt x="28" y="216"/>
                        <a:pt x="32" y="217"/>
                        <a:pt x="35" y="215"/>
                      </a:cubicBezTo>
                      <a:cubicBezTo>
                        <a:pt x="55" y="203"/>
                        <a:pt x="55" y="203"/>
                        <a:pt x="55" y="203"/>
                      </a:cubicBezTo>
                      <a:cubicBezTo>
                        <a:pt x="58" y="202"/>
                        <a:pt x="61" y="202"/>
                        <a:pt x="63" y="204"/>
                      </a:cubicBezTo>
                      <a:cubicBezTo>
                        <a:pt x="72" y="212"/>
                        <a:pt x="82" y="218"/>
                        <a:pt x="94" y="222"/>
                      </a:cubicBezTo>
                      <a:cubicBezTo>
                        <a:pt x="97" y="223"/>
                        <a:pt x="98" y="225"/>
                        <a:pt x="98" y="228"/>
                      </a:cubicBezTo>
                      <a:cubicBezTo>
                        <a:pt x="98" y="252"/>
                        <a:pt x="98" y="252"/>
                        <a:pt x="98" y="252"/>
                      </a:cubicBezTo>
                      <a:cubicBezTo>
                        <a:pt x="98" y="256"/>
                        <a:pt x="101" y="259"/>
                        <a:pt x="105" y="259"/>
                      </a:cubicBezTo>
                      <a:cubicBezTo>
                        <a:pt x="149" y="259"/>
                        <a:pt x="149" y="259"/>
                        <a:pt x="149" y="259"/>
                      </a:cubicBezTo>
                      <a:cubicBezTo>
                        <a:pt x="153" y="259"/>
                        <a:pt x="156" y="256"/>
                        <a:pt x="156" y="252"/>
                      </a:cubicBezTo>
                      <a:cubicBezTo>
                        <a:pt x="156" y="228"/>
                        <a:pt x="156" y="228"/>
                        <a:pt x="156" y="228"/>
                      </a:cubicBezTo>
                      <a:cubicBezTo>
                        <a:pt x="156" y="225"/>
                        <a:pt x="158" y="223"/>
                        <a:pt x="160" y="222"/>
                      </a:cubicBezTo>
                      <a:cubicBezTo>
                        <a:pt x="174" y="217"/>
                        <a:pt x="186" y="209"/>
                        <a:pt x="196" y="200"/>
                      </a:cubicBezTo>
                      <a:cubicBezTo>
                        <a:pt x="198" y="198"/>
                        <a:pt x="201" y="197"/>
                        <a:pt x="204" y="199"/>
                      </a:cubicBezTo>
                      <a:cubicBezTo>
                        <a:pt x="224" y="209"/>
                        <a:pt x="224" y="209"/>
                        <a:pt x="224" y="209"/>
                      </a:cubicBezTo>
                      <a:cubicBezTo>
                        <a:pt x="225" y="209"/>
                        <a:pt x="226" y="210"/>
                        <a:pt x="227" y="210"/>
                      </a:cubicBezTo>
                      <a:close/>
                      <a:moveTo>
                        <a:pt x="127" y="172"/>
                      </a:moveTo>
                      <a:cubicBezTo>
                        <a:pt x="104" y="172"/>
                        <a:pt x="84" y="153"/>
                        <a:pt x="84" y="130"/>
                      </a:cubicBezTo>
                      <a:cubicBezTo>
                        <a:pt x="87" y="73"/>
                        <a:pt x="168" y="73"/>
                        <a:pt x="170" y="130"/>
                      </a:cubicBezTo>
                      <a:cubicBezTo>
                        <a:pt x="170" y="153"/>
                        <a:pt x="151" y="172"/>
                        <a:pt x="127" y="172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93" name="Google Shape;337;p13"/>
                <p:cNvSpPr/>
                <p:nvPr/>
              </p:nvSpPr>
              <p:spPr>
                <a:xfrm>
                  <a:off x="8596080" y="942120"/>
                  <a:ext cx="23040" cy="25560"/>
                </a:xfrm>
                <a:custGeom>
                  <a:avLst/>
                  <a:gdLst>
                    <a:gd name="textAreaLeft" fmla="*/ 0 w 23040"/>
                    <a:gd name="textAreaRight" fmla="*/ 23400 w 23040"/>
                    <a:gd name="textAreaTop" fmla="*/ 0 h 25560"/>
                    <a:gd name="textAreaBottom" fmla="*/ 25920 h 25560"/>
                  </a:gdLst>
                  <a:ahLst/>
                  <a:cxnLst/>
                  <a:rect l="textAreaLeft" t="textAreaTop" r="textAreaRight" b="textAreaBottom"/>
                  <a:pathLst>
                    <a:path w="26" h="29">
                      <a:moveTo>
                        <a:pt x="13" y="0"/>
                      </a:moveTo>
                      <a:cubicBezTo>
                        <a:pt x="6" y="0"/>
                        <a:pt x="0" y="6"/>
                        <a:pt x="0" y="13"/>
                      </a:cubicBezTo>
                      <a:cubicBezTo>
                        <a:pt x="1" y="29"/>
                        <a:pt x="25" y="29"/>
                        <a:pt x="26" y="13"/>
                      </a:cubicBezTo>
                      <a:cubicBezTo>
                        <a:pt x="26" y="6"/>
                        <a:pt x="20" y="0"/>
                        <a:pt x="13" y="0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2960" bIns="1296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94" name="Google Shape;338;p13"/>
                <p:cNvSpPr/>
                <p:nvPr/>
              </p:nvSpPr>
              <p:spPr>
                <a:xfrm>
                  <a:off x="8560440" y="1095480"/>
                  <a:ext cx="93600" cy="201960"/>
                </a:xfrm>
                <a:custGeom>
                  <a:avLst/>
                  <a:gdLst>
                    <a:gd name="textAreaLeft" fmla="*/ 0 w 93600"/>
                    <a:gd name="textAreaRight" fmla="*/ 93960 w 93600"/>
                    <a:gd name="textAreaTop" fmla="*/ 0 h 201960"/>
                    <a:gd name="textAreaBottom" fmla="*/ 202320 h 201960"/>
                  </a:gdLst>
                  <a:ahLst/>
                  <a:cxnLst/>
                  <a:rect l="textAreaLeft" t="textAreaTop" r="textAreaRight" b="textAreaBottom"/>
                  <a:pathLst>
                    <a:path w="105" h="225">
                      <a:moveTo>
                        <a:pt x="99" y="145"/>
                      </a:moveTo>
                      <a:cubicBezTo>
                        <a:pt x="85" y="145"/>
                        <a:pt x="85" y="145"/>
                        <a:pt x="85" y="145"/>
                      </a:cubicBezTo>
                      <a:cubicBezTo>
                        <a:pt x="82" y="145"/>
                        <a:pt x="80" y="143"/>
                        <a:pt x="80" y="141"/>
                      </a:cubicBezTo>
                      <a:cubicBezTo>
                        <a:pt x="80" y="0"/>
                        <a:pt x="80" y="0"/>
                        <a:pt x="80" y="0"/>
                      </a:cubicBezTo>
                      <a:cubicBezTo>
                        <a:pt x="79" y="0"/>
                        <a:pt x="77" y="1"/>
                        <a:pt x="75" y="1"/>
                      </a:cubicBezTo>
                      <a:cubicBezTo>
                        <a:pt x="31" y="1"/>
                        <a:pt x="31" y="1"/>
                        <a:pt x="31" y="1"/>
                      </a:cubicBezTo>
                      <a:cubicBezTo>
                        <a:pt x="29" y="1"/>
                        <a:pt x="28" y="0"/>
                        <a:pt x="26" y="0"/>
                      </a:cubicBezTo>
                      <a:cubicBezTo>
                        <a:pt x="26" y="141"/>
                        <a:pt x="26" y="141"/>
                        <a:pt x="26" y="141"/>
                      </a:cubicBezTo>
                      <a:cubicBezTo>
                        <a:pt x="26" y="143"/>
                        <a:pt x="24" y="145"/>
                        <a:pt x="21" y="145"/>
                      </a:cubicBezTo>
                      <a:cubicBezTo>
                        <a:pt x="7" y="145"/>
                        <a:pt x="7" y="145"/>
                        <a:pt x="7" y="145"/>
                      </a:cubicBezTo>
                      <a:cubicBezTo>
                        <a:pt x="3" y="145"/>
                        <a:pt x="0" y="148"/>
                        <a:pt x="0" y="152"/>
                      </a:cubicBezTo>
                      <a:cubicBezTo>
                        <a:pt x="0" y="177"/>
                        <a:pt x="0" y="177"/>
                        <a:pt x="0" y="177"/>
                      </a:cubicBezTo>
                      <a:cubicBezTo>
                        <a:pt x="0" y="179"/>
                        <a:pt x="1" y="180"/>
                        <a:pt x="3" y="182"/>
                      </a:cubicBezTo>
                      <a:cubicBezTo>
                        <a:pt x="49" y="223"/>
                        <a:pt x="49" y="223"/>
                        <a:pt x="49" y="223"/>
                      </a:cubicBezTo>
                      <a:cubicBezTo>
                        <a:pt x="51" y="225"/>
                        <a:pt x="55" y="225"/>
                        <a:pt x="57" y="223"/>
                      </a:cubicBezTo>
                      <a:cubicBezTo>
                        <a:pt x="103" y="182"/>
                        <a:pt x="103" y="182"/>
                        <a:pt x="103" y="182"/>
                      </a:cubicBezTo>
                      <a:cubicBezTo>
                        <a:pt x="104" y="180"/>
                        <a:pt x="105" y="179"/>
                        <a:pt x="105" y="177"/>
                      </a:cubicBezTo>
                      <a:cubicBezTo>
                        <a:pt x="105" y="152"/>
                        <a:pt x="105" y="152"/>
                        <a:pt x="105" y="152"/>
                      </a:cubicBezTo>
                      <a:cubicBezTo>
                        <a:pt x="105" y="148"/>
                        <a:pt x="102" y="145"/>
                        <a:pt x="99" y="145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95" name="Google Shape;339;p13"/>
                <p:cNvSpPr/>
                <p:nvPr/>
              </p:nvSpPr>
              <p:spPr>
                <a:xfrm>
                  <a:off x="8377200" y="1049760"/>
                  <a:ext cx="186120" cy="116280"/>
                </a:xfrm>
                <a:custGeom>
                  <a:avLst/>
                  <a:gdLst>
                    <a:gd name="textAreaLeft" fmla="*/ 0 w 186120"/>
                    <a:gd name="textAreaRight" fmla="*/ 186480 w 186120"/>
                    <a:gd name="textAreaTop" fmla="*/ 0 h 116280"/>
                    <a:gd name="textAreaBottom" fmla="*/ 116640 h 116280"/>
                  </a:gdLst>
                  <a:ahLst/>
                  <a:cxnLst/>
                  <a:rect l="textAreaLeft" t="textAreaTop" r="textAreaRight" b="textAreaBottom"/>
                  <a:pathLst>
                    <a:path w="208" h="130">
                      <a:moveTo>
                        <a:pt x="198" y="15"/>
                      </a:moveTo>
                      <a:cubicBezTo>
                        <a:pt x="198" y="6"/>
                        <a:pt x="198" y="6"/>
                        <a:pt x="198" y="6"/>
                      </a:cubicBezTo>
                      <a:cubicBezTo>
                        <a:pt x="194" y="4"/>
                        <a:pt x="191" y="2"/>
                        <a:pt x="187" y="0"/>
                      </a:cubicBezTo>
                      <a:cubicBezTo>
                        <a:pt x="180" y="4"/>
                        <a:pt x="180" y="4"/>
                        <a:pt x="180" y="4"/>
                      </a:cubicBezTo>
                      <a:cubicBezTo>
                        <a:pt x="174" y="8"/>
                        <a:pt x="166" y="9"/>
                        <a:pt x="158" y="8"/>
                      </a:cubicBezTo>
                      <a:cubicBezTo>
                        <a:pt x="158" y="18"/>
                        <a:pt x="158" y="18"/>
                        <a:pt x="158" y="18"/>
                      </a:cubicBezTo>
                      <a:cubicBezTo>
                        <a:pt x="158" y="36"/>
                        <a:pt x="143" y="51"/>
                        <a:pt x="125" y="51"/>
                      </a:cubicBezTo>
                      <a:cubicBezTo>
                        <a:pt x="85" y="51"/>
                        <a:pt x="85" y="51"/>
                        <a:pt x="85" y="51"/>
                      </a:cubicBezTo>
                      <a:cubicBezTo>
                        <a:pt x="83" y="51"/>
                        <a:pt x="81" y="49"/>
                        <a:pt x="81" y="46"/>
                      </a:cubicBezTo>
                      <a:cubicBezTo>
                        <a:pt x="81" y="32"/>
                        <a:pt x="81" y="32"/>
                        <a:pt x="81" y="32"/>
                      </a:cubicBezTo>
                      <a:cubicBezTo>
                        <a:pt x="81" y="28"/>
                        <a:pt x="78" y="25"/>
                        <a:pt x="74" y="25"/>
                      </a:cubicBezTo>
                      <a:cubicBezTo>
                        <a:pt x="49" y="25"/>
                        <a:pt x="49" y="25"/>
                        <a:pt x="49" y="25"/>
                      </a:cubicBezTo>
                      <a:cubicBezTo>
                        <a:pt x="47" y="25"/>
                        <a:pt x="46" y="26"/>
                        <a:pt x="44" y="28"/>
                      </a:cubicBezTo>
                      <a:cubicBezTo>
                        <a:pt x="3" y="73"/>
                        <a:pt x="3" y="73"/>
                        <a:pt x="3" y="73"/>
                      </a:cubicBezTo>
                      <a:cubicBezTo>
                        <a:pt x="0" y="76"/>
                        <a:pt x="0" y="80"/>
                        <a:pt x="3" y="82"/>
                      </a:cubicBezTo>
                      <a:cubicBezTo>
                        <a:pt x="44" y="128"/>
                        <a:pt x="44" y="128"/>
                        <a:pt x="44" y="128"/>
                      </a:cubicBezTo>
                      <a:cubicBezTo>
                        <a:pt x="46" y="129"/>
                        <a:pt x="47" y="130"/>
                        <a:pt x="49" y="130"/>
                      </a:cubicBezTo>
                      <a:cubicBezTo>
                        <a:pt x="74" y="130"/>
                        <a:pt x="74" y="130"/>
                        <a:pt x="74" y="130"/>
                      </a:cubicBezTo>
                      <a:cubicBezTo>
                        <a:pt x="78" y="130"/>
                        <a:pt x="81" y="127"/>
                        <a:pt x="81" y="123"/>
                      </a:cubicBezTo>
                      <a:cubicBezTo>
                        <a:pt x="81" y="109"/>
                        <a:pt x="81" y="109"/>
                        <a:pt x="81" y="109"/>
                      </a:cubicBezTo>
                      <a:cubicBezTo>
                        <a:pt x="81" y="107"/>
                        <a:pt x="83" y="105"/>
                        <a:pt x="85" y="105"/>
                      </a:cubicBezTo>
                      <a:cubicBezTo>
                        <a:pt x="118" y="105"/>
                        <a:pt x="118" y="105"/>
                        <a:pt x="118" y="105"/>
                      </a:cubicBezTo>
                      <a:cubicBezTo>
                        <a:pt x="160" y="105"/>
                        <a:pt x="196" y="77"/>
                        <a:pt x="208" y="40"/>
                      </a:cubicBezTo>
                      <a:cubicBezTo>
                        <a:pt x="202" y="33"/>
                        <a:pt x="198" y="25"/>
                        <a:pt x="198" y="15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96" name="Google Shape;340;p13"/>
                <p:cNvSpPr/>
                <p:nvPr/>
              </p:nvSpPr>
              <p:spPr>
                <a:xfrm>
                  <a:off x="8651880" y="1045080"/>
                  <a:ext cx="186480" cy="120960"/>
                </a:xfrm>
                <a:custGeom>
                  <a:avLst/>
                  <a:gdLst>
                    <a:gd name="textAreaLeft" fmla="*/ 0 w 186480"/>
                    <a:gd name="textAreaRight" fmla="*/ 186840 w 186480"/>
                    <a:gd name="textAreaTop" fmla="*/ 0 h 120960"/>
                    <a:gd name="textAreaBottom" fmla="*/ 121320 h 120960"/>
                  </a:gdLst>
                  <a:ahLst/>
                  <a:cxnLst/>
                  <a:rect l="textAreaLeft" t="textAreaTop" r="textAreaRight" b="textAreaBottom"/>
                  <a:pathLst>
                    <a:path w="208" h="135">
                      <a:moveTo>
                        <a:pt x="206" y="78"/>
                      </a:moveTo>
                      <a:cubicBezTo>
                        <a:pt x="164" y="33"/>
                        <a:pt x="164" y="33"/>
                        <a:pt x="164" y="33"/>
                      </a:cubicBezTo>
                      <a:cubicBezTo>
                        <a:pt x="163" y="31"/>
                        <a:pt x="161" y="30"/>
                        <a:pt x="159" y="30"/>
                      </a:cubicBezTo>
                      <a:cubicBezTo>
                        <a:pt x="134" y="30"/>
                        <a:pt x="134" y="30"/>
                        <a:pt x="134" y="30"/>
                      </a:cubicBezTo>
                      <a:cubicBezTo>
                        <a:pt x="131" y="30"/>
                        <a:pt x="128" y="33"/>
                        <a:pt x="128" y="37"/>
                      </a:cubicBezTo>
                      <a:cubicBezTo>
                        <a:pt x="128" y="51"/>
                        <a:pt x="128" y="51"/>
                        <a:pt x="128" y="51"/>
                      </a:cubicBezTo>
                      <a:cubicBezTo>
                        <a:pt x="128" y="54"/>
                        <a:pt x="126" y="56"/>
                        <a:pt x="123" y="56"/>
                      </a:cubicBezTo>
                      <a:cubicBezTo>
                        <a:pt x="84" y="56"/>
                        <a:pt x="84" y="56"/>
                        <a:pt x="84" y="56"/>
                      </a:cubicBezTo>
                      <a:cubicBezTo>
                        <a:pt x="65" y="56"/>
                        <a:pt x="50" y="41"/>
                        <a:pt x="50" y="23"/>
                      </a:cubicBezTo>
                      <a:cubicBezTo>
                        <a:pt x="50" y="7"/>
                        <a:pt x="50" y="7"/>
                        <a:pt x="50" y="7"/>
                      </a:cubicBezTo>
                      <a:cubicBezTo>
                        <a:pt x="45" y="7"/>
                        <a:pt x="40" y="6"/>
                        <a:pt x="35" y="4"/>
                      </a:cubicBezTo>
                      <a:cubicBezTo>
                        <a:pt x="28" y="0"/>
                        <a:pt x="28" y="0"/>
                        <a:pt x="28" y="0"/>
                      </a:cubicBezTo>
                      <a:cubicBezTo>
                        <a:pt x="22" y="4"/>
                        <a:pt x="16" y="8"/>
                        <a:pt x="10" y="11"/>
                      </a:cubicBezTo>
                      <a:cubicBezTo>
                        <a:pt x="10" y="20"/>
                        <a:pt x="10" y="20"/>
                        <a:pt x="10" y="20"/>
                      </a:cubicBezTo>
                      <a:cubicBezTo>
                        <a:pt x="10" y="30"/>
                        <a:pt x="6" y="38"/>
                        <a:pt x="0" y="45"/>
                      </a:cubicBezTo>
                      <a:cubicBezTo>
                        <a:pt x="12" y="82"/>
                        <a:pt x="48" y="110"/>
                        <a:pt x="90" y="110"/>
                      </a:cubicBezTo>
                      <a:cubicBezTo>
                        <a:pt x="123" y="110"/>
                        <a:pt x="123" y="110"/>
                        <a:pt x="123" y="110"/>
                      </a:cubicBezTo>
                      <a:cubicBezTo>
                        <a:pt x="126" y="110"/>
                        <a:pt x="128" y="112"/>
                        <a:pt x="128" y="114"/>
                      </a:cubicBezTo>
                      <a:cubicBezTo>
                        <a:pt x="128" y="128"/>
                        <a:pt x="128" y="128"/>
                        <a:pt x="128" y="128"/>
                      </a:cubicBezTo>
                      <a:cubicBezTo>
                        <a:pt x="128" y="132"/>
                        <a:pt x="131" y="135"/>
                        <a:pt x="134" y="135"/>
                      </a:cubicBezTo>
                      <a:cubicBezTo>
                        <a:pt x="159" y="135"/>
                        <a:pt x="159" y="135"/>
                        <a:pt x="159" y="135"/>
                      </a:cubicBezTo>
                      <a:cubicBezTo>
                        <a:pt x="161" y="135"/>
                        <a:pt x="163" y="134"/>
                        <a:pt x="164" y="133"/>
                      </a:cubicBezTo>
                      <a:cubicBezTo>
                        <a:pt x="206" y="87"/>
                        <a:pt x="206" y="87"/>
                        <a:pt x="206" y="87"/>
                      </a:cubicBezTo>
                      <a:cubicBezTo>
                        <a:pt x="208" y="85"/>
                        <a:pt x="208" y="81"/>
                        <a:pt x="206" y="78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97" name="Google Shape;341;p13"/>
              <p:cNvGrpSpPr/>
              <p:nvPr/>
            </p:nvGrpSpPr>
            <p:grpSpPr>
              <a:xfrm>
                <a:off x="8408160" y="235800"/>
                <a:ext cx="399240" cy="400320"/>
                <a:chOff x="8408160" y="235800"/>
                <a:chExt cx="399240" cy="400320"/>
              </a:xfrm>
            </p:grpSpPr>
            <p:sp>
              <p:nvSpPr>
                <p:cNvPr id="98" name="Google Shape;342;p13"/>
                <p:cNvSpPr/>
                <p:nvPr/>
              </p:nvSpPr>
              <p:spPr>
                <a:xfrm>
                  <a:off x="8562600" y="315000"/>
                  <a:ext cx="87840" cy="106200"/>
                </a:xfrm>
                <a:custGeom>
                  <a:avLst/>
                  <a:gdLst>
                    <a:gd name="textAreaLeft" fmla="*/ 0 w 87840"/>
                    <a:gd name="textAreaRight" fmla="*/ 88200 w 87840"/>
                    <a:gd name="textAreaTop" fmla="*/ 0 h 106200"/>
                    <a:gd name="textAreaBottom" fmla="*/ 106560 h 106200"/>
                  </a:gdLst>
                  <a:ahLst/>
                  <a:cxnLst/>
                  <a:rect l="textAreaLeft" t="textAreaTop" r="textAreaRight" b="textAreaBottom"/>
                  <a:pathLst>
                    <a:path w="452" h="545">
                      <a:moveTo>
                        <a:pt x="452" y="224"/>
                      </a:moveTo>
                      <a:cubicBezTo>
                        <a:pt x="452" y="143"/>
                        <a:pt x="441" y="68"/>
                        <a:pt x="425" y="0"/>
                      </a:cubicBezTo>
                      <a:cubicBezTo>
                        <a:pt x="41" y="0"/>
                        <a:pt x="41" y="0"/>
                        <a:pt x="41" y="0"/>
                      </a:cubicBezTo>
                      <a:cubicBezTo>
                        <a:pt x="0" y="184"/>
                        <a:pt x="12" y="349"/>
                        <a:pt x="58" y="545"/>
                      </a:cubicBezTo>
                      <a:cubicBezTo>
                        <a:pt x="166" y="545"/>
                        <a:pt x="166" y="545"/>
                        <a:pt x="166" y="545"/>
                      </a:cubicBezTo>
                      <a:cubicBezTo>
                        <a:pt x="166" y="302"/>
                        <a:pt x="166" y="302"/>
                        <a:pt x="166" y="302"/>
                      </a:cubicBezTo>
                      <a:cubicBezTo>
                        <a:pt x="166" y="265"/>
                        <a:pt x="196" y="235"/>
                        <a:pt x="233" y="235"/>
                      </a:cubicBezTo>
                      <a:cubicBezTo>
                        <a:pt x="269" y="235"/>
                        <a:pt x="299" y="265"/>
                        <a:pt x="299" y="302"/>
                      </a:cubicBezTo>
                      <a:cubicBezTo>
                        <a:pt x="299" y="545"/>
                        <a:pt x="299" y="545"/>
                        <a:pt x="299" y="545"/>
                      </a:cubicBezTo>
                      <a:cubicBezTo>
                        <a:pt x="418" y="545"/>
                        <a:pt x="418" y="545"/>
                        <a:pt x="418" y="545"/>
                      </a:cubicBezTo>
                      <a:cubicBezTo>
                        <a:pt x="442" y="430"/>
                        <a:pt x="451" y="328"/>
                        <a:pt x="452" y="224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99" name="Google Shape;343;p13"/>
                <p:cNvSpPr/>
                <p:nvPr/>
              </p:nvSpPr>
              <p:spPr>
                <a:xfrm>
                  <a:off x="8576640" y="235800"/>
                  <a:ext cx="62640" cy="52920"/>
                </a:xfrm>
                <a:custGeom>
                  <a:avLst/>
                  <a:gdLst>
                    <a:gd name="textAreaLeft" fmla="*/ 0 w 62640"/>
                    <a:gd name="textAreaRight" fmla="*/ 63000 w 62640"/>
                    <a:gd name="textAreaTop" fmla="*/ 0 h 52920"/>
                    <a:gd name="textAreaBottom" fmla="*/ 53280 h 52920"/>
                  </a:gdLst>
                  <a:ahLst/>
                  <a:cxnLst/>
                  <a:rect l="textAreaLeft" t="textAreaTop" r="textAreaRight" b="textAreaBottom"/>
                  <a:pathLst>
                    <a:path w="323" h="272">
                      <a:moveTo>
                        <a:pt x="140" y="15"/>
                      </a:moveTo>
                      <a:cubicBezTo>
                        <a:pt x="81" y="94"/>
                        <a:pt x="34" y="180"/>
                        <a:pt x="0" y="272"/>
                      </a:cubicBezTo>
                      <a:cubicBezTo>
                        <a:pt x="323" y="272"/>
                        <a:pt x="323" y="272"/>
                        <a:pt x="323" y="272"/>
                      </a:cubicBezTo>
                      <a:cubicBezTo>
                        <a:pt x="301" y="215"/>
                        <a:pt x="277" y="166"/>
                        <a:pt x="254" y="126"/>
                      </a:cubicBezTo>
                      <a:cubicBezTo>
                        <a:pt x="230" y="82"/>
                        <a:pt x="206" y="45"/>
                        <a:pt x="184" y="15"/>
                      </a:cubicBezTo>
                      <a:cubicBezTo>
                        <a:pt x="173" y="0"/>
                        <a:pt x="151" y="0"/>
                        <a:pt x="140" y="15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6640" bIns="2664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00" name="Google Shape;344;p13"/>
                <p:cNvSpPr/>
                <p:nvPr/>
              </p:nvSpPr>
              <p:spPr>
                <a:xfrm>
                  <a:off x="8669160" y="396720"/>
                  <a:ext cx="14040" cy="43560"/>
                </a:xfrm>
                <a:custGeom>
                  <a:avLst/>
                  <a:gdLst>
                    <a:gd name="textAreaLeft" fmla="*/ 0 w 14040"/>
                    <a:gd name="textAreaRight" fmla="*/ 14400 w 14040"/>
                    <a:gd name="textAreaTop" fmla="*/ 0 h 43560"/>
                    <a:gd name="textAreaBottom" fmla="*/ 43920 h 43560"/>
                  </a:gdLst>
                  <a:ahLst/>
                  <a:cxnLst/>
                  <a:rect l="textAreaLeft" t="textAreaTop" r="textAreaRight" b="textAreaBottom"/>
                  <a:pathLst>
                    <a:path w="75" h="225">
                      <a:moveTo>
                        <a:pt x="0" y="166"/>
                      </a:moveTo>
                      <a:cubicBezTo>
                        <a:pt x="75" y="225"/>
                        <a:pt x="75" y="225"/>
                        <a:pt x="75" y="225"/>
                      </a:cubicBezTo>
                      <a:cubicBezTo>
                        <a:pt x="75" y="46"/>
                        <a:pt x="75" y="46"/>
                        <a:pt x="75" y="46"/>
                      </a:cubicBezTo>
                      <a:cubicBezTo>
                        <a:pt x="27" y="0"/>
                        <a:pt x="27" y="0"/>
                        <a:pt x="27" y="0"/>
                      </a:cubicBezTo>
                      <a:cubicBezTo>
                        <a:pt x="21" y="51"/>
                        <a:pt x="13" y="108"/>
                        <a:pt x="0" y="166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1960" bIns="2196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01" name="Google Shape;345;p13"/>
                <p:cNvSpPr/>
                <p:nvPr/>
              </p:nvSpPr>
              <p:spPr>
                <a:xfrm>
                  <a:off x="8408160" y="288000"/>
                  <a:ext cx="142560" cy="175680"/>
                </a:xfrm>
                <a:custGeom>
                  <a:avLst/>
                  <a:gdLst>
                    <a:gd name="textAreaLeft" fmla="*/ 0 w 142560"/>
                    <a:gd name="textAreaRight" fmla="*/ 142920 w 142560"/>
                    <a:gd name="textAreaTop" fmla="*/ 0 h 175680"/>
                    <a:gd name="textAreaBottom" fmla="*/ 176040 h 175680"/>
                  </a:gdLst>
                  <a:ahLst/>
                  <a:cxnLst/>
                  <a:rect l="textAreaLeft" t="textAreaTop" r="textAreaRight" b="textAreaBottom"/>
                  <a:pathLst>
                    <a:path w="733" h="901">
                      <a:moveTo>
                        <a:pt x="0" y="51"/>
                      </a:moveTo>
                      <a:cubicBezTo>
                        <a:pt x="0" y="607"/>
                        <a:pt x="0" y="607"/>
                        <a:pt x="0" y="607"/>
                      </a:cubicBezTo>
                      <a:cubicBezTo>
                        <a:pt x="59" y="618"/>
                        <a:pt x="134" y="641"/>
                        <a:pt x="183" y="678"/>
                      </a:cubicBezTo>
                      <a:cubicBezTo>
                        <a:pt x="235" y="717"/>
                        <a:pt x="276" y="770"/>
                        <a:pt x="302" y="830"/>
                      </a:cubicBezTo>
                      <a:cubicBezTo>
                        <a:pt x="343" y="841"/>
                        <a:pt x="379" y="866"/>
                        <a:pt x="403" y="901"/>
                      </a:cubicBezTo>
                      <a:cubicBezTo>
                        <a:pt x="437" y="893"/>
                        <a:pt x="470" y="882"/>
                        <a:pt x="502" y="869"/>
                      </a:cubicBezTo>
                      <a:cubicBezTo>
                        <a:pt x="502" y="569"/>
                        <a:pt x="502" y="569"/>
                        <a:pt x="502" y="569"/>
                      </a:cubicBezTo>
                      <a:cubicBezTo>
                        <a:pt x="502" y="551"/>
                        <a:pt x="510" y="533"/>
                        <a:pt x="524" y="520"/>
                      </a:cubicBezTo>
                      <a:cubicBezTo>
                        <a:pt x="675" y="382"/>
                        <a:pt x="675" y="382"/>
                        <a:pt x="675" y="382"/>
                      </a:cubicBezTo>
                      <a:cubicBezTo>
                        <a:pt x="672" y="252"/>
                        <a:pt x="692" y="122"/>
                        <a:pt x="733" y="0"/>
                      </a:cubicBezTo>
                      <a:cubicBezTo>
                        <a:pt x="51" y="0"/>
                        <a:pt x="51" y="0"/>
                        <a:pt x="51" y="0"/>
                      </a:cubicBezTo>
                      <a:cubicBezTo>
                        <a:pt x="23" y="0"/>
                        <a:pt x="0" y="22"/>
                        <a:pt x="0" y="51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02" name="Google Shape;346;p13"/>
                <p:cNvSpPr/>
                <p:nvPr/>
              </p:nvSpPr>
              <p:spPr>
                <a:xfrm>
                  <a:off x="8664840" y="288000"/>
                  <a:ext cx="142560" cy="175320"/>
                </a:xfrm>
                <a:custGeom>
                  <a:avLst/>
                  <a:gdLst>
                    <a:gd name="textAreaLeft" fmla="*/ 0 w 142560"/>
                    <a:gd name="textAreaRight" fmla="*/ 142920 w 142560"/>
                    <a:gd name="textAreaTop" fmla="*/ 0 h 175320"/>
                    <a:gd name="textAreaBottom" fmla="*/ 175680 h 175320"/>
                  </a:gdLst>
                  <a:ahLst/>
                  <a:cxnLst/>
                  <a:rect l="textAreaLeft" t="textAreaTop" r="textAreaRight" b="textAreaBottom"/>
                  <a:pathLst>
                    <a:path w="732" h="898">
                      <a:moveTo>
                        <a:pt x="323" y="898"/>
                      </a:moveTo>
                      <a:cubicBezTo>
                        <a:pt x="350" y="860"/>
                        <a:pt x="392" y="834"/>
                        <a:pt x="439" y="827"/>
                      </a:cubicBezTo>
                      <a:cubicBezTo>
                        <a:pt x="490" y="721"/>
                        <a:pt x="612" y="648"/>
                        <a:pt x="732" y="628"/>
                      </a:cubicBezTo>
                      <a:cubicBezTo>
                        <a:pt x="732" y="51"/>
                        <a:pt x="732" y="51"/>
                        <a:pt x="732" y="51"/>
                      </a:cubicBezTo>
                      <a:cubicBezTo>
                        <a:pt x="732" y="22"/>
                        <a:pt x="709" y="0"/>
                        <a:pt x="68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38" y="109"/>
                        <a:pt x="64" y="244"/>
                        <a:pt x="61" y="384"/>
                      </a:cubicBezTo>
                      <a:cubicBezTo>
                        <a:pt x="210" y="528"/>
                        <a:pt x="210" y="528"/>
                        <a:pt x="210" y="528"/>
                      </a:cubicBezTo>
                      <a:cubicBezTo>
                        <a:pt x="223" y="540"/>
                        <a:pt x="230" y="557"/>
                        <a:pt x="230" y="576"/>
                      </a:cubicBezTo>
                      <a:cubicBezTo>
                        <a:pt x="230" y="866"/>
                        <a:pt x="230" y="866"/>
                        <a:pt x="230" y="866"/>
                      </a:cubicBezTo>
                      <a:cubicBezTo>
                        <a:pt x="260" y="879"/>
                        <a:pt x="291" y="890"/>
                        <a:pt x="323" y="898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03" name="Google Shape;347;p13"/>
                <p:cNvSpPr/>
                <p:nvPr/>
              </p:nvSpPr>
              <p:spPr>
                <a:xfrm>
                  <a:off x="8408160" y="433080"/>
                  <a:ext cx="133560" cy="126000"/>
                </a:xfrm>
                <a:custGeom>
                  <a:avLst/>
                  <a:gdLst>
                    <a:gd name="textAreaLeft" fmla="*/ 0 w 133560"/>
                    <a:gd name="textAreaRight" fmla="*/ 133920 w 133560"/>
                    <a:gd name="textAreaTop" fmla="*/ 0 h 126000"/>
                    <a:gd name="textAreaBottom" fmla="*/ 126360 h 126000"/>
                  </a:gdLst>
                  <a:ahLst/>
                  <a:cxnLst/>
                  <a:rect l="textAreaLeft" t="textAreaTop" r="textAreaRight" b="textAreaBottom"/>
                  <a:pathLst>
                    <a:path w="687" h="646">
                      <a:moveTo>
                        <a:pt x="657" y="590"/>
                      </a:moveTo>
                      <a:cubicBezTo>
                        <a:pt x="657" y="429"/>
                        <a:pt x="525" y="298"/>
                        <a:pt x="364" y="298"/>
                      </a:cubicBezTo>
                      <a:cubicBezTo>
                        <a:pt x="336" y="298"/>
                        <a:pt x="306" y="278"/>
                        <a:pt x="299" y="247"/>
                      </a:cubicBezTo>
                      <a:cubicBezTo>
                        <a:pt x="295" y="227"/>
                        <a:pt x="277" y="214"/>
                        <a:pt x="257" y="214"/>
                      </a:cubicBezTo>
                      <a:cubicBezTo>
                        <a:pt x="256" y="214"/>
                        <a:pt x="256" y="214"/>
                        <a:pt x="256" y="214"/>
                      </a:cubicBezTo>
                      <a:cubicBezTo>
                        <a:pt x="226" y="215"/>
                        <a:pt x="199" y="195"/>
                        <a:pt x="190" y="166"/>
                      </a:cubicBezTo>
                      <a:cubicBezTo>
                        <a:pt x="165" y="83"/>
                        <a:pt x="80" y="22"/>
                        <a:pt x="0" y="0"/>
                      </a:cubicBezTo>
                      <a:cubicBezTo>
                        <a:pt x="0" y="595"/>
                        <a:pt x="0" y="595"/>
                        <a:pt x="0" y="595"/>
                      </a:cubicBezTo>
                      <a:cubicBezTo>
                        <a:pt x="0" y="624"/>
                        <a:pt x="23" y="646"/>
                        <a:pt x="51" y="646"/>
                      </a:cubicBezTo>
                      <a:cubicBezTo>
                        <a:pt x="687" y="646"/>
                        <a:pt x="687" y="646"/>
                        <a:pt x="687" y="646"/>
                      </a:cubicBezTo>
                      <a:cubicBezTo>
                        <a:pt x="669" y="635"/>
                        <a:pt x="657" y="614"/>
                        <a:pt x="657" y="590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04" name="Google Shape;348;p13"/>
                <p:cNvSpPr/>
                <p:nvPr/>
              </p:nvSpPr>
              <p:spPr>
                <a:xfrm>
                  <a:off x="8672040" y="437040"/>
                  <a:ext cx="135360" cy="122040"/>
                </a:xfrm>
                <a:custGeom>
                  <a:avLst/>
                  <a:gdLst>
                    <a:gd name="textAreaLeft" fmla="*/ 0 w 135360"/>
                    <a:gd name="textAreaRight" fmla="*/ 135720 w 135360"/>
                    <a:gd name="textAreaTop" fmla="*/ 0 h 122040"/>
                    <a:gd name="textAreaBottom" fmla="*/ 122400 h 122040"/>
                  </a:gdLst>
                  <a:ahLst/>
                  <a:cxnLst/>
                  <a:rect l="textAreaLeft" t="textAreaTop" r="textAreaRight" b="textAreaBottom"/>
                  <a:pathLst>
                    <a:path w="696" h="627">
                      <a:moveTo>
                        <a:pt x="696" y="0"/>
                      </a:moveTo>
                      <a:cubicBezTo>
                        <a:pt x="617" y="20"/>
                        <a:pt x="536" y="74"/>
                        <a:pt x="512" y="150"/>
                      </a:cubicBezTo>
                      <a:cubicBezTo>
                        <a:pt x="502" y="181"/>
                        <a:pt x="470" y="200"/>
                        <a:pt x="438" y="195"/>
                      </a:cubicBezTo>
                      <a:cubicBezTo>
                        <a:pt x="416" y="192"/>
                        <a:pt x="394" y="206"/>
                        <a:pt x="389" y="228"/>
                      </a:cubicBezTo>
                      <a:cubicBezTo>
                        <a:pt x="382" y="255"/>
                        <a:pt x="358" y="278"/>
                        <a:pt x="325" y="278"/>
                      </a:cubicBezTo>
                      <a:cubicBezTo>
                        <a:pt x="163" y="278"/>
                        <a:pt x="32" y="409"/>
                        <a:pt x="32" y="571"/>
                      </a:cubicBezTo>
                      <a:cubicBezTo>
                        <a:pt x="32" y="595"/>
                        <a:pt x="19" y="616"/>
                        <a:pt x="0" y="627"/>
                      </a:cubicBezTo>
                      <a:cubicBezTo>
                        <a:pt x="645" y="627"/>
                        <a:pt x="645" y="627"/>
                        <a:pt x="645" y="627"/>
                      </a:cubicBezTo>
                      <a:cubicBezTo>
                        <a:pt x="673" y="627"/>
                        <a:pt x="696" y="605"/>
                        <a:pt x="696" y="576"/>
                      </a:cubicBezTo>
                      <a:cubicBezTo>
                        <a:pt x="696" y="0"/>
                        <a:pt x="696" y="0"/>
                        <a:pt x="696" y="0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05" name="Google Shape;349;p13"/>
                <p:cNvSpPr/>
                <p:nvPr/>
              </p:nvSpPr>
              <p:spPr>
                <a:xfrm>
                  <a:off x="8444520" y="585720"/>
                  <a:ext cx="326520" cy="50400"/>
                </a:xfrm>
                <a:custGeom>
                  <a:avLst/>
                  <a:gdLst>
                    <a:gd name="textAreaLeft" fmla="*/ 0 w 326520"/>
                    <a:gd name="textAreaRight" fmla="*/ 326880 w 326520"/>
                    <a:gd name="textAreaTop" fmla="*/ 0 h 50400"/>
                    <a:gd name="textAreaBottom" fmla="*/ 50760 h 50400"/>
                  </a:gdLst>
                  <a:ahLst/>
                  <a:cxnLst/>
                  <a:rect l="textAreaLeft" t="textAreaTop" r="textAreaRight" b="textAreaBottom"/>
                  <a:pathLst>
                    <a:path w="1675" h="260">
                      <a:moveTo>
                        <a:pt x="1586" y="127"/>
                      </a:moveTo>
                      <a:cubicBezTo>
                        <a:pt x="1299" y="127"/>
                        <a:pt x="1299" y="127"/>
                        <a:pt x="1299" y="127"/>
                      </a:cubicBezTo>
                      <a:cubicBezTo>
                        <a:pt x="1299" y="0"/>
                        <a:pt x="1299" y="0"/>
                        <a:pt x="1299" y="0"/>
                      </a:cubicBezTo>
                      <a:cubicBezTo>
                        <a:pt x="375" y="0"/>
                        <a:pt x="375" y="0"/>
                        <a:pt x="375" y="0"/>
                      </a:cubicBezTo>
                      <a:cubicBezTo>
                        <a:pt x="375" y="127"/>
                        <a:pt x="375" y="127"/>
                        <a:pt x="375" y="127"/>
                      </a:cubicBezTo>
                      <a:cubicBezTo>
                        <a:pt x="89" y="127"/>
                        <a:pt x="89" y="127"/>
                        <a:pt x="89" y="127"/>
                      </a:cubicBezTo>
                      <a:cubicBezTo>
                        <a:pt x="0" y="131"/>
                        <a:pt x="1" y="257"/>
                        <a:pt x="89" y="260"/>
                      </a:cubicBezTo>
                      <a:cubicBezTo>
                        <a:pt x="1586" y="260"/>
                        <a:pt x="1586" y="260"/>
                        <a:pt x="1586" y="260"/>
                      </a:cubicBezTo>
                      <a:cubicBezTo>
                        <a:pt x="1675" y="257"/>
                        <a:pt x="1674" y="131"/>
                        <a:pt x="1586" y="127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5200" bIns="2520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06" name="Google Shape;350;p13"/>
                <p:cNvSpPr/>
                <p:nvPr/>
              </p:nvSpPr>
              <p:spPr>
                <a:xfrm>
                  <a:off x="8532000" y="395280"/>
                  <a:ext cx="16920" cy="46800"/>
                </a:xfrm>
                <a:custGeom>
                  <a:avLst/>
                  <a:gdLst>
                    <a:gd name="textAreaLeft" fmla="*/ 0 w 16920"/>
                    <a:gd name="textAreaRight" fmla="*/ 17280 w 16920"/>
                    <a:gd name="textAreaTop" fmla="*/ 0 h 46800"/>
                    <a:gd name="textAreaBottom" fmla="*/ 47160 h 46800"/>
                  </a:gdLst>
                  <a:ahLst/>
                  <a:cxnLst/>
                  <a:rect l="textAreaLeft" t="textAreaTop" r="textAreaRight" b="textAreaBottom"/>
                  <a:pathLst>
                    <a:path w="88" h="241">
                      <a:moveTo>
                        <a:pt x="0" y="241"/>
                      </a:moveTo>
                      <a:cubicBezTo>
                        <a:pt x="88" y="174"/>
                        <a:pt x="88" y="174"/>
                        <a:pt x="88" y="174"/>
                      </a:cubicBezTo>
                      <a:cubicBezTo>
                        <a:pt x="73" y="116"/>
                        <a:pt x="62" y="57"/>
                        <a:pt x="54" y="0"/>
                      </a:cubicBezTo>
                      <a:cubicBezTo>
                        <a:pt x="0" y="49"/>
                        <a:pt x="0" y="49"/>
                        <a:pt x="0" y="49"/>
                      </a:cubicBezTo>
                      <a:cubicBezTo>
                        <a:pt x="0" y="241"/>
                        <a:pt x="0" y="241"/>
                        <a:pt x="0" y="241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3400" bIns="2340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07" name="Google Shape;351;p13"/>
                <p:cNvSpPr/>
                <p:nvPr/>
              </p:nvSpPr>
              <p:spPr>
                <a:xfrm>
                  <a:off x="8523360" y="447480"/>
                  <a:ext cx="168480" cy="111600"/>
                </a:xfrm>
                <a:custGeom>
                  <a:avLst/>
                  <a:gdLst>
                    <a:gd name="textAreaLeft" fmla="*/ 0 w 168480"/>
                    <a:gd name="textAreaRight" fmla="*/ 168840 w 168480"/>
                    <a:gd name="textAreaTop" fmla="*/ 0 h 111600"/>
                    <a:gd name="textAreaBottom" fmla="*/ 111960 h 111600"/>
                  </a:gdLst>
                  <a:ahLst/>
                  <a:cxnLst/>
                  <a:rect l="textAreaLeft" t="textAreaTop" r="textAreaRight" b="textAreaBottom"/>
                  <a:pathLst>
                    <a:path w="865" h="573">
                      <a:moveTo>
                        <a:pt x="297" y="573"/>
                      </a:moveTo>
                      <a:cubicBezTo>
                        <a:pt x="562" y="573"/>
                        <a:pt x="562" y="573"/>
                        <a:pt x="562" y="573"/>
                      </a:cubicBezTo>
                      <a:cubicBezTo>
                        <a:pt x="577" y="523"/>
                        <a:pt x="615" y="481"/>
                        <a:pt x="663" y="462"/>
                      </a:cubicBezTo>
                      <a:cubicBezTo>
                        <a:pt x="680" y="331"/>
                        <a:pt x="757" y="219"/>
                        <a:pt x="865" y="153"/>
                      </a:cubicBezTo>
                      <a:cubicBezTo>
                        <a:pt x="863" y="152"/>
                        <a:pt x="862" y="151"/>
                        <a:pt x="860" y="150"/>
                      </a:cubicBezTo>
                      <a:cubicBezTo>
                        <a:pt x="858" y="149"/>
                        <a:pt x="856" y="148"/>
                        <a:pt x="854" y="147"/>
                      </a:cubicBezTo>
                      <a:cubicBezTo>
                        <a:pt x="819" y="128"/>
                        <a:pt x="785" y="106"/>
                        <a:pt x="754" y="82"/>
                      </a:cubicBezTo>
                      <a:cubicBezTo>
                        <a:pt x="649" y="0"/>
                        <a:pt x="649" y="0"/>
                        <a:pt x="649" y="0"/>
                      </a:cubicBezTo>
                      <a:cubicBezTo>
                        <a:pt x="229" y="0"/>
                        <a:pt x="229" y="0"/>
                        <a:pt x="229" y="0"/>
                      </a:cubicBezTo>
                      <a:cubicBezTo>
                        <a:pt x="117" y="86"/>
                        <a:pt x="117" y="86"/>
                        <a:pt x="117" y="86"/>
                      </a:cubicBezTo>
                      <a:cubicBezTo>
                        <a:pt x="80" y="113"/>
                        <a:pt x="41" y="137"/>
                        <a:pt x="0" y="158"/>
                      </a:cubicBezTo>
                      <a:cubicBezTo>
                        <a:pt x="105" y="224"/>
                        <a:pt x="179" y="334"/>
                        <a:pt x="195" y="463"/>
                      </a:cubicBezTo>
                      <a:cubicBezTo>
                        <a:pt x="244" y="482"/>
                        <a:pt x="282" y="523"/>
                        <a:pt x="297" y="573"/>
                      </a:cubicBezTo>
                      <a:close/>
                      <a:moveTo>
                        <a:pt x="389" y="339"/>
                      </a:moveTo>
                      <a:cubicBezTo>
                        <a:pt x="415" y="313"/>
                        <a:pt x="457" y="313"/>
                        <a:pt x="483" y="339"/>
                      </a:cubicBezTo>
                      <a:cubicBezTo>
                        <a:pt x="543" y="404"/>
                        <a:pt x="454" y="493"/>
                        <a:pt x="389" y="433"/>
                      </a:cubicBezTo>
                      <a:cubicBezTo>
                        <a:pt x="363" y="407"/>
                        <a:pt x="363" y="365"/>
                        <a:pt x="389" y="339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108" name="Google Shape;352;p13"/>
              <p:cNvGrpSpPr/>
              <p:nvPr/>
            </p:nvGrpSpPr>
            <p:grpSpPr>
              <a:xfrm>
                <a:off x="8993160" y="584640"/>
                <a:ext cx="344160" cy="317160"/>
                <a:chOff x="8993160" y="584640"/>
                <a:chExt cx="344160" cy="317160"/>
              </a:xfrm>
            </p:grpSpPr>
            <p:sp>
              <p:nvSpPr>
                <p:cNvPr id="109" name="Google Shape;353;p13"/>
                <p:cNvSpPr/>
                <p:nvPr/>
              </p:nvSpPr>
              <p:spPr>
                <a:xfrm>
                  <a:off x="9108000" y="638640"/>
                  <a:ext cx="148320" cy="149040"/>
                </a:xfrm>
                <a:custGeom>
                  <a:avLst/>
                  <a:gdLst>
                    <a:gd name="textAreaLeft" fmla="*/ 0 w 148320"/>
                    <a:gd name="textAreaRight" fmla="*/ 148680 w 148320"/>
                    <a:gd name="textAreaTop" fmla="*/ 0 h 149040"/>
                    <a:gd name="textAreaBottom" fmla="*/ 149400 h 149040"/>
                  </a:gdLst>
                  <a:ahLst/>
                  <a:cxnLst/>
                  <a:rect l="textAreaLeft" t="textAreaTop" r="textAreaRight" b="textAreaBottom"/>
                  <a:pathLst>
                    <a:path w="251" h="252">
                      <a:moveTo>
                        <a:pt x="197" y="142"/>
                      </a:moveTo>
                      <a:cubicBezTo>
                        <a:pt x="176" y="141"/>
                        <a:pt x="176" y="110"/>
                        <a:pt x="197" y="110"/>
                      </a:cubicBezTo>
                      <a:cubicBezTo>
                        <a:pt x="251" y="109"/>
                        <a:pt x="251" y="109"/>
                        <a:pt x="251" y="109"/>
                      </a:cubicBezTo>
                      <a:cubicBezTo>
                        <a:pt x="245" y="55"/>
                        <a:pt x="197" y="6"/>
                        <a:pt x="142" y="0"/>
                      </a:cubicBezTo>
                      <a:cubicBezTo>
                        <a:pt x="141" y="54"/>
                        <a:pt x="141" y="54"/>
                        <a:pt x="141" y="54"/>
                      </a:cubicBezTo>
                      <a:cubicBezTo>
                        <a:pt x="141" y="63"/>
                        <a:pt x="134" y="70"/>
                        <a:pt x="125" y="70"/>
                      </a:cubicBezTo>
                      <a:cubicBezTo>
                        <a:pt x="125" y="70"/>
                        <a:pt x="125" y="70"/>
                        <a:pt x="125" y="70"/>
                      </a:cubicBezTo>
                      <a:cubicBezTo>
                        <a:pt x="116" y="70"/>
                        <a:pt x="109" y="63"/>
                        <a:pt x="109" y="54"/>
                      </a:cubicBezTo>
                      <a:cubicBezTo>
                        <a:pt x="109" y="0"/>
                        <a:pt x="109" y="0"/>
                        <a:pt x="109" y="0"/>
                      </a:cubicBezTo>
                      <a:cubicBezTo>
                        <a:pt x="53" y="6"/>
                        <a:pt x="5" y="55"/>
                        <a:pt x="0" y="110"/>
                      </a:cubicBezTo>
                      <a:cubicBezTo>
                        <a:pt x="53" y="110"/>
                        <a:pt x="53" y="110"/>
                        <a:pt x="53" y="110"/>
                      </a:cubicBezTo>
                      <a:cubicBezTo>
                        <a:pt x="53" y="110"/>
                        <a:pt x="53" y="110"/>
                        <a:pt x="53" y="110"/>
                      </a:cubicBezTo>
                      <a:cubicBezTo>
                        <a:pt x="74" y="111"/>
                        <a:pt x="74" y="141"/>
                        <a:pt x="53" y="142"/>
                      </a:cubicBezTo>
                      <a:cubicBezTo>
                        <a:pt x="0" y="142"/>
                        <a:pt x="0" y="142"/>
                        <a:pt x="0" y="142"/>
                      </a:cubicBezTo>
                      <a:cubicBezTo>
                        <a:pt x="5" y="197"/>
                        <a:pt x="53" y="246"/>
                        <a:pt x="109" y="252"/>
                      </a:cubicBezTo>
                      <a:cubicBezTo>
                        <a:pt x="109" y="198"/>
                        <a:pt x="109" y="198"/>
                        <a:pt x="109" y="198"/>
                      </a:cubicBezTo>
                      <a:cubicBezTo>
                        <a:pt x="109" y="189"/>
                        <a:pt x="116" y="182"/>
                        <a:pt x="125" y="182"/>
                      </a:cubicBezTo>
                      <a:cubicBezTo>
                        <a:pt x="125" y="182"/>
                        <a:pt x="125" y="182"/>
                        <a:pt x="125" y="182"/>
                      </a:cubicBezTo>
                      <a:cubicBezTo>
                        <a:pt x="134" y="182"/>
                        <a:pt x="141" y="189"/>
                        <a:pt x="141" y="198"/>
                      </a:cubicBezTo>
                      <a:cubicBezTo>
                        <a:pt x="141" y="252"/>
                        <a:pt x="141" y="252"/>
                        <a:pt x="141" y="252"/>
                      </a:cubicBezTo>
                      <a:cubicBezTo>
                        <a:pt x="197" y="246"/>
                        <a:pt x="245" y="197"/>
                        <a:pt x="251" y="142"/>
                      </a:cubicBezTo>
                      <a:cubicBezTo>
                        <a:pt x="197" y="142"/>
                        <a:pt x="197" y="142"/>
                        <a:pt x="197" y="142"/>
                      </a:cubicBezTo>
                      <a:cubicBezTo>
                        <a:pt x="197" y="142"/>
                        <a:pt x="197" y="142"/>
                        <a:pt x="197" y="142"/>
                      </a:cubicBezTo>
                      <a:close/>
                      <a:moveTo>
                        <a:pt x="125" y="142"/>
                      </a:moveTo>
                      <a:cubicBezTo>
                        <a:pt x="104" y="141"/>
                        <a:pt x="104" y="111"/>
                        <a:pt x="125" y="110"/>
                      </a:cubicBezTo>
                      <a:cubicBezTo>
                        <a:pt x="147" y="110"/>
                        <a:pt x="147" y="141"/>
                        <a:pt x="125" y="142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10" name="Google Shape;354;p13"/>
                <p:cNvSpPr/>
                <p:nvPr/>
              </p:nvSpPr>
              <p:spPr>
                <a:xfrm>
                  <a:off x="8993160" y="823320"/>
                  <a:ext cx="77760" cy="78480"/>
                </a:xfrm>
                <a:custGeom>
                  <a:avLst/>
                  <a:gdLst>
                    <a:gd name="textAreaLeft" fmla="*/ 0 w 77760"/>
                    <a:gd name="textAreaRight" fmla="*/ 78120 w 77760"/>
                    <a:gd name="textAreaTop" fmla="*/ 0 h 78480"/>
                    <a:gd name="textAreaBottom" fmla="*/ 78840 h 78480"/>
                  </a:gdLst>
                  <a:ahLst/>
                  <a:cxnLst/>
                  <a:rect l="textAreaLeft" t="textAreaTop" r="textAreaRight" b="textAreaBottom"/>
                  <a:pathLst>
                    <a:path w="132" h="133">
                      <a:moveTo>
                        <a:pt x="75" y="0"/>
                      </a:moveTo>
                      <a:cubicBezTo>
                        <a:pt x="15" y="60"/>
                        <a:pt x="15" y="60"/>
                        <a:pt x="15" y="60"/>
                      </a:cubicBezTo>
                      <a:cubicBezTo>
                        <a:pt x="0" y="76"/>
                        <a:pt x="0" y="101"/>
                        <a:pt x="15" y="117"/>
                      </a:cubicBezTo>
                      <a:cubicBezTo>
                        <a:pt x="31" y="133"/>
                        <a:pt x="56" y="133"/>
                        <a:pt x="72" y="117"/>
                      </a:cubicBezTo>
                      <a:cubicBezTo>
                        <a:pt x="132" y="57"/>
                        <a:pt x="132" y="57"/>
                        <a:pt x="132" y="57"/>
                      </a:cubicBezTo>
                      <a:cubicBezTo>
                        <a:pt x="132" y="57"/>
                        <a:pt x="132" y="57"/>
                        <a:pt x="132" y="57"/>
                      </a:cubicBezTo>
                      <a:lnTo>
                        <a:pt x="75" y="0"/>
                      </a:ln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9240" bIns="3924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11" name="Google Shape;355;p13"/>
                <p:cNvSpPr/>
                <p:nvPr/>
              </p:nvSpPr>
              <p:spPr>
                <a:xfrm>
                  <a:off x="9026280" y="584640"/>
                  <a:ext cx="311040" cy="245520"/>
                </a:xfrm>
                <a:custGeom>
                  <a:avLst/>
                  <a:gdLst>
                    <a:gd name="textAreaLeft" fmla="*/ 0 w 311040"/>
                    <a:gd name="textAreaRight" fmla="*/ 311400 w 311040"/>
                    <a:gd name="textAreaTop" fmla="*/ 0 h 245520"/>
                    <a:gd name="textAreaBottom" fmla="*/ 245880 h 245520"/>
                  </a:gdLst>
                  <a:ahLst/>
                  <a:cxnLst/>
                  <a:rect l="textAreaLeft" t="textAreaTop" r="textAreaRight" b="textAreaBottom"/>
                  <a:pathLst>
                    <a:path w="526" h="415">
                      <a:moveTo>
                        <a:pt x="402" y="77"/>
                      </a:moveTo>
                      <a:cubicBezTo>
                        <a:pt x="329" y="1"/>
                        <a:pt x="197" y="0"/>
                        <a:pt x="124" y="77"/>
                      </a:cubicBezTo>
                      <a:cubicBezTo>
                        <a:pt x="0" y="200"/>
                        <a:pt x="89" y="415"/>
                        <a:pt x="263" y="414"/>
                      </a:cubicBezTo>
                      <a:cubicBezTo>
                        <a:pt x="437" y="415"/>
                        <a:pt x="526" y="200"/>
                        <a:pt x="402" y="77"/>
                      </a:cubicBezTo>
                      <a:close/>
                      <a:moveTo>
                        <a:pt x="376" y="329"/>
                      </a:moveTo>
                      <a:cubicBezTo>
                        <a:pt x="312" y="393"/>
                        <a:pt x="211" y="390"/>
                        <a:pt x="151" y="329"/>
                      </a:cubicBezTo>
                      <a:cubicBezTo>
                        <a:pt x="120" y="299"/>
                        <a:pt x="105" y="259"/>
                        <a:pt x="104" y="219"/>
                      </a:cubicBezTo>
                      <a:cubicBezTo>
                        <a:pt x="104" y="218"/>
                        <a:pt x="104" y="218"/>
                        <a:pt x="104" y="217"/>
                      </a:cubicBezTo>
                      <a:cubicBezTo>
                        <a:pt x="104" y="216"/>
                        <a:pt x="104" y="216"/>
                        <a:pt x="104" y="215"/>
                      </a:cubicBezTo>
                      <a:cubicBezTo>
                        <a:pt x="103" y="131"/>
                        <a:pt x="177" y="56"/>
                        <a:pt x="263" y="57"/>
                      </a:cubicBezTo>
                      <a:cubicBezTo>
                        <a:pt x="409" y="60"/>
                        <a:pt x="473" y="231"/>
                        <a:pt x="376" y="329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12" name="Google Shape;356;p13"/>
                <p:cNvSpPr/>
                <p:nvPr/>
              </p:nvSpPr>
              <p:spPr>
                <a:xfrm>
                  <a:off x="9051120" y="790560"/>
                  <a:ext cx="52560" cy="52560"/>
                </a:xfrm>
                <a:custGeom>
                  <a:avLst/>
                  <a:gdLst>
                    <a:gd name="textAreaLeft" fmla="*/ 0 w 52560"/>
                    <a:gd name="textAreaRight" fmla="*/ 52920 w 52560"/>
                    <a:gd name="textAreaTop" fmla="*/ 0 h 52560"/>
                    <a:gd name="textAreaBottom" fmla="*/ 52920 h 52560"/>
                  </a:gdLst>
                  <a:ahLst/>
                  <a:cxnLst/>
                  <a:rect l="textAreaLeft" t="textAreaTop" r="textAreaRight" b="textAreaBottom"/>
                  <a:pathLst>
                    <a:path w="89" h="89">
                      <a:moveTo>
                        <a:pt x="33" y="0"/>
                      </a:moveTo>
                      <a:cubicBezTo>
                        <a:pt x="0" y="32"/>
                        <a:pt x="0" y="32"/>
                        <a:pt x="0" y="32"/>
                      </a:cubicBezTo>
                      <a:cubicBezTo>
                        <a:pt x="57" y="89"/>
                        <a:pt x="57" y="89"/>
                        <a:pt x="57" y="89"/>
                      </a:cubicBezTo>
                      <a:cubicBezTo>
                        <a:pt x="89" y="57"/>
                        <a:pt x="89" y="57"/>
                        <a:pt x="89" y="57"/>
                      </a:cubicBezTo>
                      <a:cubicBezTo>
                        <a:pt x="67" y="41"/>
                        <a:pt x="48" y="22"/>
                        <a:pt x="33" y="0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6280" bIns="2628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</p:grpSp>
      </p:grpSp>
      <p:grpSp>
        <p:nvGrpSpPr>
          <p:cNvPr id="113" name="Google Shape;357;p13"/>
          <p:cNvGrpSpPr/>
          <p:nvPr/>
        </p:nvGrpSpPr>
        <p:grpSpPr>
          <a:xfrm>
            <a:off x="-3638160" y="-2808720"/>
            <a:ext cx="5889960" cy="9371520"/>
            <a:chOff x="-3638160" y="-2808720"/>
            <a:chExt cx="5889960" cy="9371520"/>
          </a:xfrm>
        </p:grpSpPr>
        <p:pic>
          <p:nvPicPr>
            <p:cNvPr id="114" name="Google Shape;358;p13"/>
            <p:cNvPicPr/>
            <p:nvPr/>
          </p:nvPicPr>
          <p:blipFill>
            <a:blip r:embed="rId5">
              <a:alphaModFix amt="50000"/>
            </a:blip>
            <a:stretch/>
          </p:blipFill>
          <p:spPr>
            <a:xfrm rot="3138600">
              <a:off x="-1972440" y="-2080440"/>
              <a:ext cx="3541680" cy="34646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15" name="Google Shape;359;p13"/>
            <p:cNvPicPr/>
            <p:nvPr/>
          </p:nvPicPr>
          <p:blipFill>
            <a:blip r:embed="rId5">
              <a:alphaModFix amt="50000"/>
            </a:blip>
            <a:stretch/>
          </p:blipFill>
          <p:spPr>
            <a:xfrm rot="2023800">
              <a:off x="-2974320" y="2406240"/>
              <a:ext cx="3541680" cy="346464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17" name="PlaceHolder 2"/>
          <p:cNvSpPr>
            <a:spLocks noGrp="1"/>
          </p:cNvSpPr>
          <p:nvPr>
            <p:ph type="title"/>
          </p:nvPr>
        </p:nvSpPr>
        <p:spPr>
          <a:xfrm>
            <a:off x="720000" y="1355400"/>
            <a:ext cx="823320" cy="447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3000" b="0" u="none" strike="noStrike">
                <a:solidFill>
                  <a:schemeClr val="lt1"/>
                </a:solidFill>
                <a:effectLst/>
                <a:uFillTx/>
                <a:latin typeface="Montserrat"/>
                <a:ea typeface="Montserrat"/>
              </a:rPr>
              <a:t>xx%</a:t>
            </a:r>
            <a:endParaRPr lang="fr-FR" sz="3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18" name="PlaceHolder 3"/>
          <p:cNvSpPr>
            <a:spLocks noGrp="1"/>
          </p:cNvSpPr>
          <p:nvPr>
            <p:ph type="title"/>
          </p:nvPr>
        </p:nvSpPr>
        <p:spPr>
          <a:xfrm>
            <a:off x="3958560" y="2492280"/>
            <a:ext cx="823320" cy="447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3000" b="0" u="none" strike="noStrike">
                <a:solidFill>
                  <a:schemeClr val="lt1"/>
                </a:solidFill>
                <a:effectLst/>
                <a:uFillTx/>
                <a:latin typeface="Montserrat"/>
                <a:ea typeface="Montserrat"/>
              </a:rPr>
              <a:t>xx%</a:t>
            </a:r>
            <a:endParaRPr lang="fr-FR" sz="3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19" name="PlaceHolder 4"/>
          <p:cNvSpPr>
            <a:spLocks noGrp="1"/>
          </p:cNvSpPr>
          <p:nvPr>
            <p:ph type="title"/>
          </p:nvPr>
        </p:nvSpPr>
        <p:spPr>
          <a:xfrm>
            <a:off x="3958560" y="1355400"/>
            <a:ext cx="823320" cy="447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3000" b="0" u="none" strike="noStrike">
                <a:solidFill>
                  <a:schemeClr val="lt1"/>
                </a:solidFill>
                <a:effectLst/>
                <a:uFillTx/>
                <a:latin typeface="Montserrat"/>
                <a:ea typeface="Montserrat"/>
              </a:rPr>
              <a:t>xx%</a:t>
            </a:r>
            <a:endParaRPr lang="fr-FR" sz="3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20" name="PlaceHolder 5"/>
          <p:cNvSpPr>
            <a:spLocks noGrp="1"/>
          </p:cNvSpPr>
          <p:nvPr>
            <p:ph type="title"/>
          </p:nvPr>
        </p:nvSpPr>
        <p:spPr>
          <a:xfrm>
            <a:off x="720000" y="3629160"/>
            <a:ext cx="823320" cy="447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3000" b="0" u="none" strike="noStrike">
                <a:solidFill>
                  <a:schemeClr val="lt1"/>
                </a:solidFill>
                <a:effectLst/>
                <a:uFillTx/>
                <a:latin typeface="Montserrat"/>
                <a:ea typeface="Montserrat"/>
              </a:rPr>
              <a:t>xx%</a:t>
            </a:r>
            <a:endParaRPr lang="fr-FR" sz="3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21" name="PlaceHolder 6"/>
          <p:cNvSpPr>
            <a:spLocks noGrp="1"/>
          </p:cNvSpPr>
          <p:nvPr>
            <p:ph type="title"/>
          </p:nvPr>
        </p:nvSpPr>
        <p:spPr>
          <a:xfrm>
            <a:off x="720000" y="2492280"/>
            <a:ext cx="823320" cy="447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3000" b="0" u="none" strike="noStrike">
                <a:solidFill>
                  <a:schemeClr val="lt1"/>
                </a:solidFill>
                <a:effectLst/>
                <a:uFillTx/>
                <a:latin typeface="Montserrat"/>
                <a:ea typeface="Montserrat"/>
              </a:rPr>
              <a:t>xx%</a:t>
            </a:r>
            <a:endParaRPr lang="fr-FR" sz="3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22" name="PlaceHolder 7"/>
          <p:cNvSpPr>
            <a:spLocks noGrp="1"/>
          </p:cNvSpPr>
          <p:nvPr>
            <p:ph type="title"/>
          </p:nvPr>
        </p:nvSpPr>
        <p:spPr>
          <a:xfrm>
            <a:off x="3958560" y="3629160"/>
            <a:ext cx="823320" cy="447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3000" b="0" u="none" strike="noStrike">
                <a:solidFill>
                  <a:schemeClr val="lt1"/>
                </a:solidFill>
                <a:effectLst/>
                <a:uFillTx/>
                <a:latin typeface="Montserrat"/>
                <a:ea typeface="Montserrat"/>
              </a:rPr>
              <a:t>xx%</a:t>
            </a:r>
            <a:endParaRPr lang="fr-FR" sz="3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  <p:transition spd="slow">
    <p:push dir="u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4"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Google Shape;374;p14"/>
          <p:cNvPicPr/>
          <p:nvPr/>
        </p:nvPicPr>
        <p:blipFill>
          <a:blip r:embed="rId2"/>
          <a:srcRect t="1844" r="1844"/>
          <a:stretch/>
        </p:blipFill>
        <p:spPr>
          <a:xfrm flipH="1">
            <a:off x="36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4" name="Google Shape;375;p14"/>
          <p:cNvPicPr/>
          <p:nvPr/>
        </p:nvPicPr>
        <p:blipFill>
          <a:blip r:embed="rId3">
            <a:alphaModFix amt="60000"/>
          </a:blip>
          <a:srcRect b="1681"/>
          <a:stretch/>
        </p:blipFill>
        <p:spPr>
          <a:xfrm flipH="1">
            <a:off x="6489000" y="0"/>
            <a:ext cx="2740680" cy="514332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125" name="Google Shape;376;p14"/>
          <p:cNvGrpSpPr/>
          <p:nvPr/>
        </p:nvGrpSpPr>
        <p:grpSpPr>
          <a:xfrm>
            <a:off x="-1880280" y="-2238480"/>
            <a:ext cx="12745800" cy="9193680"/>
            <a:chOff x="-1880280" y="-2238480"/>
            <a:chExt cx="12745800" cy="9193680"/>
          </a:xfrm>
        </p:grpSpPr>
        <p:pic>
          <p:nvPicPr>
            <p:cNvPr id="126" name="Google Shape;377;p14"/>
            <p:cNvPicPr/>
            <p:nvPr/>
          </p:nvPicPr>
          <p:blipFill>
            <a:blip r:embed="rId4">
              <a:alphaModFix amt="50000"/>
            </a:blip>
            <a:stretch/>
          </p:blipFill>
          <p:spPr>
            <a:xfrm rot="14977800" flipH="1">
              <a:off x="6854040" y="2959560"/>
              <a:ext cx="3541680" cy="34646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27" name="Google Shape;378;p14"/>
            <p:cNvPicPr/>
            <p:nvPr/>
          </p:nvPicPr>
          <p:blipFill>
            <a:blip r:embed="rId4">
              <a:alphaModFix amt="50000"/>
            </a:blip>
            <a:stretch/>
          </p:blipFill>
          <p:spPr>
            <a:xfrm rot="16919400" flipH="1">
              <a:off x="-1588680" y="-1878840"/>
              <a:ext cx="3541680" cy="346464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128" name="Google Shape;379;p14"/>
          <p:cNvGrpSpPr/>
          <p:nvPr/>
        </p:nvGrpSpPr>
        <p:grpSpPr>
          <a:xfrm>
            <a:off x="7748280" y="-749880"/>
            <a:ext cx="1963080" cy="2057760"/>
            <a:chOff x="7748280" y="-749880"/>
            <a:chExt cx="1963080" cy="2057760"/>
          </a:xfrm>
        </p:grpSpPr>
        <p:pic>
          <p:nvPicPr>
            <p:cNvPr id="129" name="Google Shape;380;p14"/>
            <p:cNvPicPr/>
            <p:nvPr/>
          </p:nvPicPr>
          <p:blipFill>
            <a:blip r:embed="rId5">
              <a:alphaModFix amt="50000"/>
            </a:blip>
            <a:stretch/>
          </p:blipFill>
          <p:spPr>
            <a:xfrm rot="16200000">
              <a:off x="7726320" y="-727920"/>
              <a:ext cx="2007000" cy="1963080"/>
            </a:xfrm>
            <a:prstGeom prst="rect">
              <a:avLst/>
            </a:prstGeom>
            <a:noFill/>
            <a:ln w="0">
              <a:noFill/>
            </a:ln>
          </p:spPr>
        </p:pic>
        <p:grpSp>
          <p:nvGrpSpPr>
            <p:cNvPr id="130" name="Google Shape;381;p14"/>
            <p:cNvGrpSpPr/>
            <p:nvPr/>
          </p:nvGrpSpPr>
          <p:grpSpPr>
            <a:xfrm>
              <a:off x="8696880" y="990720"/>
              <a:ext cx="344520" cy="317160"/>
              <a:chOff x="8696880" y="990720"/>
              <a:chExt cx="344520" cy="317160"/>
            </a:xfrm>
          </p:grpSpPr>
          <p:sp>
            <p:nvSpPr>
              <p:cNvPr id="131" name="Google Shape;382;p14"/>
              <p:cNvSpPr/>
              <p:nvPr/>
            </p:nvSpPr>
            <p:spPr>
              <a:xfrm>
                <a:off x="8811720" y="1044720"/>
                <a:ext cx="148320" cy="149040"/>
              </a:xfrm>
              <a:custGeom>
                <a:avLst/>
                <a:gdLst>
                  <a:gd name="textAreaLeft" fmla="*/ 0 w 148320"/>
                  <a:gd name="textAreaRight" fmla="*/ 148680 w 148320"/>
                  <a:gd name="textAreaTop" fmla="*/ 0 h 149040"/>
                  <a:gd name="textAreaBottom" fmla="*/ 149400 h 149040"/>
                </a:gdLst>
                <a:ahLst/>
                <a:cxnLst/>
                <a:rect l="textAreaLeft" t="textAreaTop" r="textAreaRight" b="textAreaBottom"/>
                <a:pathLst>
                  <a:path w="251" h="252">
                    <a:moveTo>
                      <a:pt x="197" y="142"/>
                    </a:moveTo>
                    <a:cubicBezTo>
                      <a:pt x="176" y="141"/>
                      <a:pt x="176" y="110"/>
                      <a:pt x="197" y="110"/>
                    </a:cubicBezTo>
                    <a:cubicBezTo>
                      <a:pt x="251" y="109"/>
                      <a:pt x="251" y="109"/>
                      <a:pt x="251" y="109"/>
                    </a:cubicBezTo>
                    <a:cubicBezTo>
                      <a:pt x="245" y="55"/>
                      <a:pt x="197" y="6"/>
                      <a:pt x="142" y="0"/>
                    </a:cubicBezTo>
                    <a:cubicBezTo>
                      <a:pt x="141" y="54"/>
                      <a:pt x="141" y="54"/>
                      <a:pt x="141" y="54"/>
                    </a:cubicBezTo>
                    <a:cubicBezTo>
                      <a:pt x="141" y="63"/>
                      <a:pt x="134" y="70"/>
                      <a:pt x="125" y="70"/>
                    </a:cubicBezTo>
                    <a:cubicBezTo>
                      <a:pt x="125" y="70"/>
                      <a:pt x="125" y="70"/>
                      <a:pt x="125" y="70"/>
                    </a:cubicBezTo>
                    <a:cubicBezTo>
                      <a:pt x="116" y="70"/>
                      <a:pt x="109" y="63"/>
                      <a:pt x="109" y="54"/>
                    </a:cubicBezTo>
                    <a:cubicBezTo>
                      <a:pt x="109" y="0"/>
                      <a:pt x="109" y="0"/>
                      <a:pt x="109" y="0"/>
                    </a:cubicBezTo>
                    <a:cubicBezTo>
                      <a:pt x="53" y="6"/>
                      <a:pt x="5" y="55"/>
                      <a:pt x="0" y="110"/>
                    </a:cubicBezTo>
                    <a:cubicBezTo>
                      <a:pt x="53" y="110"/>
                      <a:pt x="53" y="110"/>
                      <a:pt x="53" y="110"/>
                    </a:cubicBezTo>
                    <a:cubicBezTo>
                      <a:pt x="53" y="110"/>
                      <a:pt x="53" y="110"/>
                      <a:pt x="53" y="110"/>
                    </a:cubicBezTo>
                    <a:cubicBezTo>
                      <a:pt x="74" y="111"/>
                      <a:pt x="74" y="141"/>
                      <a:pt x="53" y="142"/>
                    </a:cubicBezTo>
                    <a:cubicBezTo>
                      <a:pt x="0" y="142"/>
                      <a:pt x="0" y="142"/>
                      <a:pt x="0" y="142"/>
                    </a:cubicBezTo>
                    <a:cubicBezTo>
                      <a:pt x="5" y="197"/>
                      <a:pt x="53" y="246"/>
                      <a:pt x="109" y="252"/>
                    </a:cubicBezTo>
                    <a:cubicBezTo>
                      <a:pt x="109" y="198"/>
                      <a:pt x="109" y="198"/>
                      <a:pt x="109" y="198"/>
                    </a:cubicBezTo>
                    <a:cubicBezTo>
                      <a:pt x="109" y="189"/>
                      <a:pt x="116" y="182"/>
                      <a:pt x="125" y="182"/>
                    </a:cubicBezTo>
                    <a:cubicBezTo>
                      <a:pt x="125" y="182"/>
                      <a:pt x="125" y="182"/>
                      <a:pt x="125" y="182"/>
                    </a:cubicBezTo>
                    <a:cubicBezTo>
                      <a:pt x="134" y="182"/>
                      <a:pt x="141" y="189"/>
                      <a:pt x="141" y="198"/>
                    </a:cubicBezTo>
                    <a:cubicBezTo>
                      <a:pt x="141" y="252"/>
                      <a:pt x="141" y="252"/>
                      <a:pt x="141" y="252"/>
                    </a:cubicBezTo>
                    <a:cubicBezTo>
                      <a:pt x="197" y="246"/>
                      <a:pt x="245" y="197"/>
                      <a:pt x="251" y="142"/>
                    </a:cubicBezTo>
                    <a:cubicBezTo>
                      <a:pt x="197" y="142"/>
                      <a:pt x="197" y="142"/>
                      <a:pt x="197" y="142"/>
                    </a:cubicBezTo>
                    <a:cubicBezTo>
                      <a:pt x="197" y="142"/>
                      <a:pt x="197" y="142"/>
                      <a:pt x="197" y="142"/>
                    </a:cubicBezTo>
                    <a:close/>
                    <a:moveTo>
                      <a:pt x="125" y="142"/>
                    </a:moveTo>
                    <a:cubicBezTo>
                      <a:pt x="104" y="141"/>
                      <a:pt x="104" y="111"/>
                      <a:pt x="125" y="110"/>
                    </a:cubicBezTo>
                    <a:cubicBezTo>
                      <a:pt x="147" y="110"/>
                      <a:pt x="147" y="141"/>
                      <a:pt x="125" y="142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2" name="Google Shape;383;p14"/>
              <p:cNvSpPr/>
              <p:nvPr/>
            </p:nvSpPr>
            <p:spPr>
              <a:xfrm>
                <a:off x="8696880" y="1229400"/>
                <a:ext cx="77760" cy="78480"/>
              </a:xfrm>
              <a:custGeom>
                <a:avLst/>
                <a:gdLst>
                  <a:gd name="textAreaLeft" fmla="*/ 0 w 77760"/>
                  <a:gd name="textAreaRight" fmla="*/ 78120 w 77760"/>
                  <a:gd name="textAreaTop" fmla="*/ 0 h 78480"/>
                  <a:gd name="textAreaBottom" fmla="*/ 78840 h 78480"/>
                </a:gdLst>
                <a:ahLst/>
                <a:cxnLst/>
                <a:rect l="textAreaLeft" t="textAreaTop" r="textAreaRight" b="textAreaBottom"/>
                <a:pathLst>
                  <a:path w="132" h="133">
                    <a:moveTo>
                      <a:pt x="75" y="0"/>
                    </a:moveTo>
                    <a:cubicBezTo>
                      <a:pt x="15" y="60"/>
                      <a:pt x="15" y="60"/>
                      <a:pt x="15" y="60"/>
                    </a:cubicBezTo>
                    <a:cubicBezTo>
                      <a:pt x="0" y="76"/>
                      <a:pt x="0" y="101"/>
                      <a:pt x="15" y="117"/>
                    </a:cubicBezTo>
                    <a:cubicBezTo>
                      <a:pt x="31" y="133"/>
                      <a:pt x="56" y="133"/>
                      <a:pt x="72" y="117"/>
                    </a:cubicBezTo>
                    <a:cubicBezTo>
                      <a:pt x="132" y="57"/>
                      <a:pt x="132" y="57"/>
                      <a:pt x="132" y="57"/>
                    </a:cubicBezTo>
                    <a:cubicBezTo>
                      <a:pt x="132" y="57"/>
                      <a:pt x="132" y="57"/>
                      <a:pt x="132" y="57"/>
                    </a:cubicBezTo>
                    <a:lnTo>
                      <a:pt x="75" y="0"/>
                    </a:ln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9240" bIns="392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3" name="Google Shape;384;p14"/>
              <p:cNvSpPr/>
              <p:nvPr/>
            </p:nvSpPr>
            <p:spPr>
              <a:xfrm>
                <a:off x="8730360" y="990720"/>
                <a:ext cx="311040" cy="245520"/>
              </a:xfrm>
              <a:custGeom>
                <a:avLst/>
                <a:gdLst>
                  <a:gd name="textAreaLeft" fmla="*/ 0 w 311040"/>
                  <a:gd name="textAreaRight" fmla="*/ 311400 w 311040"/>
                  <a:gd name="textAreaTop" fmla="*/ 0 h 245520"/>
                  <a:gd name="textAreaBottom" fmla="*/ 245880 h 245520"/>
                </a:gdLst>
                <a:ahLst/>
                <a:cxnLst/>
                <a:rect l="textAreaLeft" t="textAreaTop" r="textAreaRight" b="textAreaBottom"/>
                <a:pathLst>
                  <a:path w="526" h="415">
                    <a:moveTo>
                      <a:pt x="402" y="77"/>
                    </a:moveTo>
                    <a:cubicBezTo>
                      <a:pt x="329" y="1"/>
                      <a:pt x="197" y="0"/>
                      <a:pt x="124" y="77"/>
                    </a:cubicBezTo>
                    <a:cubicBezTo>
                      <a:pt x="0" y="200"/>
                      <a:pt x="89" y="415"/>
                      <a:pt x="263" y="414"/>
                    </a:cubicBezTo>
                    <a:cubicBezTo>
                      <a:pt x="437" y="415"/>
                      <a:pt x="526" y="200"/>
                      <a:pt x="402" y="77"/>
                    </a:cubicBezTo>
                    <a:close/>
                    <a:moveTo>
                      <a:pt x="376" y="329"/>
                    </a:moveTo>
                    <a:cubicBezTo>
                      <a:pt x="312" y="393"/>
                      <a:pt x="211" y="390"/>
                      <a:pt x="151" y="329"/>
                    </a:cubicBezTo>
                    <a:cubicBezTo>
                      <a:pt x="120" y="299"/>
                      <a:pt x="105" y="259"/>
                      <a:pt x="104" y="219"/>
                    </a:cubicBezTo>
                    <a:cubicBezTo>
                      <a:pt x="104" y="218"/>
                      <a:pt x="104" y="218"/>
                      <a:pt x="104" y="217"/>
                    </a:cubicBezTo>
                    <a:cubicBezTo>
                      <a:pt x="104" y="216"/>
                      <a:pt x="104" y="216"/>
                      <a:pt x="104" y="215"/>
                    </a:cubicBezTo>
                    <a:cubicBezTo>
                      <a:pt x="103" y="131"/>
                      <a:pt x="177" y="56"/>
                      <a:pt x="263" y="57"/>
                    </a:cubicBezTo>
                    <a:cubicBezTo>
                      <a:pt x="409" y="60"/>
                      <a:pt x="473" y="231"/>
                      <a:pt x="376" y="329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4" name="Google Shape;385;p14"/>
              <p:cNvSpPr/>
              <p:nvPr/>
            </p:nvSpPr>
            <p:spPr>
              <a:xfrm>
                <a:off x="8754840" y="1196640"/>
                <a:ext cx="52560" cy="52560"/>
              </a:xfrm>
              <a:custGeom>
                <a:avLst/>
                <a:gdLst>
                  <a:gd name="textAreaLeft" fmla="*/ 0 w 52560"/>
                  <a:gd name="textAreaRight" fmla="*/ 52920 w 52560"/>
                  <a:gd name="textAreaTop" fmla="*/ 0 h 52560"/>
                  <a:gd name="textAreaBottom" fmla="*/ 52920 h 52560"/>
                </a:gdLst>
                <a:ahLst/>
                <a:cxnLst/>
                <a:rect l="textAreaLeft" t="textAreaTop" r="textAreaRight" b="textAreaBottom"/>
                <a:pathLst>
                  <a:path w="89" h="89">
                    <a:moveTo>
                      <a:pt x="33" y="0"/>
                    </a:moveTo>
                    <a:cubicBezTo>
                      <a:pt x="0" y="32"/>
                      <a:pt x="0" y="32"/>
                      <a:pt x="0" y="32"/>
                    </a:cubicBezTo>
                    <a:cubicBezTo>
                      <a:pt x="57" y="89"/>
                      <a:pt x="57" y="89"/>
                      <a:pt x="57" y="89"/>
                    </a:cubicBezTo>
                    <a:cubicBezTo>
                      <a:pt x="89" y="57"/>
                      <a:pt x="89" y="57"/>
                      <a:pt x="89" y="57"/>
                    </a:cubicBezTo>
                    <a:cubicBezTo>
                      <a:pt x="67" y="41"/>
                      <a:pt x="48" y="22"/>
                      <a:pt x="33" y="0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6280" bIns="2628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35" name="Google Shape;386;p14"/>
            <p:cNvGrpSpPr/>
            <p:nvPr/>
          </p:nvGrpSpPr>
          <p:grpSpPr>
            <a:xfrm>
              <a:off x="8691120" y="332640"/>
              <a:ext cx="356040" cy="357120"/>
              <a:chOff x="8691120" y="332640"/>
              <a:chExt cx="356040" cy="357120"/>
            </a:xfrm>
          </p:grpSpPr>
          <p:sp>
            <p:nvSpPr>
              <p:cNvPr id="136" name="Google Shape;387;p14"/>
              <p:cNvSpPr/>
              <p:nvPr/>
            </p:nvSpPr>
            <p:spPr>
              <a:xfrm>
                <a:off x="8768880" y="542520"/>
                <a:ext cx="68400" cy="68400"/>
              </a:xfrm>
              <a:custGeom>
                <a:avLst/>
                <a:gdLst>
                  <a:gd name="textAreaLeft" fmla="*/ 0 w 68400"/>
                  <a:gd name="textAreaRight" fmla="*/ 68760 w 68400"/>
                  <a:gd name="textAreaTop" fmla="*/ 0 h 68400"/>
                  <a:gd name="textAreaBottom" fmla="*/ 68760 h 68400"/>
                </a:gdLst>
                <a:ahLst/>
                <a:cxnLst/>
                <a:rect l="textAreaLeft" t="textAreaTop" r="textAreaRight" b="textAreaBottom"/>
                <a:pathLst>
                  <a:path w="99" h="99">
                    <a:moveTo>
                      <a:pt x="0" y="2"/>
                    </a:moveTo>
                    <a:cubicBezTo>
                      <a:pt x="7" y="24"/>
                      <a:pt x="19" y="45"/>
                      <a:pt x="37" y="62"/>
                    </a:cubicBezTo>
                    <a:cubicBezTo>
                      <a:pt x="54" y="80"/>
                      <a:pt x="75" y="92"/>
                      <a:pt x="97" y="99"/>
                    </a:cubicBezTo>
                    <a:cubicBezTo>
                      <a:pt x="99" y="53"/>
                      <a:pt x="46" y="0"/>
                      <a:pt x="0" y="2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4200" bIns="3420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7" name="Google Shape;388;p14"/>
              <p:cNvSpPr/>
              <p:nvPr/>
            </p:nvSpPr>
            <p:spPr>
              <a:xfrm>
                <a:off x="8900640" y="543600"/>
                <a:ext cx="67680" cy="67320"/>
              </a:xfrm>
              <a:custGeom>
                <a:avLst/>
                <a:gdLst>
                  <a:gd name="textAreaLeft" fmla="*/ 0 w 67680"/>
                  <a:gd name="textAreaRight" fmla="*/ 68040 w 67680"/>
                  <a:gd name="textAreaTop" fmla="*/ 0 h 67320"/>
                  <a:gd name="textAreaBottom" fmla="*/ 67680 h 67320"/>
                </a:gdLst>
                <a:ahLst/>
                <a:cxnLst/>
                <a:rect l="textAreaLeft" t="textAreaTop" r="textAreaRight" b="textAreaBottom"/>
                <a:pathLst>
                  <a:path w="98" h="98">
                    <a:moveTo>
                      <a:pt x="31" y="32"/>
                    </a:moveTo>
                    <a:cubicBezTo>
                      <a:pt x="11" y="52"/>
                      <a:pt x="0" y="77"/>
                      <a:pt x="0" y="98"/>
                    </a:cubicBezTo>
                    <a:cubicBezTo>
                      <a:pt x="22" y="91"/>
                      <a:pt x="43" y="79"/>
                      <a:pt x="61" y="61"/>
                    </a:cubicBezTo>
                    <a:cubicBezTo>
                      <a:pt x="78" y="44"/>
                      <a:pt x="91" y="23"/>
                      <a:pt x="98" y="1"/>
                    </a:cubicBezTo>
                    <a:cubicBezTo>
                      <a:pt x="76" y="0"/>
                      <a:pt x="51" y="11"/>
                      <a:pt x="31" y="32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3840" bIns="338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8" name="Google Shape;389;p14"/>
              <p:cNvSpPr/>
              <p:nvPr/>
            </p:nvSpPr>
            <p:spPr>
              <a:xfrm>
                <a:off x="8768880" y="411480"/>
                <a:ext cx="66960" cy="67680"/>
              </a:xfrm>
              <a:custGeom>
                <a:avLst/>
                <a:gdLst>
                  <a:gd name="textAreaLeft" fmla="*/ 0 w 66960"/>
                  <a:gd name="textAreaRight" fmla="*/ 67320 w 66960"/>
                  <a:gd name="textAreaTop" fmla="*/ 0 h 67680"/>
                  <a:gd name="textAreaBottom" fmla="*/ 68040 h 67680"/>
                </a:gdLst>
                <a:ahLst/>
                <a:cxnLst/>
                <a:rect l="textAreaLeft" t="textAreaTop" r="textAreaRight" b="textAreaBottom"/>
                <a:pathLst>
                  <a:path w="97" h="98">
                    <a:moveTo>
                      <a:pt x="66" y="67"/>
                    </a:moveTo>
                    <a:cubicBezTo>
                      <a:pt x="86" y="47"/>
                      <a:pt x="97" y="22"/>
                      <a:pt x="97" y="0"/>
                    </a:cubicBezTo>
                    <a:cubicBezTo>
                      <a:pt x="52" y="14"/>
                      <a:pt x="13" y="53"/>
                      <a:pt x="0" y="98"/>
                    </a:cubicBezTo>
                    <a:cubicBezTo>
                      <a:pt x="21" y="98"/>
                      <a:pt x="46" y="87"/>
                      <a:pt x="66" y="67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3840" bIns="338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9" name="Google Shape;390;p14"/>
              <p:cNvSpPr/>
              <p:nvPr/>
            </p:nvSpPr>
            <p:spPr>
              <a:xfrm>
                <a:off x="8899200" y="411480"/>
                <a:ext cx="69120" cy="69120"/>
              </a:xfrm>
              <a:custGeom>
                <a:avLst/>
                <a:gdLst>
                  <a:gd name="textAreaLeft" fmla="*/ 0 w 69120"/>
                  <a:gd name="textAreaRight" fmla="*/ 69480 w 69120"/>
                  <a:gd name="textAreaTop" fmla="*/ 0 h 69120"/>
                  <a:gd name="textAreaBottom" fmla="*/ 69480 h 69120"/>
                </a:gdLst>
                <a:ahLst/>
                <a:cxnLst/>
                <a:rect l="textAreaLeft" t="textAreaTop" r="textAreaRight" b="textAreaBottom"/>
                <a:pathLst>
                  <a:path w="100" h="100">
                    <a:moveTo>
                      <a:pt x="100" y="98"/>
                    </a:moveTo>
                    <a:cubicBezTo>
                      <a:pt x="86" y="53"/>
                      <a:pt x="47" y="14"/>
                      <a:pt x="2" y="0"/>
                    </a:cubicBezTo>
                    <a:cubicBezTo>
                      <a:pt x="0" y="46"/>
                      <a:pt x="54" y="100"/>
                      <a:pt x="100" y="98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4560" bIns="3456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40" name="Google Shape;391;p14"/>
              <p:cNvSpPr/>
              <p:nvPr/>
            </p:nvSpPr>
            <p:spPr>
              <a:xfrm>
                <a:off x="8850240" y="494640"/>
                <a:ext cx="36000" cy="35280"/>
              </a:xfrm>
              <a:custGeom>
                <a:avLst/>
                <a:gdLst>
                  <a:gd name="textAreaLeft" fmla="*/ 0 w 36000"/>
                  <a:gd name="textAreaRight" fmla="*/ 36360 w 36000"/>
                  <a:gd name="textAreaTop" fmla="*/ 0 h 35280"/>
                  <a:gd name="textAreaBottom" fmla="*/ 35640 h 35280"/>
                </a:gdLst>
                <a:ahLst/>
                <a:cxnLst/>
                <a:rect l="textAreaLeft" t="textAreaTop" r="textAreaRight" b="textAreaBottom"/>
                <a:pathLst>
                  <a:path w="53" h="51">
                    <a:moveTo>
                      <a:pt x="27" y="0"/>
                    </a:moveTo>
                    <a:cubicBezTo>
                      <a:pt x="21" y="0"/>
                      <a:pt x="14" y="3"/>
                      <a:pt x="10" y="7"/>
                    </a:cubicBezTo>
                    <a:cubicBezTo>
                      <a:pt x="0" y="17"/>
                      <a:pt x="0" y="32"/>
                      <a:pt x="10" y="41"/>
                    </a:cubicBezTo>
                    <a:cubicBezTo>
                      <a:pt x="19" y="51"/>
                      <a:pt x="34" y="51"/>
                      <a:pt x="44" y="41"/>
                    </a:cubicBezTo>
                    <a:cubicBezTo>
                      <a:pt x="53" y="32"/>
                      <a:pt x="53" y="17"/>
                      <a:pt x="44" y="7"/>
                    </a:cubicBezTo>
                    <a:cubicBezTo>
                      <a:pt x="39" y="3"/>
                      <a:pt x="33" y="0"/>
                      <a:pt x="27" y="0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7640" bIns="176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41" name="Google Shape;392;p14"/>
              <p:cNvSpPr/>
              <p:nvPr/>
            </p:nvSpPr>
            <p:spPr>
              <a:xfrm>
                <a:off x="8763120" y="406800"/>
                <a:ext cx="209880" cy="209880"/>
              </a:xfrm>
              <a:custGeom>
                <a:avLst/>
                <a:gdLst>
                  <a:gd name="textAreaLeft" fmla="*/ 0 w 209880"/>
                  <a:gd name="textAreaRight" fmla="*/ 210240 w 209880"/>
                  <a:gd name="textAreaTop" fmla="*/ 0 h 209880"/>
                  <a:gd name="textAreaBottom" fmla="*/ 210240 h 209880"/>
                </a:gdLst>
                <a:ahLst/>
                <a:cxnLst/>
                <a:rect l="textAreaLeft" t="textAreaTop" r="textAreaRight" b="textAreaBottom"/>
                <a:pathLst>
                  <a:path w="303" h="303">
                    <a:moveTo>
                      <a:pt x="295" y="135"/>
                    </a:moveTo>
                    <a:cubicBezTo>
                      <a:pt x="265" y="135"/>
                      <a:pt x="233" y="120"/>
                      <a:pt x="208" y="95"/>
                    </a:cubicBezTo>
                    <a:cubicBezTo>
                      <a:pt x="192" y="79"/>
                      <a:pt x="180" y="61"/>
                      <a:pt x="174" y="41"/>
                    </a:cubicBezTo>
                    <a:cubicBezTo>
                      <a:pt x="169" y="27"/>
                      <a:pt x="168" y="14"/>
                      <a:pt x="169" y="1"/>
                    </a:cubicBezTo>
                    <a:cubicBezTo>
                      <a:pt x="158" y="0"/>
                      <a:pt x="146" y="0"/>
                      <a:pt x="135" y="1"/>
                    </a:cubicBezTo>
                    <a:cubicBezTo>
                      <a:pt x="140" y="52"/>
                      <a:pt x="93" y="114"/>
                      <a:pt x="41" y="129"/>
                    </a:cubicBezTo>
                    <a:cubicBezTo>
                      <a:pt x="28" y="134"/>
                      <a:pt x="15" y="135"/>
                      <a:pt x="1" y="134"/>
                    </a:cubicBezTo>
                    <a:cubicBezTo>
                      <a:pt x="0" y="146"/>
                      <a:pt x="0" y="157"/>
                      <a:pt x="1" y="168"/>
                    </a:cubicBezTo>
                    <a:cubicBezTo>
                      <a:pt x="68" y="161"/>
                      <a:pt x="142" y="235"/>
                      <a:pt x="135" y="302"/>
                    </a:cubicBezTo>
                    <a:cubicBezTo>
                      <a:pt x="146" y="303"/>
                      <a:pt x="157" y="303"/>
                      <a:pt x="169" y="302"/>
                    </a:cubicBezTo>
                    <a:cubicBezTo>
                      <a:pt x="166" y="270"/>
                      <a:pt x="180" y="235"/>
                      <a:pt x="208" y="207"/>
                    </a:cubicBezTo>
                    <a:cubicBezTo>
                      <a:pt x="224" y="191"/>
                      <a:pt x="242" y="180"/>
                      <a:pt x="262" y="173"/>
                    </a:cubicBezTo>
                    <a:cubicBezTo>
                      <a:pt x="275" y="169"/>
                      <a:pt x="289" y="167"/>
                      <a:pt x="302" y="168"/>
                    </a:cubicBezTo>
                    <a:cubicBezTo>
                      <a:pt x="303" y="157"/>
                      <a:pt x="303" y="146"/>
                      <a:pt x="302" y="134"/>
                    </a:cubicBezTo>
                    <a:cubicBezTo>
                      <a:pt x="300" y="134"/>
                      <a:pt x="297" y="135"/>
                      <a:pt x="295" y="135"/>
                    </a:cubicBezTo>
                    <a:close/>
                    <a:moveTo>
                      <a:pt x="190" y="190"/>
                    </a:moveTo>
                    <a:cubicBezTo>
                      <a:pt x="190" y="190"/>
                      <a:pt x="190" y="190"/>
                      <a:pt x="190" y="190"/>
                    </a:cubicBezTo>
                    <a:cubicBezTo>
                      <a:pt x="169" y="211"/>
                      <a:pt x="135" y="211"/>
                      <a:pt x="114" y="190"/>
                    </a:cubicBezTo>
                    <a:cubicBezTo>
                      <a:pt x="92" y="169"/>
                      <a:pt x="92" y="134"/>
                      <a:pt x="114" y="113"/>
                    </a:cubicBezTo>
                    <a:cubicBezTo>
                      <a:pt x="135" y="92"/>
                      <a:pt x="169" y="92"/>
                      <a:pt x="190" y="113"/>
                    </a:cubicBezTo>
                    <a:cubicBezTo>
                      <a:pt x="211" y="134"/>
                      <a:pt x="211" y="169"/>
                      <a:pt x="190" y="190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42" name="Google Shape;393;p14"/>
              <p:cNvSpPr/>
              <p:nvPr/>
            </p:nvSpPr>
            <p:spPr>
              <a:xfrm>
                <a:off x="8691120" y="332640"/>
                <a:ext cx="356040" cy="357120"/>
              </a:xfrm>
              <a:custGeom>
                <a:avLst/>
                <a:gdLst>
                  <a:gd name="textAreaLeft" fmla="*/ 0 w 356040"/>
                  <a:gd name="textAreaRight" fmla="*/ 356400 w 356040"/>
                  <a:gd name="textAreaTop" fmla="*/ 0 h 357120"/>
                  <a:gd name="textAreaBottom" fmla="*/ 357480 h 357120"/>
                </a:gdLst>
                <a:ahLst/>
                <a:cxnLst/>
                <a:rect l="textAreaLeft" t="textAreaTop" r="textAreaRight" b="textAreaBottom"/>
                <a:pathLst>
                  <a:path w="514" h="515">
                    <a:moveTo>
                      <a:pt x="507" y="209"/>
                    </a:moveTo>
                    <a:cubicBezTo>
                      <a:pt x="506" y="200"/>
                      <a:pt x="499" y="193"/>
                      <a:pt x="490" y="192"/>
                    </a:cubicBezTo>
                    <a:cubicBezTo>
                      <a:pt x="469" y="188"/>
                      <a:pt x="469" y="188"/>
                      <a:pt x="469" y="188"/>
                    </a:cubicBezTo>
                    <a:cubicBezTo>
                      <a:pt x="467" y="188"/>
                      <a:pt x="465" y="186"/>
                      <a:pt x="464" y="184"/>
                    </a:cubicBezTo>
                    <a:cubicBezTo>
                      <a:pt x="461" y="177"/>
                      <a:pt x="458" y="170"/>
                      <a:pt x="455" y="163"/>
                    </a:cubicBezTo>
                    <a:cubicBezTo>
                      <a:pt x="454" y="161"/>
                      <a:pt x="454" y="158"/>
                      <a:pt x="456" y="157"/>
                    </a:cubicBezTo>
                    <a:cubicBezTo>
                      <a:pt x="468" y="139"/>
                      <a:pt x="468" y="139"/>
                      <a:pt x="468" y="139"/>
                    </a:cubicBezTo>
                    <a:cubicBezTo>
                      <a:pt x="473" y="132"/>
                      <a:pt x="473" y="122"/>
                      <a:pt x="468" y="115"/>
                    </a:cubicBezTo>
                    <a:cubicBezTo>
                      <a:pt x="459" y="101"/>
                      <a:pt x="448" y="89"/>
                      <a:pt x="437" y="77"/>
                    </a:cubicBezTo>
                    <a:cubicBezTo>
                      <a:pt x="424" y="64"/>
                      <a:pt x="409" y="53"/>
                      <a:pt x="394" y="43"/>
                    </a:cubicBezTo>
                    <a:cubicBezTo>
                      <a:pt x="389" y="39"/>
                      <a:pt x="382" y="39"/>
                      <a:pt x="377" y="43"/>
                    </a:cubicBezTo>
                    <a:cubicBezTo>
                      <a:pt x="357" y="58"/>
                      <a:pt x="357" y="58"/>
                      <a:pt x="357" y="58"/>
                    </a:cubicBezTo>
                    <a:cubicBezTo>
                      <a:pt x="355" y="59"/>
                      <a:pt x="352" y="60"/>
                      <a:pt x="350" y="59"/>
                    </a:cubicBezTo>
                    <a:cubicBezTo>
                      <a:pt x="343" y="55"/>
                      <a:pt x="336" y="53"/>
                      <a:pt x="329" y="50"/>
                    </a:cubicBezTo>
                    <a:cubicBezTo>
                      <a:pt x="327" y="49"/>
                      <a:pt x="326" y="47"/>
                      <a:pt x="325" y="45"/>
                    </a:cubicBezTo>
                    <a:cubicBezTo>
                      <a:pt x="321" y="20"/>
                      <a:pt x="321" y="20"/>
                      <a:pt x="321" y="20"/>
                    </a:cubicBezTo>
                    <a:cubicBezTo>
                      <a:pt x="320" y="14"/>
                      <a:pt x="315" y="9"/>
                      <a:pt x="309" y="8"/>
                    </a:cubicBezTo>
                    <a:cubicBezTo>
                      <a:pt x="274" y="0"/>
                      <a:pt x="237" y="1"/>
                      <a:pt x="201" y="8"/>
                    </a:cubicBezTo>
                    <a:cubicBezTo>
                      <a:pt x="195" y="9"/>
                      <a:pt x="191" y="14"/>
                      <a:pt x="190" y="20"/>
                    </a:cubicBezTo>
                    <a:cubicBezTo>
                      <a:pt x="186" y="45"/>
                      <a:pt x="186" y="45"/>
                      <a:pt x="186" y="45"/>
                    </a:cubicBezTo>
                    <a:cubicBezTo>
                      <a:pt x="185" y="48"/>
                      <a:pt x="184" y="49"/>
                      <a:pt x="181" y="50"/>
                    </a:cubicBezTo>
                    <a:cubicBezTo>
                      <a:pt x="174" y="53"/>
                      <a:pt x="167" y="56"/>
                      <a:pt x="160" y="59"/>
                    </a:cubicBezTo>
                    <a:cubicBezTo>
                      <a:pt x="158" y="60"/>
                      <a:pt x="156" y="60"/>
                      <a:pt x="154" y="58"/>
                    </a:cubicBezTo>
                    <a:cubicBezTo>
                      <a:pt x="133" y="44"/>
                      <a:pt x="133" y="44"/>
                      <a:pt x="133" y="44"/>
                    </a:cubicBezTo>
                    <a:cubicBezTo>
                      <a:pt x="128" y="40"/>
                      <a:pt x="121" y="40"/>
                      <a:pt x="116" y="43"/>
                    </a:cubicBezTo>
                    <a:cubicBezTo>
                      <a:pt x="101" y="53"/>
                      <a:pt x="87" y="65"/>
                      <a:pt x="75" y="77"/>
                    </a:cubicBezTo>
                    <a:cubicBezTo>
                      <a:pt x="63" y="89"/>
                      <a:pt x="52" y="102"/>
                      <a:pt x="43" y="116"/>
                    </a:cubicBezTo>
                    <a:cubicBezTo>
                      <a:pt x="38" y="123"/>
                      <a:pt x="38" y="133"/>
                      <a:pt x="43" y="140"/>
                    </a:cubicBezTo>
                    <a:cubicBezTo>
                      <a:pt x="55" y="157"/>
                      <a:pt x="55" y="157"/>
                      <a:pt x="55" y="157"/>
                    </a:cubicBezTo>
                    <a:cubicBezTo>
                      <a:pt x="57" y="159"/>
                      <a:pt x="57" y="162"/>
                      <a:pt x="56" y="164"/>
                    </a:cubicBezTo>
                    <a:cubicBezTo>
                      <a:pt x="53" y="171"/>
                      <a:pt x="50" y="178"/>
                      <a:pt x="47" y="185"/>
                    </a:cubicBezTo>
                    <a:cubicBezTo>
                      <a:pt x="47" y="187"/>
                      <a:pt x="45" y="188"/>
                      <a:pt x="42" y="189"/>
                    </a:cubicBezTo>
                    <a:cubicBezTo>
                      <a:pt x="17" y="193"/>
                      <a:pt x="17" y="193"/>
                      <a:pt x="17" y="193"/>
                    </a:cubicBezTo>
                    <a:cubicBezTo>
                      <a:pt x="11" y="194"/>
                      <a:pt x="6" y="199"/>
                      <a:pt x="5" y="205"/>
                    </a:cubicBezTo>
                    <a:cubicBezTo>
                      <a:pt x="1" y="222"/>
                      <a:pt x="0" y="240"/>
                      <a:pt x="0" y="258"/>
                    </a:cubicBezTo>
                    <a:cubicBezTo>
                      <a:pt x="0" y="275"/>
                      <a:pt x="1" y="292"/>
                      <a:pt x="4" y="308"/>
                    </a:cubicBezTo>
                    <a:cubicBezTo>
                      <a:pt x="6" y="317"/>
                      <a:pt x="13" y="324"/>
                      <a:pt x="22" y="325"/>
                    </a:cubicBezTo>
                    <a:cubicBezTo>
                      <a:pt x="43" y="329"/>
                      <a:pt x="43" y="329"/>
                      <a:pt x="43" y="329"/>
                    </a:cubicBezTo>
                    <a:cubicBezTo>
                      <a:pt x="45" y="329"/>
                      <a:pt x="47" y="331"/>
                      <a:pt x="47" y="333"/>
                    </a:cubicBezTo>
                    <a:cubicBezTo>
                      <a:pt x="50" y="340"/>
                      <a:pt x="53" y="347"/>
                      <a:pt x="56" y="353"/>
                    </a:cubicBezTo>
                    <a:cubicBezTo>
                      <a:pt x="57" y="356"/>
                      <a:pt x="57" y="358"/>
                      <a:pt x="56" y="360"/>
                    </a:cubicBezTo>
                    <a:cubicBezTo>
                      <a:pt x="43" y="377"/>
                      <a:pt x="43" y="377"/>
                      <a:pt x="43" y="377"/>
                    </a:cubicBezTo>
                    <a:cubicBezTo>
                      <a:pt x="38" y="384"/>
                      <a:pt x="38" y="394"/>
                      <a:pt x="43" y="402"/>
                    </a:cubicBezTo>
                    <a:cubicBezTo>
                      <a:pt x="62" y="430"/>
                      <a:pt x="88" y="455"/>
                      <a:pt x="117" y="474"/>
                    </a:cubicBezTo>
                    <a:cubicBezTo>
                      <a:pt x="122" y="477"/>
                      <a:pt x="129" y="477"/>
                      <a:pt x="134" y="474"/>
                    </a:cubicBezTo>
                    <a:cubicBezTo>
                      <a:pt x="154" y="459"/>
                      <a:pt x="154" y="459"/>
                      <a:pt x="154" y="459"/>
                    </a:cubicBezTo>
                    <a:cubicBezTo>
                      <a:pt x="156" y="457"/>
                      <a:pt x="159" y="457"/>
                      <a:pt x="161" y="458"/>
                    </a:cubicBezTo>
                    <a:cubicBezTo>
                      <a:pt x="168" y="461"/>
                      <a:pt x="175" y="464"/>
                      <a:pt x="182" y="467"/>
                    </a:cubicBezTo>
                    <a:cubicBezTo>
                      <a:pt x="184" y="468"/>
                      <a:pt x="186" y="469"/>
                      <a:pt x="186" y="472"/>
                    </a:cubicBezTo>
                    <a:cubicBezTo>
                      <a:pt x="190" y="493"/>
                      <a:pt x="190" y="493"/>
                      <a:pt x="190" y="493"/>
                    </a:cubicBezTo>
                    <a:cubicBezTo>
                      <a:pt x="191" y="501"/>
                      <a:pt x="198" y="508"/>
                      <a:pt x="207" y="510"/>
                    </a:cubicBezTo>
                    <a:cubicBezTo>
                      <a:pt x="223" y="513"/>
                      <a:pt x="239" y="515"/>
                      <a:pt x="256" y="515"/>
                    </a:cubicBezTo>
                    <a:cubicBezTo>
                      <a:pt x="272" y="515"/>
                      <a:pt x="289" y="513"/>
                      <a:pt x="305" y="510"/>
                    </a:cubicBezTo>
                    <a:cubicBezTo>
                      <a:pt x="314" y="508"/>
                      <a:pt x="321" y="501"/>
                      <a:pt x="322" y="492"/>
                    </a:cubicBezTo>
                    <a:cubicBezTo>
                      <a:pt x="326" y="472"/>
                      <a:pt x="326" y="472"/>
                      <a:pt x="326" y="472"/>
                    </a:cubicBezTo>
                    <a:cubicBezTo>
                      <a:pt x="326" y="469"/>
                      <a:pt x="328" y="467"/>
                      <a:pt x="330" y="467"/>
                    </a:cubicBezTo>
                    <a:cubicBezTo>
                      <a:pt x="337" y="464"/>
                      <a:pt x="344" y="461"/>
                      <a:pt x="351" y="458"/>
                    </a:cubicBezTo>
                    <a:cubicBezTo>
                      <a:pt x="353" y="457"/>
                      <a:pt x="355" y="457"/>
                      <a:pt x="357" y="458"/>
                    </a:cubicBezTo>
                    <a:cubicBezTo>
                      <a:pt x="378" y="473"/>
                      <a:pt x="378" y="473"/>
                      <a:pt x="378" y="473"/>
                    </a:cubicBezTo>
                    <a:cubicBezTo>
                      <a:pt x="383" y="477"/>
                      <a:pt x="390" y="477"/>
                      <a:pt x="395" y="474"/>
                    </a:cubicBezTo>
                    <a:cubicBezTo>
                      <a:pt x="410" y="464"/>
                      <a:pt x="424" y="452"/>
                      <a:pt x="437" y="440"/>
                    </a:cubicBezTo>
                    <a:cubicBezTo>
                      <a:pt x="449" y="428"/>
                      <a:pt x="459" y="415"/>
                      <a:pt x="469" y="401"/>
                    </a:cubicBezTo>
                    <a:cubicBezTo>
                      <a:pt x="474" y="394"/>
                      <a:pt x="474" y="384"/>
                      <a:pt x="468" y="377"/>
                    </a:cubicBezTo>
                    <a:cubicBezTo>
                      <a:pt x="456" y="360"/>
                      <a:pt x="456" y="360"/>
                      <a:pt x="456" y="360"/>
                    </a:cubicBezTo>
                    <a:cubicBezTo>
                      <a:pt x="455" y="358"/>
                      <a:pt x="454" y="355"/>
                      <a:pt x="455" y="353"/>
                    </a:cubicBezTo>
                    <a:cubicBezTo>
                      <a:pt x="459" y="346"/>
                      <a:pt x="462" y="339"/>
                      <a:pt x="464" y="332"/>
                    </a:cubicBezTo>
                    <a:cubicBezTo>
                      <a:pt x="465" y="330"/>
                      <a:pt x="467" y="328"/>
                      <a:pt x="469" y="328"/>
                    </a:cubicBezTo>
                    <a:cubicBezTo>
                      <a:pt x="494" y="324"/>
                      <a:pt x="494" y="324"/>
                      <a:pt x="494" y="324"/>
                    </a:cubicBezTo>
                    <a:cubicBezTo>
                      <a:pt x="500" y="323"/>
                      <a:pt x="505" y="318"/>
                      <a:pt x="506" y="312"/>
                    </a:cubicBezTo>
                    <a:cubicBezTo>
                      <a:pt x="513" y="278"/>
                      <a:pt x="514" y="243"/>
                      <a:pt x="507" y="209"/>
                    </a:cubicBezTo>
                    <a:close/>
                    <a:moveTo>
                      <a:pt x="384" y="387"/>
                    </a:moveTo>
                    <a:cubicBezTo>
                      <a:pt x="339" y="431"/>
                      <a:pt x="279" y="448"/>
                      <a:pt x="220" y="436"/>
                    </a:cubicBezTo>
                    <a:cubicBezTo>
                      <a:pt x="219" y="436"/>
                      <a:pt x="218" y="436"/>
                      <a:pt x="217" y="436"/>
                    </a:cubicBezTo>
                    <a:cubicBezTo>
                      <a:pt x="217" y="436"/>
                      <a:pt x="217" y="436"/>
                      <a:pt x="217" y="436"/>
                    </a:cubicBezTo>
                    <a:cubicBezTo>
                      <a:pt x="151" y="423"/>
                      <a:pt x="91" y="363"/>
                      <a:pt x="79" y="297"/>
                    </a:cubicBezTo>
                    <a:cubicBezTo>
                      <a:pt x="79" y="297"/>
                      <a:pt x="79" y="297"/>
                      <a:pt x="79" y="297"/>
                    </a:cubicBezTo>
                    <a:cubicBezTo>
                      <a:pt x="78" y="296"/>
                      <a:pt x="78" y="295"/>
                      <a:pt x="78" y="294"/>
                    </a:cubicBezTo>
                    <a:cubicBezTo>
                      <a:pt x="73" y="271"/>
                      <a:pt x="73" y="246"/>
                      <a:pt x="78" y="222"/>
                    </a:cubicBezTo>
                    <a:cubicBezTo>
                      <a:pt x="78" y="221"/>
                      <a:pt x="78" y="220"/>
                      <a:pt x="79" y="219"/>
                    </a:cubicBezTo>
                    <a:cubicBezTo>
                      <a:pt x="79" y="219"/>
                      <a:pt x="79" y="219"/>
                      <a:pt x="79" y="219"/>
                    </a:cubicBezTo>
                    <a:cubicBezTo>
                      <a:pt x="108" y="81"/>
                      <a:pt x="283" y="29"/>
                      <a:pt x="384" y="130"/>
                    </a:cubicBezTo>
                    <a:cubicBezTo>
                      <a:pt x="409" y="155"/>
                      <a:pt x="425" y="186"/>
                      <a:pt x="433" y="219"/>
                    </a:cubicBezTo>
                    <a:cubicBezTo>
                      <a:pt x="433" y="219"/>
                      <a:pt x="433" y="219"/>
                      <a:pt x="433" y="219"/>
                    </a:cubicBezTo>
                    <a:cubicBezTo>
                      <a:pt x="433" y="221"/>
                      <a:pt x="433" y="222"/>
                      <a:pt x="433" y="223"/>
                    </a:cubicBezTo>
                    <a:cubicBezTo>
                      <a:pt x="445" y="280"/>
                      <a:pt x="428" y="342"/>
                      <a:pt x="384" y="387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43" name="Google Shape;394;p14"/>
            <p:cNvGrpSpPr/>
            <p:nvPr/>
          </p:nvGrpSpPr>
          <p:grpSpPr>
            <a:xfrm>
              <a:off x="8134560" y="650880"/>
              <a:ext cx="354600" cy="366480"/>
              <a:chOff x="8134560" y="650880"/>
              <a:chExt cx="354600" cy="366480"/>
            </a:xfrm>
          </p:grpSpPr>
          <p:sp>
            <p:nvSpPr>
              <p:cNvPr id="144" name="Google Shape;395;p14"/>
              <p:cNvSpPr/>
              <p:nvPr/>
            </p:nvSpPr>
            <p:spPr>
              <a:xfrm>
                <a:off x="8134560" y="650880"/>
                <a:ext cx="354600" cy="231480"/>
              </a:xfrm>
              <a:custGeom>
                <a:avLst/>
                <a:gdLst>
                  <a:gd name="textAreaLeft" fmla="*/ 0 w 354600"/>
                  <a:gd name="textAreaRight" fmla="*/ 354960 w 354600"/>
                  <a:gd name="textAreaTop" fmla="*/ 0 h 231480"/>
                  <a:gd name="textAreaBottom" fmla="*/ 231840 h 231480"/>
                </a:gdLst>
                <a:ahLst/>
                <a:cxnLst/>
                <a:rect l="textAreaLeft" t="textAreaTop" r="textAreaRight" b="textAreaBottom"/>
                <a:pathLst>
                  <a:path w="511" h="334">
                    <a:moveTo>
                      <a:pt x="470" y="187"/>
                    </a:moveTo>
                    <a:cubicBezTo>
                      <a:pt x="462" y="183"/>
                      <a:pt x="459" y="175"/>
                      <a:pt x="462" y="167"/>
                    </a:cubicBezTo>
                    <a:cubicBezTo>
                      <a:pt x="481" y="118"/>
                      <a:pt x="444" y="63"/>
                      <a:pt x="391" y="63"/>
                    </a:cubicBezTo>
                    <a:cubicBezTo>
                      <a:pt x="381" y="62"/>
                      <a:pt x="371" y="64"/>
                      <a:pt x="361" y="68"/>
                    </a:cubicBezTo>
                    <a:cubicBezTo>
                      <a:pt x="353" y="71"/>
                      <a:pt x="344" y="68"/>
                      <a:pt x="341" y="60"/>
                    </a:cubicBezTo>
                    <a:cubicBezTo>
                      <a:pt x="314" y="1"/>
                      <a:pt x="229" y="0"/>
                      <a:pt x="201" y="59"/>
                    </a:cubicBezTo>
                    <a:cubicBezTo>
                      <a:pt x="198" y="67"/>
                      <a:pt x="189" y="70"/>
                      <a:pt x="181" y="67"/>
                    </a:cubicBezTo>
                    <a:cubicBezTo>
                      <a:pt x="173" y="64"/>
                      <a:pt x="163" y="63"/>
                      <a:pt x="154" y="63"/>
                    </a:cubicBezTo>
                    <a:cubicBezTo>
                      <a:pt x="112" y="63"/>
                      <a:pt x="78" y="98"/>
                      <a:pt x="78" y="140"/>
                    </a:cubicBezTo>
                    <a:cubicBezTo>
                      <a:pt x="78" y="149"/>
                      <a:pt x="80" y="158"/>
                      <a:pt x="83" y="167"/>
                    </a:cubicBezTo>
                    <a:cubicBezTo>
                      <a:pt x="86" y="175"/>
                      <a:pt x="82" y="184"/>
                      <a:pt x="75" y="187"/>
                    </a:cubicBezTo>
                    <a:cubicBezTo>
                      <a:pt x="0" y="225"/>
                      <a:pt x="26" y="332"/>
                      <a:pt x="109" y="334"/>
                    </a:cubicBezTo>
                    <a:cubicBezTo>
                      <a:pt x="177" y="334"/>
                      <a:pt x="177" y="334"/>
                      <a:pt x="177" y="334"/>
                    </a:cubicBezTo>
                    <a:cubicBezTo>
                      <a:pt x="271" y="330"/>
                      <a:pt x="271" y="196"/>
                      <a:pt x="177" y="192"/>
                    </a:cubicBezTo>
                    <a:cubicBezTo>
                      <a:pt x="168" y="192"/>
                      <a:pt x="161" y="185"/>
                      <a:pt x="161" y="176"/>
                    </a:cubicBezTo>
                    <a:cubicBezTo>
                      <a:pt x="161" y="167"/>
                      <a:pt x="168" y="160"/>
                      <a:pt x="177" y="160"/>
                    </a:cubicBezTo>
                    <a:cubicBezTo>
                      <a:pt x="228" y="160"/>
                      <a:pt x="271" y="198"/>
                      <a:pt x="278" y="247"/>
                    </a:cubicBezTo>
                    <a:cubicBezTo>
                      <a:pt x="353" y="247"/>
                      <a:pt x="353" y="247"/>
                      <a:pt x="353" y="247"/>
                    </a:cubicBezTo>
                    <a:cubicBezTo>
                      <a:pt x="367" y="247"/>
                      <a:pt x="379" y="235"/>
                      <a:pt x="379" y="221"/>
                    </a:cubicBezTo>
                    <a:cubicBezTo>
                      <a:pt x="379" y="207"/>
                      <a:pt x="367" y="195"/>
                      <a:pt x="353" y="195"/>
                    </a:cubicBezTo>
                    <a:cubicBezTo>
                      <a:pt x="332" y="194"/>
                      <a:pt x="332" y="164"/>
                      <a:pt x="353" y="163"/>
                    </a:cubicBezTo>
                    <a:cubicBezTo>
                      <a:pt x="430" y="166"/>
                      <a:pt x="430" y="276"/>
                      <a:pt x="353" y="279"/>
                    </a:cubicBezTo>
                    <a:cubicBezTo>
                      <a:pt x="278" y="279"/>
                      <a:pt x="278" y="279"/>
                      <a:pt x="278" y="279"/>
                    </a:cubicBezTo>
                    <a:cubicBezTo>
                      <a:pt x="275" y="300"/>
                      <a:pt x="265" y="319"/>
                      <a:pt x="251" y="334"/>
                    </a:cubicBezTo>
                    <a:cubicBezTo>
                      <a:pt x="257" y="334"/>
                      <a:pt x="257" y="334"/>
                      <a:pt x="257" y="334"/>
                    </a:cubicBezTo>
                    <a:cubicBezTo>
                      <a:pt x="258" y="334"/>
                      <a:pt x="258" y="334"/>
                      <a:pt x="259" y="334"/>
                    </a:cubicBezTo>
                    <a:cubicBezTo>
                      <a:pt x="432" y="334"/>
                      <a:pt x="432" y="334"/>
                      <a:pt x="432" y="334"/>
                    </a:cubicBezTo>
                    <a:cubicBezTo>
                      <a:pt x="453" y="334"/>
                      <a:pt x="473" y="326"/>
                      <a:pt x="488" y="311"/>
                    </a:cubicBezTo>
                    <a:cubicBezTo>
                      <a:pt x="503" y="296"/>
                      <a:pt x="511" y="276"/>
                      <a:pt x="511" y="255"/>
                    </a:cubicBezTo>
                    <a:cubicBezTo>
                      <a:pt x="511" y="226"/>
                      <a:pt x="495" y="200"/>
                      <a:pt x="470" y="187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45" name="Google Shape;396;p14"/>
              <p:cNvSpPr/>
              <p:nvPr/>
            </p:nvSpPr>
            <p:spPr>
              <a:xfrm>
                <a:off x="8382960" y="971280"/>
                <a:ext cx="44280" cy="46080"/>
              </a:xfrm>
              <a:custGeom>
                <a:avLst/>
                <a:gdLst>
                  <a:gd name="textAreaLeft" fmla="*/ 0 w 44280"/>
                  <a:gd name="textAreaRight" fmla="*/ 44640 w 44280"/>
                  <a:gd name="textAreaTop" fmla="*/ 0 h 46080"/>
                  <a:gd name="textAreaBottom" fmla="*/ 46440 h 46080"/>
                </a:gdLst>
                <a:ahLst/>
                <a:cxnLst/>
                <a:rect l="textAreaLeft" t="textAreaTop" r="textAreaRight" b="textAreaBottom"/>
                <a:pathLst>
                  <a:path w="64" h="67">
                    <a:moveTo>
                      <a:pt x="63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35"/>
                      <a:pt x="0" y="35"/>
                      <a:pt x="0" y="35"/>
                    </a:cubicBezTo>
                    <a:cubicBezTo>
                      <a:pt x="0" y="52"/>
                      <a:pt x="14" y="67"/>
                      <a:pt x="32" y="67"/>
                    </a:cubicBezTo>
                    <a:cubicBezTo>
                      <a:pt x="57" y="67"/>
                      <a:pt x="57" y="67"/>
                      <a:pt x="57" y="67"/>
                    </a:cubicBezTo>
                    <a:cubicBezTo>
                      <a:pt x="61" y="67"/>
                      <a:pt x="64" y="63"/>
                      <a:pt x="64" y="59"/>
                    </a:cubicBezTo>
                    <a:cubicBezTo>
                      <a:pt x="64" y="0"/>
                      <a:pt x="64" y="0"/>
                      <a:pt x="64" y="0"/>
                    </a:cubicBezTo>
                    <a:cubicBezTo>
                      <a:pt x="64" y="0"/>
                      <a:pt x="64" y="0"/>
                      <a:pt x="63" y="0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3040" bIns="230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46" name="Google Shape;397;p14"/>
              <p:cNvSpPr/>
              <p:nvPr/>
            </p:nvSpPr>
            <p:spPr>
              <a:xfrm>
                <a:off x="8326440" y="900000"/>
                <a:ext cx="135000" cy="48600"/>
              </a:xfrm>
              <a:custGeom>
                <a:avLst/>
                <a:gdLst>
                  <a:gd name="textAreaLeft" fmla="*/ 0 w 135000"/>
                  <a:gd name="textAreaRight" fmla="*/ 135360 w 135000"/>
                  <a:gd name="textAreaTop" fmla="*/ 0 h 48600"/>
                  <a:gd name="textAreaBottom" fmla="*/ 48960 h 48600"/>
                </a:gdLst>
                <a:ahLst/>
                <a:cxnLst/>
                <a:rect l="textAreaLeft" t="textAreaTop" r="textAreaRight" b="textAreaBottom"/>
                <a:pathLst>
                  <a:path w="195" h="70">
                    <a:moveTo>
                      <a:pt x="195" y="19"/>
                    </a:moveTo>
                    <a:cubicBezTo>
                      <a:pt x="195" y="0"/>
                      <a:pt x="195" y="0"/>
                      <a:pt x="195" y="0"/>
                    </a:cubicBezTo>
                    <a:cubicBezTo>
                      <a:pt x="183" y="5"/>
                      <a:pt x="170" y="7"/>
                      <a:pt x="156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7" y="43"/>
                      <a:pt x="39" y="70"/>
                      <a:pt x="77" y="70"/>
                    </a:cubicBezTo>
                    <a:cubicBezTo>
                      <a:pt x="144" y="70"/>
                      <a:pt x="144" y="70"/>
                      <a:pt x="144" y="70"/>
                    </a:cubicBezTo>
                    <a:cubicBezTo>
                      <a:pt x="172" y="70"/>
                      <a:pt x="195" y="47"/>
                      <a:pt x="195" y="19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4480" bIns="2448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sp>
        <p:nvSpPr>
          <p:cNvPr id="147" name="PlaceHolder 1"/>
          <p:cNvSpPr>
            <a:spLocks noGrp="1"/>
          </p:cNvSpPr>
          <p:nvPr>
            <p:ph type="title"/>
          </p:nvPr>
        </p:nvSpPr>
        <p:spPr>
          <a:xfrm>
            <a:off x="1651680" y="974520"/>
            <a:ext cx="5415120" cy="10551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48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  <p:transition spd="slow">
    <p:push dir="u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4_1"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Google Shape;401;p15"/>
          <p:cNvPicPr/>
          <p:nvPr/>
        </p:nvPicPr>
        <p:blipFill>
          <a:blip r:embed="rId2"/>
          <a:srcRect t="1844" r="1844"/>
          <a:stretch/>
        </p:blipFill>
        <p:spPr>
          <a:xfrm flipH="1">
            <a:off x="36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0" name="Google Shape;402;p15"/>
          <p:cNvPicPr/>
          <p:nvPr/>
        </p:nvPicPr>
        <p:blipFill>
          <a:blip r:embed="rId3"/>
          <a:srcRect l="7208" r="48305" b="45432"/>
          <a:stretch/>
        </p:blipFill>
        <p:spPr>
          <a:xfrm flipH="1">
            <a:off x="7925040" y="2289240"/>
            <a:ext cx="1218960" cy="285408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151" name="Google Shape;403;p15"/>
          <p:cNvGrpSpPr/>
          <p:nvPr/>
        </p:nvGrpSpPr>
        <p:grpSpPr>
          <a:xfrm>
            <a:off x="-1880280" y="-2238480"/>
            <a:ext cx="12746160" cy="9194040"/>
            <a:chOff x="-1880280" y="-2238480"/>
            <a:chExt cx="12746160" cy="9194040"/>
          </a:xfrm>
        </p:grpSpPr>
        <p:pic>
          <p:nvPicPr>
            <p:cNvPr id="152" name="Google Shape;404;p15"/>
            <p:cNvPicPr/>
            <p:nvPr/>
          </p:nvPicPr>
          <p:blipFill>
            <a:blip r:embed="rId4">
              <a:alphaModFix amt="50000"/>
            </a:blip>
            <a:stretch/>
          </p:blipFill>
          <p:spPr>
            <a:xfrm rot="17422200">
              <a:off x="6854400" y="-1707480"/>
              <a:ext cx="3541680" cy="34646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53" name="Google Shape;405;p15"/>
            <p:cNvPicPr/>
            <p:nvPr/>
          </p:nvPicPr>
          <p:blipFill>
            <a:blip r:embed="rId4">
              <a:alphaModFix amt="50000"/>
            </a:blip>
            <a:stretch/>
          </p:blipFill>
          <p:spPr>
            <a:xfrm rot="15480600">
              <a:off x="-1588320" y="3130920"/>
              <a:ext cx="3541680" cy="346464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154" name="Google Shape;406;p15"/>
          <p:cNvGrpSpPr/>
          <p:nvPr/>
        </p:nvGrpSpPr>
        <p:grpSpPr>
          <a:xfrm>
            <a:off x="-1080360" y="-464040"/>
            <a:ext cx="1963080" cy="2007000"/>
            <a:chOff x="-1080360" y="-464040"/>
            <a:chExt cx="1963080" cy="2007000"/>
          </a:xfrm>
        </p:grpSpPr>
        <p:pic>
          <p:nvPicPr>
            <p:cNvPr id="155" name="Google Shape;407;p15"/>
            <p:cNvPicPr/>
            <p:nvPr/>
          </p:nvPicPr>
          <p:blipFill>
            <a:blip r:embed="rId5">
              <a:alphaModFix amt="50000"/>
            </a:blip>
            <a:stretch/>
          </p:blipFill>
          <p:spPr>
            <a:xfrm rot="5400000" flipH="1">
              <a:off x="-1102320" y="-442080"/>
              <a:ext cx="2007000" cy="1963080"/>
            </a:xfrm>
            <a:prstGeom prst="rect">
              <a:avLst/>
            </a:prstGeom>
            <a:noFill/>
            <a:ln w="0">
              <a:noFill/>
            </a:ln>
          </p:spPr>
        </p:pic>
        <p:grpSp>
          <p:nvGrpSpPr>
            <p:cNvPr id="156" name="Google Shape;408;p15"/>
            <p:cNvGrpSpPr/>
            <p:nvPr/>
          </p:nvGrpSpPr>
          <p:grpSpPr>
            <a:xfrm>
              <a:off x="180360" y="344160"/>
              <a:ext cx="314280" cy="314640"/>
              <a:chOff x="180360" y="344160"/>
              <a:chExt cx="314280" cy="314640"/>
            </a:xfrm>
          </p:grpSpPr>
          <p:sp>
            <p:nvSpPr>
              <p:cNvPr id="157" name="Google Shape;409;p15"/>
              <p:cNvSpPr/>
              <p:nvPr/>
            </p:nvSpPr>
            <p:spPr>
              <a:xfrm>
                <a:off x="219600" y="374040"/>
                <a:ext cx="185760" cy="186480"/>
              </a:xfrm>
              <a:custGeom>
                <a:avLst/>
                <a:gdLst>
                  <a:gd name="textAreaLeft" fmla="*/ 0 w 185760"/>
                  <a:gd name="textAreaRight" fmla="*/ 186120 w 185760"/>
                  <a:gd name="textAreaTop" fmla="*/ 0 h 186480"/>
                  <a:gd name="textAreaBottom" fmla="*/ 186840 h 186480"/>
                </a:gdLst>
                <a:ahLst/>
                <a:cxnLst/>
                <a:rect l="textAreaLeft" t="textAreaTop" r="textAreaRight" b="textAreaBottom"/>
                <a:pathLst>
                  <a:path w="306" h="307">
                    <a:moveTo>
                      <a:pt x="23" y="169"/>
                    </a:moveTo>
                    <a:cubicBezTo>
                      <a:pt x="0" y="169"/>
                      <a:pt x="0" y="169"/>
                      <a:pt x="0" y="169"/>
                    </a:cubicBezTo>
                    <a:cubicBezTo>
                      <a:pt x="7" y="242"/>
                      <a:pt x="65" y="299"/>
                      <a:pt x="137" y="307"/>
                    </a:cubicBezTo>
                    <a:cubicBezTo>
                      <a:pt x="137" y="284"/>
                      <a:pt x="137" y="284"/>
                      <a:pt x="137" y="284"/>
                    </a:cubicBezTo>
                    <a:cubicBezTo>
                      <a:pt x="138" y="263"/>
                      <a:pt x="168" y="263"/>
                      <a:pt x="168" y="284"/>
                    </a:cubicBezTo>
                    <a:cubicBezTo>
                      <a:pt x="168" y="307"/>
                      <a:pt x="168" y="307"/>
                      <a:pt x="168" y="307"/>
                    </a:cubicBezTo>
                    <a:cubicBezTo>
                      <a:pt x="241" y="299"/>
                      <a:pt x="299" y="242"/>
                      <a:pt x="306" y="169"/>
                    </a:cubicBezTo>
                    <a:cubicBezTo>
                      <a:pt x="283" y="169"/>
                      <a:pt x="283" y="169"/>
                      <a:pt x="283" y="169"/>
                    </a:cubicBezTo>
                    <a:cubicBezTo>
                      <a:pt x="262" y="168"/>
                      <a:pt x="262" y="139"/>
                      <a:pt x="283" y="138"/>
                    </a:cubicBezTo>
                    <a:cubicBezTo>
                      <a:pt x="306" y="138"/>
                      <a:pt x="306" y="138"/>
                      <a:pt x="306" y="138"/>
                    </a:cubicBezTo>
                    <a:cubicBezTo>
                      <a:pt x="299" y="65"/>
                      <a:pt x="241" y="8"/>
                      <a:pt x="168" y="0"/>
                    </a:cubicBezTo>
                    <a:cubicBezTo>
                      <a:pt x="168" y="24"/>
                      <a:pt x="168" y="24"/>
                      <a:pt x="168" y="24"/>
                    </a:cubicBezTo>
                    <a:cubicBezTo>
                      <a:pt x="167" y="44"/>
                      <a:pt x="138" y="44"/>
                      <a:pt x="137" y="24"/>
                    </a:cubicBezTo>
                    <a:cubicBezTo>
                      <a:pt x="137" y="0"/>
                      <a:pt x="137" y="0"/>
                      <a:pt x="137" y="0"/>
                    </a:cubicBezTo>
                    <a:cubicBezTo>
                      <a:pt x="65" y="8"/>
                      <a:pt x="7" y="65"/>
                      <a:pt x="0" y="138"/>
                    </a:cubicBezTo>
                    <a:cubicBezTo>
                      <a:pt x="23" y="138"/>
                      <a:pt x="23" y="138"/>
                      <a:pt x="23" y="138"/>
                    </a:cubicBezTo>
                    <a:cubicBezTo>
                      <a:pt x="43" y="139"/>
                      <a:pt x="43" y="168"/>
                      <a:pt x="23" y="169"/>
                    </a:cubicBezTo>
                    <a:close/>
                    <a:moveTo>
                      <a:pt x="103" y="138"/>
                    </a:moveTo>
                    <a:cubicBezTo>
                      <a:pt x="109" y="138"/>
                      <a:pt x="109" y="138"/>
                      <a:pt x="109" y="138"/>
                    </a:cubicBezTo>
                    <a:cubicBezTo>
                      <a:pt x="116" y="107"/>
                      <a:pt x="144" y="84"/>
                      <a:pt x="177" y="84"/>
                    </a:cubicBezTo>
                    <a:cubicBezTo>
                      <a:pt x="186" y="84"/>
                      <a:pt x="193" y="91"/>
                      <a:pt x="193" y="99"/>
                    </a:cubicBezTo>
                    <a:cubicBezTo>
                      <a:pt x="193" y="108"/>
                      <a:pt x="186" y="115"/>
                      <a:pt x="177" y="115"/>
                    </a:cubicBezTo>
                    <a:cubicBezTo>
                      <a:pt x="161" y="115"/>
                      <a:pt x="147" y="124"/>
                      <a:pt x="141" y="138"/>
                    </a:cubicBezTo>
                    <a:cubicBezTo>
                      <a:pt x="177" y="138"/>
                      <a:pt x="177" y="138"/>
                      <a:pt x="177" y="138"/>
                    </a:cubicBezTo>
                    <a:cubicBezTo>
                      <a:pt x="198" y="139"/>
                      <a:pt x="198" y="169"/>
                      <a:pt x="177" y="170"/>
                    </a:cubicBezTo>
                    <a:cubicBezTo>
                      <a:pt x="141" y="170"/>
                      <a:pt x="141" y="170"/>
                      <a:pt x="141" y="170"/>
                    </a:cubicBezTo>
                    <a:cubicBezTo>
                      <a:pt x="147" y="183"/>
                      <a:pt x="161" y="193"/>
                      <a:pt x="177" y="193"/>
                    </a:cubicBezTo>
                    <a:cubicBezTo>
                      <a:pt x="186" y="193"/>
                      <a:pt x="193" y="200"/>
                      <a:pt x="193" y="209"/>
                    </a:cubicBezTo>
                    <a:cubicBezTo>
                      <a:pt x="193" y="217"/>
                      <a:pt x="186" y="224"/>
                      <a:pt x="177" y="224"/>
                    </a:cubicBezTo>
                    <a:cubicBezTo>
                      <a:pt x="144" y="224"/>
                      <a:pt x="116" y="201"/>
                      <a:pt x="109" y="170"/>
                    </a:cubicBezTo>
                    <a:cubicBezTo>
                      <a:pt x="103" y="170"/>
                      <a:pt x="103" y="170"/>
                      <a:pt x="103" y="170"/>
                    </a:cubicBezTo>
                    <a:cubicBezTo>
                      <a:pt x="82" y="169"/>
                      <a:pt x="82" y="139"/>
                      <a:pt x="103" y="138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58" name="Google Shape;410;p15"/>
              <p:cNvSpPr/>
              <p:nvPr/>
            </p:nvSpPr>
            <p:spPr>
              <a:xfrm>
                <a:off x="180360" y="344160"/>
                <a:ext cx="314280" cy="314640"/>
              </a:xfrm>
              <a:custGeom>
                <a:avLst/>
                <a:gdLst>
                  <a:gd name="textAreaLeft" fmla="*/ 0 w 314280"/>
                  <a:gd name="textAreaRight" fmla="*/ 314640 w 314280"/>
                  <a:gd name="textAreaTop" fmla="*/ 0 h 314640"/>
                  <a:gd name="textAreaBottom" fmla="*/ 315000 h 314640"/>
                </a:gdLst>
                <a:ahLst/>
                <a:cxnLst/>
                <a:rect l="textAreaLeft" t="textAreaTop" r="textAreaRight" b="textAreaBottom"/>
                <a:pathLst>
                  <a:path w="517" h="517">
                    <a:moveTo>
                      <a:pt x="497" y="487"/>
                    </a:moveTo>
                    <a:cubicBezTo>
                      <a:pt x="30" y="487"/>
                      <a:pt x="30" y="487"/>
                      <a:pt x="30" y="487"/>
                    </a:cubicBezTo>
                    <a:cubicBezTo>
                      <a:pt x="30" y="453"/>
                      <a:pt x="30" y="453"/>
                      <a:pt x="30" y="453"/>
                    </a:cubicBezTo>
                    <a:cubicBezTo>
                      <a:pt x="208" y="453"/>
                      <a:pt x="208" y="453"/>
                      <a:pt x="208" y="453"/>
                    </a:cubicBezTo>
                    <a:cubicBezTo>
                      <a:pt x="350" y="453"/>
                      <a:pt x="468" y="342"/>
                      <a:pt x="475" y="200"/>
                    </a:cubicBezTo>
                    <a:cubicBezTo>
                      <a:pt x="479" y="129"/>
                      <a:pt x="479" y="129"/>
                      <a:pt x="479" y="129"/>
                    </a:cubicBezTo>
                    <a:cubicBezTo>
                      <a:pt x="485" y="136"/>
                      <a:pt x="485" y="136"/>
                      <a:pt x="485" y="136"/>
                    </a:cubicBezTo>
                    <a:cubicBezTo>
                      <a:pt x="488" y="140"/>
                      <a:pt x="492" y="141"/>
                      <a:pt x="497" y="141"/>
                    </a:cubicBezTo>
                    <a:cubicBezTo>
                      <a:pt x="500" y="141"/>
                      <a:pt x="504" y="140"/>
                      <a:pt x="506" y="137"/>
                    </a:cubicBezTo>
                    <a:cubicBezTo>
                      <a:pt x="513" y="132"/>
                      <a:pt x="513" y="122"/>
                      <a:pt x="508" y="116"/>
                    </a:cubicBezTo>
                    <a:cubicBezTo>
                      <a:pt x="477" y="82"/>
                      <a:pt x="477" y="82"/>
                      <a:pt x="477" y="82"/>
                    </a:cubicBezTo>
                    <a:cubicBezTo>
                      <a:pt x="472" y="77"/>
                      <a:pt x="462" y="75"/>
                      <a:pt x="456" y="81"/>
                    </a:cubicBezTo>
                    <a:cubicBezTo>
                      <a:pt x="424" y="110"/>
                      <a:pt x="424" y="110"/>
                      <a:pt x="424" y="110"/>
                    </a:cubicBezTo>
                    <a:cubicBezTo>
                      <a:pt x="410" y="124"/>
                      <a:pt x="429" y="145"/>
                      <a:pt x="444" y="132"/>
                    </a:cubicBezTo>
                    <a:cubicBezTo>
                      <a:pt x="449" y="128"/>
                      <a:pt x="449" y="128"/>
                      <a:pt x="449" y="128"/>
                    </a:cubicBezTo>
                    <a:cubicBezTo>
                      <a:pt x="445" y="198"/>
                      <a:pt x="445" y="198"/>
                      <a:pt x="445" y="198"/>
                    </a:cubicBezTo>
                    <a:cubicBezTo>
                      <a:pt x="439" y="324"/>
                      <a:pt x="334" y="423"/>
                      <a:pt x="208" y="423"/>
                    </a:cubicBezTo>
                    <a:cubicBezTo>
                      <a:pt x="30" y="423"/>
                      <a:pt x="30" y="423"/>
                      <a:pt x="30" y="423"/>
                    </a:cubicBezTo>
                    <a:cubicBezTo>
                      <a:pt x="30" y="20"/>
                      <a:pt x="30" y="20"/>
                      <a:pt x="30" y="20"/>
                    </a:cubicBezTo>
                    <a:cubicBezTo>
                      <a:pt x="29" y="0"/>
                      <a:pt x="0" y="0"/>
                      <a:pt x="0" y="20"/>
                    </a:cubicBezTo>
                    <a:cubicBezTo>
                      <a:pt x="0" y="502"/>
                      <a:pt x="0" y="502"/>
                      <a:pt x="0" y="502"/>
                    </a:cubicBezTo>
                    <a:cubicBezTo>
                      <a:pt x="0" y="510"/>
                      <a:pt x="6" y="517"/>
                      <a:pt x="15" y="517"/>
                    </a:cubicBezTo>
                    <a:cubicBezTo>
                      <a:pt x="497" y="517"/>
                      <a:pt x="497" y="517"/>
                      <a:pt x="497" y="517"/>
                    </a:cubicBezTo>
                    <a:cubicBezTo>
                      <a:pt x="517" y="516"/>
                      <a:pt x="517" y="487"/>
                      <a:pt x="497" y="487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59" name="Google Shape;411;p15"/>
            <p:cNvGrpSpPr/>
            <p:nvPr/>
          </p:nvGrpSpPr>
          <p:grpSpPr>
            <a:xfrm>
              <a:off x="149760" y="954360"/>
              <a:ext cx="375480" cy="388080"/>
              <a:chOff x="149760" y="954360"/>
              <a:chExt cx="375480" cy="388080"/>
            </a:xfrm>
          </p:grpSpPr>
          <p:sp>
            <p:nvSpPr>
              <p:cNvPr id="160" name="Google Shape;412;p15"/>
              <p:cNvSpPr/>
              <p:nvPr/>
            </p:nvSpPr>
            <p:spPr>
              <a:xfrm>
                <a:off x="149760" y="954360"/>
                <a:ext cx="375480" cy="245160"/>
              </a:xfrm>
              <a:custGeom>
                <a:avLst/>
                <a:gdLst>
                  <a:gd name="textAreaLeft" fmla="*/ 0 w 375480"/>
                  <a:gd name="textAreaRight" fmla="*/ 375840 w 375480"/>
                  <a:gd name="textAreaTop" fmla="*/ 0 h 245160"/>
                  <a:gd name="textAreaBottom" fmla="*/ 245520 h 245160"/>
                </a:gdLst>
                <a:ahLst/>
                <a:cxnLst/>
                <a:rect l="textAreaLeft" t="textAreaTop" r="textAreaRight" b="textAreaBottom"/>
                <a:pathLst>
                  <a:path w="511" h="334">
                    <a:moveTo>
                      <a:pt x="470" y="187"/>
                    </a:moveTo>
                    <a:cubicBezTo>
                      <a:pt x="462" y="183"/>
                      <a:pt x="459" y="175"/>
                      <a:pt x="462" y="167"/>
                    </a:cubicBezTo>
                    <a:cubicBezTo>
                      <a:pt x="481" y="118"/>
                      <a:pt x="444" y="63"/>
                      <a:pt x="391" y="63"/>
                    </a:cubicBezTo>
                    <a:cubicBezTo>
                      <a:pt x="381" y="62"/>
                      <a:pt x="371" y="64"/>
                      <a:pt x="361" y="68"/>
                    </a:cubicBezTo>
                    <a:cubicBezTo>
                      <a:pt x="353" y="71"/>
                      <a:pt x="344" y="68"/>
                      <a:pt x="341" y="60"/>
                    </a:cubicBezTo>
                    <a:cubicBezTo>
                      <a:pt x="314" y="1"/>
                      <a:pt x="229" y="0"/>
                      <a:pt x="201" y="59"/>
                    </a:cubicBezTo>
                    <a:cubicBezTo>
                      <a:pt x="198" y="67"/>
                      <a:pt x="189" y="70"/>
                      <a:pt x="181" y="67"/>
                    </a:cubicBezTo>
                    <a:cubicBezTo>
                      <a:pt x="173" y="64"/>
                      <a:pt x="163" y="63"/>
                      <a:pt x="154" y="63"/>
                    </a:cubicBezTo>
                    <a:cubicBezTo>
                      <a:pt x="112" y="63"/>
                      <a:pt x="78" y="98"/>
                      <a:pt x="78" y="140"/>
                    </a:cubicBezTo>
                    <a:cubicBezTo>
                      <a:pt x="78" y="149"/>
                      <a:pt x="80" y="158"/>
                      <a:pt x="83" y="167"/>
                    </a:cubicBezTo>
                    <a:cubicBezTo>
                      <a:pt x="86" y="175"/>
                      <a:pt x="82" y="184"/>
                      <a:pt x="75" y="187"/>
                    </a:cubicBezTo>
                    <a:cubicBezTo>
                      <a:pt x="0" y="225"/>
                      <a:pt x="26" y="332"/>
                      <a:pt x="109" y="334"/>
                    </a:cubicBezTo>
                    <a:cubicBezTo>
                      <a:pt x="177" y="334"/>
                      <a:pt x="177" y="334"/>
                      <a:pt x="177" y="334"/>
                    </a:cubicBezTo>
                    <a:cubicBezTo>
                      <a:pt x="271" y="330"/>
                      <a:pt x="271" y="196"/>
                      <a:pt x="177" y="192"/>
                    </a:cubicBezTo>
                    <a:cubicBezTo>
                      <a:pt x="168" y="192"/>
                      <a:pt x="161" y="185"/>
                      <a:pt x="161" y="176"/>
                    </a:cubicBezTo>
                    <a:cubicBezTo>
                      <a:pt x="161" y="167"/>
                      <a:pt x="168" y="160"/>
                      <a:pt x="177" y="160"/>
                    </a:cubicBezTo>
                    <a:cubicBezTo>
                      <a:pt x="228" y="160"/>
                      <a:pt x="271" y="198"/>
                      <a:pt x="278" y="247"/>
                    </a:cubicBezTo>
                    <a:cubicBezTo>
                      <a:pt x="353" y="247"/>
                      <a:pt x="353" y="247"/>
                      <a:pt x="353" y="247"/>
                    </a:cubicBezTo>
                    <a:cubicBezTo>
                      <a:pt x="367" y="247"/>
                      <a:pt x="379" y="235"/>
                      <a:pt x="379" y="221"/>
                    </a:cubicBezTo>
                    <a:cubicBezTo>
                      <a:pt x="379" y="207"/>
                      <a:pt x="367" y="195"/>
                      <a:pt x="353" y="195"/>
                    </a:cubicBezTo>
                    <a:cubicBezTo>
                      <a:pt x="332" y="194"/>
                      <a:pt x="332" y="164"/>
                      <a:pt x="353" y="163"/>
                    </a:cubicBezTo>
                    <a:cubicBezTo>
                      <a:pt x="430" y="166"/>
                      <a:pt x="430" y="276"/>
                      <a:pt x="353" y="279"/>
                    </a:cubicBezTo>
                    <a:cubicBezTo>
                      <a:pt x="278" y="279"/>
                      <a:pt x="278" y="279"/>
                      <a:pt x="278" y="279"/>
                    </a:cubicBezTo>
                    <a:cubicBezTo>
                      <a:pt x="275" y="300"/>
                      <a:pt x="265" y="319"/>
                      <a:pt x="251" y="334"/>
                    </a:cubicBezTo>
                    <a:cubicBezTo>
                      <a:pt x="257" y="334"/>
                      <a:pt x="257" y="334"/>
                      <a:pt x="257" y="334"/>
                    </a:cubicBezTo>
                    <a:cubicBezTo>
                      <a:pt x="258" y="334"/>
                      <a:pt x="258" y="334"/>
                      <a:pt x="259" y="334"/>
                    </a:cubicBezTo>
                    <a:cubicBezTo>
                      <a:pt x="432" y="334"/>
                      <a:pt x="432" y="334"/>
                      <a:pt x="432" y="334"/>
                    </a:cubicBezTo>
                    <a:cubicBezTo>
                      <a:pt x="453" y="334"/>
                      <a:pt x="473" y="326"/>
                      <a:pt x="488" y="311"/>
                    </a:cubicBezTo>
                    <a:cubicBezTo>
                      <a:pt x="503" y="296"/>
                      <a:pt x="511" y="276"/>
                      <a:pt x="511" y="255"/>
                    </a:cubicBezTo>
                    <a:cubicBezTo>
                      <a:pt x="511" y="226"/>
                      <a:pt x="495" y="200"/>
                      <a:pt x="470" y="187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61" name="Google Shape;413;p15"/>
              <p:cNvSpPr/>
              <p:nvPr/>
            </p:nvSpPr>
            <p:spPr>
              <a:xfrm>
                <a:off x="412560" y="1293480"/>
                <a:ext cx="46800" cy="48960"/>
              </a:xfrm>
              <a:custGeom>
                <a:avLst/>
                <a:gdLst>
                  <a:gd name="textAreaLeft" fmla="*/ 0 w 46800"/>
                  <a:gd name="textAreaRight" fmla="*/ 47160 w 46800"/>
                  <a:gd name="textAreaTop" fmla="*/ 0 h 48960"/>
                  <a:gd name="textAreaBottom" fmla="*/ 49320 h 48960"/>
                </a:gdLst>
                <a:ahLst/>
                <a:cxnLst/>
                <a:rect l="textAreaLeft" t="textAreaTop" r="textAreaRight" b="textAreaBottom"/>
                <a:pathLst>
                  <a:path w="64" h="67">
                    <a:moveTo>
                      <a:pt x="63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35"/>
                      <a:pt x="0" y="35"/>
                      <a:pt x="0" y="35"/>
                    </a:cubicBezTo>
                    <a:cubicBezTo>
                      <a:pt x="0" y="52"/>
                      <a:pt x="14" y="67"/>
                      <a:pt x="32" y="67"/>
                    </a:cubicBezTo>
                    <a:cubicBezTo>
                      <a:pt x="57" y="67"/>
                      <a:pt x="57" y="67"/>
                      <a:pt x="57" y="67"/>
                    </a:cubicBezTo>
                    <a:cubicBezTo>
                      <a:pt x="61" y="67"/>
                      <a:pt x="64" y="63"/>
                      <a:pt x="64" y="59"/>
                    </a:cubicBezTo>
                    <a:cubicBezTo>
                      <a:pt x="64" y="0"/>
                      <a:pt x="64" y="0"/>
                      <a:pt x="64" y="0"/>
                    </a:cubicBezTo>
                    <a:cubicBezTo>
                      <a:pt x="64" y="0"/>
                      <a:pt x="64" y="0"/>
                      <a:pt x="63" y="0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4480" bIns="2448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62" name="Google Shape;414;p15"/>
              <p:cNvSpPr/>
              <p:nvPr/>
            </p:nvSpPr>
            <p:spPr>
              <a:xfrm>
                <a:off x="352800" y="1218240"/>
                <a:ext cx="142920" cy="51480"/>
              </a:xfrm>
              <a:custGeom>
                <a:avLst/>
                <a:gdLst>
                  <a:gd name="textAreaLeft" fmla="*/ 0 w 142920"/>
                  <a:gd name="textAreaRight" fmla="*/ 143280 w 142920"/>
                  <a:gd name="textAreaTop" fmla="*/ 0 h 51480"/>
                  <a:gd name="textAreaBottom" fmla="*/ 51840 h 51480"/>
                </a:gdLst>
                <a:ahLst/>
                <a:cxnLst/>
                <a:rect l="textAreaLeft" t="textAreaTop" r="textAreaRight" b="textAreaBottom"/>
                <a:pathLst>
                  <a:path w="195" h="70">
                    <a:moveTo>
                      <a:pt x="195" y="19"/>
                    </a:moveTo>
                    <a:cubicBezTo>
                      <a:pt x="195" y="0"/>
                      <a:pt x="195" y="0"/>
                      <a:pt x="195" y="0"/>
                    </a:cubicBezTo>
                    <a:cubicBezTo>
                      <a:pt x="183" y="5"/>
                      <a:pt x="170" y="7"/>
                      <a:pt x="156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7" y="43"/>
                      <a:pt x="39" y="70"/>
                      <a:pt x="77" y="70"/>
                    </a:cubicBezTo>
                    <a:cubicBezTo>
                      <a:pt x="144" y="70"/>
                      <a:pt x="144" y="70"/>
                      <a:pt x="144" y="70"/>
                    </a:cubicBezTo>
                    <a:cubicBezTo>
                      <a:pt x="172" y="70"/>
                      <a:pt x="195" y="47"/>
                      <a:pt x="195" y="19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5920" bIns="2592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sp>
        <p:nvSpPr>
          <p:cNvPr id="163" name="PlaceHolder 1"/>
          <p:cNvSpPr>
            <a:spLocks noGrp="1"/>
          </p:cNvSpPr>
          <p:nvPr>
            <p:ph type="title"/>
          </p:nvPr>
        </p:nvSpPr>
        <p:spPr>
          <a:xfrm>
            <a:off x="3619440" y="539640"/>
            <a:ext cx="2401920" cy="11462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64" name="PlaceHolder 2"/>
          <p:cNvSpPr>
            <a:spLocks noGrp="1"/>
          </p:cNvSpPr>
          <p:nvPr>
            <p:ph type="body"/>
          </p:nvPr>
        </p:nvSpPr>
        <p:spPr>
          <a:xfrm>
            <a:off x="713160" y="554760"/>
            <a:ext cx="2800800" cy="40489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 fontScale="400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165" name="PlaceHolder 3"/>
          <p:cNvSpPr>
            <a:spLocks noGrp="1"/>
          </p:cNvSpPr>
          <p:nvPr>
            <p:ph type="body"/>
          </p:nvPr>
        </p:nvSpPr>
        <p:spPr>
          <a:xfrm>
            <a:off x="3671640" y="539640"/>
            <a:ext cx="2304000" cy="22852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 fontScale="250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166" name="PlaceHolder 4"/>
          <p:cNvSpPr>
            <a:spLocks noGrp="1"/>
          </p:cNvSpPr>
          <p:nvPr>
            <p:ph type="body"/>
          </p:nvPr>
        </p:nvSpPr>
        <p:spPr>
          <a:xfrm>
            <a:off x="3671640" y="2953800"/>
            <a:ext cx="4740120" cy="16498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 fontScale="85000" lnSpcReduction="9999"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  <p:transition spd="slow">
    <p:push dir="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6"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" name="Google Shape;437;p17"/>
          <p:cNvPicPr/>
          <p:nvPr/>
        </p:nvPicPr>
        <p:blipFill>
          <a:blip r:embed="rId2"/>
          <a:srcRect t="1844" r="1844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82" name="Google Shape;438;p17"/>
          <p:cNvPicPr/>
          <p:nvPr/>
        </p:nvPicPr>
        <p:blipFill>
          <a:blip r:embed="rId3"/>
          <a:srcRect l="7208" r="48305" b="45432"/>
          <a:stretch/>
        </p:blipFill>
        <p:spPr>
          <a:xfrm rot="10800000" flipH="1">
            <a:off x="0" y="-75960"/>
            <a:ext cx="1218960" cy="285408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183" name="Google Shape;439;p17"/>
          <p:cNvGrpSpPr/>
          <p:nvPr/>
        </p:nvGrpSpPr>
        <p:grpSpPr>
          <a:xfrm>
            <a:off x="-2667600" y="2296080"/>
            <a:ext cx="14666760" cy="4977000"/>
            <a:chOff x="-2667600" y="2296080"/>
            <a:chExt cx="14666760" cy="4977000"/>
          </a:xfrm>
        </p:grpSpPr>
        <p:pic>
          <p:nvPicPr>
            <p:cNvPr id="184" name="Google Shape;440;p17"/>
            <p:cNvPicPr/>
            <p:nvPr/>
          </p:nvPicPr>
          <p:blipFill>
            <a:blip r:embed="rId4">
              <a:alphaModFix amt="50000"/>
            </a:blip>
            <a:stretch/>
          </p:blipFill>
          <p:spPr>
            <a:xfrm rot="6957600">
              <a:off x="7895520" y="3190320"/>
              <a:ext cx="3541680" cy="34646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85" name="Google Shape;441;p17"/>
            <p:cNvPicPr/>
            <p:nvPr/>
          </p:nvPicPr>
          <p:blipFill>
            <a:blip r:embed="rId4">
              <a:alphaModFix amt="50000"/>
            </a:blip>
            <a:stretch/>
          </p:blipFill>
          <p:spPr>
            <a:xfrm rot="13656000">
              <a:off x="-1964880" y="3039120"/>
              <a:ext cx="3541680" cy="346464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186" name="Google Shape;442;p17"/>
          <p:cNvGrpSpPr/>
          <p:nvPr/>
        </p:nvGrpSpPr>
        <p:grpSpPr>
          <a:xfrm>
            <a:off x="8093880" y="-442440"/>
            <a:ext cx="2007000" cy="1963080"/>
            <a:chOff x="8093880" y="-442440"/>
            <a:chExt cx="2007000" cy="1963080"/>
          </a:xfrm>
        </p:grpSpPr>
        <p:pic>
          <p:nvPicPr>
            <p:cNvPr id="187" name="Google Shape;443;p17"/>
            <p:cNvPicPr/>
            <p:nvPr/>
          </p:nvPicPr>
          <p:blipFill>
            <a:blip r:embed="rId5">
              <a:alphaModFix amt="50000"/>
            </a:blip>
            <a:stretch/>
          </p:blipFill>
          <p:spPr>
            <a:xfrm>
              <a:off x="8093880" y="-442440"/>
              <a:ext cx="2007000" cy="1963080"/>
            </a:xfrm>
            <a:prstGeom prst="rect">
              <a:avLst/>
            </a:prstGeom>
            <a:noFill/>
            <a:ln w="0">
              <a:noFill/>
            </a:ln>
          </p:spPr>
        </p:pic>
        <p:grpSp>
          <p:nvGrpSpPr>
            <p:cNvPr id="188" name="Google Shape;444;p17"/>
            <p:cNvGrpSpPr/>
            <p:nvPr/>
          </p:nvGrpSpPr>
          <p:grpSpPr>
            <a:xfrm>
              <a:off x="8962920" y="-52200"/>
              <a:ext cx="344160" cy="317160"/>
              <a:chOff x="8962920" y="-52200"/>
              <a:chExt cx="344160" cy="317160"/>
            </a:xfrm>
          </p:grpSpPr>
          <p:sp>
            <p:nvSpPr>
              <p:cNvPr id="189" name="Google Shape;445;p17"/>
              <p:cNvSpPr/>
              <p:nvPr/>
            </p:nvSpPr>
            <p:spPr>
              <a:xfrm>
                <a:off x="9077760" y="1800"/>
                <a:ext cx="148320" cy="149040"/>
              </a:xfrm>
              <a:custGeom>
                <a:avLst/>
                <a:gdLst>
                  <a:gd name="textAreaLeft" fmla="*/ 0 w 148320"/>
                  <a:gd name="textAreaRight" fmla="*/ 148680 w 148320"/>
                  <a:gd name="textAreaTop" fmla="*/ 0 h 149040"/>
                  <a:gd name="textAreaBottom" fmla="*/ 149400 h 149040"/>
                </a:gdLst>
                <a:ahLst/>
                <a:cxnLst/>
                <a:rect l="textAreaLeft" t="textAreaTop" r="textAreaRight" b="textAreaBottom"/>
                <a:pathLst>
                  <a:path w="251" h="252">
                    <a:moveTo>
                      <a:pt x="197" y="142"/>
                    </a:moveTo>
                    <a:cubicBezTo>
                      <a:pt x="176" y="141"/>
                      <a:pt x="176" y="110"/>
                      <a:pt x="197" y="110"/>
                    </a:cubicBezTo>
                    <a:cubicBezTo>
                      <a:pt x="251" y="109"/>
                      <a:pt x="251" y="109"/>
                      <a:pt x="251" y="109"/>
                    </a:cubicBezTo>
                    <a:cubicBezTo>
                      <a:pt x="245" y="55"/>
                      <a:pt x="197" y="6"/>
                      <a:pt x="142" y="0"/>
                    </a:cubicBezTo>
                    <a:cubicBezTo>
                      <a:pt x="141" y="54"/>
                      <a:pt x="141" y="54"/>
                      <a:pt x="141" y="54"/>
                    </a:cubicBezTo>
                    <a:cubicBezTo>
                      <a:pt x="141" y="63"/>
                      <a:pt x="134" y="70"/>
                      <a:pt x="125" y="70"/>
                    </a:cubicBezTo>
                    <a:cubicBezTo>
                      <a:pt x="125" y="70"/>
                      <a:pt x="125" y="70"/>
                      <a:pt x="125" y="70"/>
                    </a:cubicBezTo>
                    <a:cubicBezTo>
                      <a:pt x="116" y="70"/>
                      <a:pt x="109" y="63"/>
                      <a:pt x="109" y="54"/>
                    </a:cubicBezTo>
                    <a:cubicBezTo>
                      <a:pt x="109" y="0"/>
                      <a:pt x="109" y="0"/>
                      <a:pt x="109" y="0"/>
                    </a:cubicBezTo>
                    <a:cubicBezTo>
                      <a:pt x="53" y="6"/>
                      <a:pt x="5" y="55"/>
                      <a:pt x="0" y="110"/>
                    </a:cubicBezTo>
                    <a:cubicBezTo>
                      <a:pt x="53" y="110"/>
                      <a:pt x="53" y="110"/>
                      <a:pt x="53" y="110"/>
                    </a:cubicBezTo>
                    <a:cubicBezTo>
                      <a:pt x="53" y="110"/>
                      <a:pt x="53" y="110"/>
                      <a:pt x="53" y="110"/>
                    </a:cubicBezTo>
                    <a:cubicBezTo>
                      <a:pt x="74" y="111"/>
                      <a:pt x="74" y="141"/>
                      <a:pt x="53" y="142"/>
                    </a:cubicBezTo>
                    <a:cubicBezTo>
                      <a:pt x="0" y="142"/>
                      <a:pt x="0" y="142"/>
                      <a:pt x="0" y="142"/>
                    </a:cubicBezTo>
                    <a:cubicBezTo>
                      <a:pt x="5" y="197"/>
                      <a:pt x="53" y="246"/>
                      <a:pt x="109" y="252"/>
                    </a:cubicBezTo>
                    <a:cubicBezTo>
                      <a:pt x="109" y="198"/>
                      <a:pt x="109" y="198"/>
                      <a:pt x="109" y="198"/>
                    </a:cubicBezTo>
                    <a:cubicBezTo>
                      <a:pt x="109" y="189"/>
                      <a:pt x="116" y="182"/>
                      <a:pt x="125" y="182"/>
                    </a:cubicBezTo>
                    <a:cubicBezTo>
                      <a:pt x="125" y="182"/>
                      <a:pt x="125" y="182"/>
                      <a:pt x="125" y="182"/>
                    </a:cubicBezTo>
                    <a:cubicBezTo>
                      <a:pt x="134" y="182"/>
                      <a:pt x="141" y="189"/>
                      <a:pt x="141" y="198"/>
                    </a:cubicBezTo>
                    <a:cubicBezTo>
                      <a:pt x="141" y="252"/>
                      <a:pt x="141" y="252"/>
                      <a:pt x="141" y="252"/>
                    </a:cubicBezTo>
                    <a:cubicBezTo>
                      <a:pt x="197" y="246"/>
                      <a:pt x="245" y="197"/>
                      <a:pt x="251" y="142"/>
                    </a:cubicBezTo>
                    <a:cubicBezTo>
                      <a:pt x="197" y="142"/>
                      <a:pt x="197" y="142"/>
                      <a:pt x="197" y="142"/>
                    </a:cubicBezTo>
                    <a:cubicBezTo>
                      <a:pt x="197" y="142"/>
                      <a:pt x="197" y="142"/>
                      <a:pt x="197" y="142"/>
                    </a:cubicBezTo>
                    <a:close/>
                    <a:moveTo>
                      <a:pt x="125" y="142"/>
                    </a:moveTo>
                    <a:cubicBezTo>
                      <a:pt x="104" y="141"/>
                      <a:pt x="104" y="111"/>
                      <a:pt x="125" y="110"/>
                    </a:cubicBezTo>
                    <a:cubicBezTo>
                      <a:pt x="147" y="110"/>
                      <a:pt x="147" y="141"/>
                      <a:pt x="125" y="142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90" name="Google Shape;446;p17"/>
              <p:cNvSpPr/>
              <p:nvPr/>
            </p:nvSpPr>
            <p:spPr>
              <a:xfrm>
                <a:off x="8962920" y="186480"/>
                <a:ext cx="77760" cy="78480"/>
              </a:xfrm>
              <a:custGeom>
                <a:avLst/>
                <a:gdLst>
                  <a:gd name="textAreaLeft" fmla="*/ 0 w 77760"/>
                  <a:gd name="textAreaRight" fmla="*/ 78120 w 77760"/>
                  <a:gd name="textAreaTop" fmla="*/ 0 h 78480"/>
                  <a:gd name="textAreaBottom" fmla="*/ 78840 h 78480"/>
                </a:gdLst>
                <a:ahLst/>
                <a:cxnLst/>
                <a:rect l="textAreaLeft" t="textAreaTop" r="textAreaRight" b="textAreaBottom"/>
                <a:pathLst>
                  <a:path w="132" h="133">
                    <a:moveTo>
                      <a:pt x="75" y="0"/>
                    </a:moveTo>
                    <a:cubicBezTo>
                      <a:pt x="15" y="60"/>
                      <a:pt x="15" y="60"/>
                      <a:pt x="15" y="60"/>
                    </a:cubicBezTo>
                    <a:cubicBezTo>
                      <a:pt x="0" y="76"/>
                      <a:pt x="0" y="101"/>
                      <a:pt x="15" y="117"/>
                    </a:cubicBezTo>
                    <a:cubicBezTo>
                      <a:pt x="31" y="133"/>
                      <a:pt x="56" y="133"/>
                      <a:pt x="72" y="117"/>
                    </a:cubicBezTo>
                    <a:cubicBezTo>
                      <a:pt x="132" y="57"/>
                      <a:pt x="132" y="57"/>
                      <a:pt x="132" y="57"/>
                    </a:cubicBezTo>
                    <a:cubicBezTo>
                      <a:pt x="132" y="57"/>
                      <a:pt x="132" y="57"/>
                      <a:pt x="132" y="57"/>
                    </a:cubicBezTo>
                    <a:lnTo>
                      <a:pt x="75" y="0"/>
                    </a:ln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9240" bIns="392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91" name="Google Shape;447;p17"/>
              <p:cNvSpPr/>
              <p:nvPr/>
            </p:nvSpPr>
            <p:spPr>
              <a:xfrm>
                <a:off x="8996040" y="-52200"/>
                <a:ext cx="311040" cy="245520"/>
              </a:xfrm>
              <a:custGeom>
                <a:avLst/>
                <a:gdLst>
                  <a:gd name="textAreaLeft" fmla="*/ 0 w 311040"/>
                  <a:gd name="textAreaRight" fmla="*/ 311400 w 311040"/>
                  <a:gd name="textAreaTop" fmla="*/ 0 h 245520"/>
                  <a:gd name="textAreaBottom" fmla="*/ 245880 h 245520"/>
                </a:gdLst>
                <a:ahLst/>
                <a:cxnLst/>
                <a:rect l="textAreaLeft" t="textAreaTop" r="textAreaRight" b="textAreaBottom"/>
                <a:pathLst>
                  <a:path w="526" h="415">
                    <a:moveTo>
                      <a:pt x="402" y="77"/>
                    </a:moveTo>
                    <a:cubicBezTo>
                      <a:pt x="329" y="1"/>
                      <a:pt x="197" y="0"/>
                      <a:pt x="124" y="77"/>
                    </a:cubicBezTo>
                    <a:cubicBezTo>
                      <a:pt x="0" y="200"/>
                      <a:pt x="89" y="415"/>
                      <a:pt x="263" y="414"/>
                    </a:cubicBezTo>
                    <a:cubicBezTo>
                      <a:pt x="437" y="415"/>
                      <a:pt x="526" y="200"/>
                      <a:pt x="402" y="77"/>
                    </a:cubicBezTo>
                    <a:close/>
                    <a:moveTo>
                      <a:pt x="376" y="329"/>
                    </a:moveTo>
                    <a:cubicBezTo>
                      <a:pt x="312" y="393"/>
                      <a:pt x="211" y="390"/>
                      <a:pt x="151" y="329"/>
                    </a:cubicBezTo>
                    <a:cubicBezTo>
                      <a:pt x="120" y="299"/>
                      <a:pt x="105" y="259"/>
                      <a:pt x="104" y="219"/>
                    </a:cubicBezTo>
                    <a:cubicBezTo>
                      <a:pt x="104" y="218"/>
                      <a:pt x="104" y="218"/>
                      <a:pt x="104" y="217"/>
                    </a:cubicBezTo>
                    <a:cubicBezTo>
                      <a:pt x="104" y="216"/>
                      <a:pt x="104" y="216"/>
                      <a:pt x="104" y="215"/>
                    </a:cubicBezTo>
                    <a:cubicBezTo>
                      <a:pt x="103" y="131"/>
                      <a:pt x="177" y="56"/>
                      <a:pt x="263" y="57"/>
                    </a:cubicBezTo>
                    <a:cubicBezTo>
                      <a:pt x="409" y="60"/>
                      <a:pt x="473" y="231"/>
                      <a:pt x="376" y="329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92" name="Google Shape;448;p17"/>
              <p:cNvSpPr/>
              <p:nvPr/>
            </p:nvSpPr>
            <p:spPr>
              <a:xfrm>
                <a:off x="9020880" y="153720"/>
                <a:ext cx="52560" cy="52560"/>
              </a:xfrm>
              <a:custGeom>
                <a:avLst/>
                <a:gdLst>
                  <a:gd name="textAreaLeft" fmla="*/ 0 w 52560"/>
                  <a:gd name="textAreaRight" fmla="*/ 52920 w 52560"/>
                  <a:gd name="textAreaTop" fmla="*/ 0 h 52560"/>
                  <a:gd name="textAreaBottom" fmla="*/ 52920 h 52560"/>
                </a:gdLst>
                <a:ahLst/>
                <a:cxnLst/>
                <a:rect l="textAreaLeft" t="textAreaTop" r="textAreaRight" b="textAreaBottom"/>
                <a:pathLst>
                  <a:path w="89" h="89">
                    <a:moveTo>
                      <a:pt x="33" y="0"/>
                    </a:moveTo>
                    <a:cubicBezTo>
                      <a:pt x="0" y="32"/>
                      <a:pt x="0" y="32"/>
                      <a:pt x="0" y="32"/>
                    </a:cubicBezTo>
                    <a:cubicBezTo>
                      <a:pt x="57" y="89"/>
                      <a:pt x="57" y="89"/>
                      <a:pt x="57" y="89"/>
                    </a:cubicBezTo>
                    <a:cubicBezTo>
                      <a:pt x="89" y="57"/>
                      <a:pt x="89" y="57"/>
                      <a:pt x="89" y="57"/>
                    </a:cubicBezTo>
                    <a:cubicBezTo>
                      <a:pt x="67" y="41"/>
                      <a:pt x="48" y="22"/>
                      <a:pt x="33" y="0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6280" bIns="2628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93" name="Google Shape;449;p17"/>
            <p:cNvGrpSpPr/>
            <p:nvPr/>
          </p:nvGrpSpPr>
          <p:grpSpPr>
            <a:xfrm>
              <a:off x="8332200" y="-50760"/>
              <a:ext cx="314280" cy="314640"/>
              <a:chOff x="8332200" y="-50760"/>
              <a:chExt cx="314280" cy="314640"/>
            </a:xfrm>
          </p:grpSpPr>
          <p:sp>
            <p:nvSpPr>
              <p:cNvPr id="194" name="Google Shape;450;p17"/>
              <p:cNvSpPr/>
              <p:nvPr/>
            </p:nvSpPr>
            <p:spPr>
              <a:xfrm>
                <a:off x="8371440" y="-20880"/>
                <a:ext cx="185760" cy="186480"/>
              </a:xfrm>
              <a:custGeom>
                <a:avLst/>
                <a:gdLst>
                  <a:gd name="textAreaLeft" fmla="*/ 0 w 185760"/>
                  <a:gd name="textAreaRight" fmla="*/ 186120 w 185760"/>
                  <a:gd name="textAreaTop" fmla="*/ 0 h 186480"/>
                  <a:gd name="textAreaBottom" fmla="*/ 186840 h 186480"/>
                </a:gdLst>
                <a:ahLst/>
                <a:cxnLst/>
                <a:rect l="textAreaLeft" t="textAreaTop" r="textAreaRight" b="textAreaBottom"/>
                <a:pathLst>
                  <a:path w="306" h="307">
                    <a:moveTo>
                      <a:pt x="23" y="169"/>
                    </a:moveTo>
                    <a:cubicBezTo>
                      <a:pt x="0" y="169"/>
                      <a:pt x="0" y="169"/>
                      <a:pt x="0" y="169"/>
                    </a:cubicBezTo>
                    <a:cubicBezTo>
                      <a:pt x="7" y="242"/>
                      <a:pt x="65" y="299"/>
                      <a:pt x="137" y="307"/>
                    </a:cubicBezTo>
                    <a:cubicBezTo>
                      <a:pt x="137" y="284"/>
                      <a:pt x="137" y="284"/>
                      <a:pt x="137" y="284"/>
                    </a:cubicBezTo>
                    <a:cubicBezTo>
                      <a:pt x="138" y="263"/>
                      <a:pt x="168" y="263"/>
                      <a:pt x="168" y="284"/>
                    </a:cubicBezTo>
                    <a:cubicBezTo>
                      <a:pt x="168" y="307"/>
                      <a:pt x="168" y="307"/>
                      <a:pt x="168" y="307"/>
                    </a:cubicBezTo>
                    <a:cubicBezTo>
                      <a:pt x="241" y="299"/>
                      <a:pt x="299" y="242"/>
                      <a:pt x="306" y="169"/>
                    </a:cubicBezTo>
                    <a:cubicBezTo>
                      <a:pt x="283" y="169"/>
                      <a:pt x="283" y="169"/>
                      <a:pt x="283" y="169"/>
                    </a:cubicBezTo>
                    <a:cubicBezTo>
                      <a:pt x="262" y="168"/>
                      <a:pt x="262" y="139"/>
                      <a:pt x="283" y="138"/>
                    </a:cubicBezTo>
                    <a:cubicBezTo>
                      <a:pt x="306" y="138"/>
                      <a:pt x="306" y="138"/>
                      <a:pt x="306" y="138"/>
                    </a:cubicBezTo>
                    <a:cubicBezTo>
                      <a:pt x="299" y="65"/>
                      <a:pt x="241" y="8"/>
                      <a:pt x="168" y="0"/>
                    </a:cubicBezTo>
                    <a:cubicBezTo>
                      <a:pt x="168" y="24"/>
                      <a:pt x="168" y="24"/>
                      <a:pt x="168" y="24"/>
                    </a:cubicBezTo>
                    <a:cubicBezTo>
                      <a:pt x="167" y="44"/>
                      <a:pt x="138" y="44"/>
                      <a:pt x="137" y="24"/>
                    </a:cubicBezTo>
                    <a:cubicBezTo>
                      <a:pt x="137" y="0"/>
                      <a:pt x="137" y="0"/>
                      <a:pt x="137" y="0"/>
                    </a:cubicBezTo>
                    <a:cubicBezTo>
                      <a:pt x="65" y="8"/>
                      <a:pt x="7" y="65"/>
                      <a:pt x="0" y="138"/>
                    </a:cubicBezTo>
                    <a:cubicBezTo>
                      <a:pt x="23" y="138"/>
                      <a:pt x="23" y="138"/>
                      <a:pt x="23" y="138"/>
                    </a:cubicBezTo>
                    <a:cubicBezTo>
                      <a:pt x="43" y="139"/>
                      <a:pt x="43" y="168"/>
                      <a:pt x="23" y="169"/>
                    </a:cubicBezTo>
                    <a:close/>
                    <a:moveTo>
                      <a:pt x="103" y="138"/>
                    </a:moveTo>
                    <a:cubicBezTo>
                      <a:pt x="109" y="138"/>
                      <a:pt x="109" y="138"/>
                      <a:pt x="109" y="138"/>
                    </a:cubicBezTo>
                    <a:cubicBezTo>
                      <a:pt x="116" y="107"/>
                      <a:pt x="144" y="84"/>
                      <a:pt x="177" y="84"/>
                    </a:cubicBezTo>
                    <a:cubicBezTo>
                      <a:pt x="186" y="84"/>
                      <a:pt x="193" y="91"/>
                      <a:pt x="193" y="99"/>
                    </a:cubicBezTo>
                    <a:cubicBezTo>
                      <a:pt x="193" y="108"/>
                      <a:pt x="186" y="115"/>
                      <a:pt x="177" y="115"/>
                    </a:cubicBezTo>
                    <a:cubicBezTo>
                      <a:pt x="161" y="115"/>
                      <a:pt x="147" y="124"/>
                      <a:pt x="141" y="138"/>
                    </a:cubicBezTo>
                    <a:cubicBezTo>
                      <a:pt x="177" y="138"/>
                      <a:pt x="177" y="138"/>
                      <a:pt x="177" y="138"/>
                    </a:cubicBezTo>
                    <a:cubicBezTo>
                      <a:pt x="198" y="139"/>
                      <a:pt x="198" y="169"/>
                      <a:pt x="177" y="170"/>
                    </a:cubicBezTo>
                    <a:cubicBezTo>
                      <a:pt x="141" y="170"/>
                      <a:pt x="141" y="170"/>
                      <a:pt x="141" y="170"/>
                    </a:cubicBezTo>
                    <a:cubicBezTo>
                      <a:pt x="147" y="183"/>
                      <a:pt x="161" y="193"/>
                      <a:pt x="177" y="193"/>
                    </a:cubicBezTo>
                    <a:cubicBezTo>
                      <a:pt x="186" y="193"/>
                      <a:pt x="193" y="200"/>
                      <a:pt x="193" y="209"/>
                    </a:cubicBezTo>
                    <a:cubicBezTo>
                      <a:pt x="193" y="217"/>
                      <a:pt x="186" y="224"/>
                      <a:pt x="177" y="224"/>
                    </a:cubicBezTo>
                    <a:cubicBezTo>
                      <a:pt x="144" y="224"/>
                      <a:pt x="116" y="201"/>
                      <a:pt x="109" y="170"/>
                    </a:cubicBezTo>
                    <a:cubicBezTo>
                      <a:pt x="103" y="170"/>
                      <a:pt x="103" y="170"/>
                      <a:pt x="103" y="170"/>
                    </a:cubicBezTo>
                    <a:cubicBezTo>
                      <a:pt x="82" y="169"/>
                      <a:pt x="82" y="139"/>
                      <a:pt x="103" y="138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95" name="Google Shape;451;p17"/>
              <p:cNvSpPr/>
              <p:nvPr/>
            </p:nvSpPr>
            <p:spPr>
              <a:xfrm>
                <a:off x="8332200" y="-50760"/>
                <a:ext cx="314280" cy="314640"/>
              </a:xfrm>
              <a:custGeom>
                <a:avLst/>
                <a:gdLst>
                  <a:gd name="textAreaLeft" fmla="*/ 0 w 314280"/>
                  <a:gd name="textAreaRight" fmla="*/ 314640 w 314280"/>
                  <a:gd name="textAreaTop" fmla="*/ 0 h 314640"/>
                  <a:gd name="textAreaBottom" fmla="*/ 315000 h 314640"/>
                </a:gdLst>
                <a:ahLst/>
                <a:cxnLst/>
                <a:rect l="textAreaLeft" t="textAreaTop" r="textAreaRight" b="textAreaBottom"/>
                <a:pathLst>
                  <a:path w="517" h="517">
                    <a:moveTo>
                      <a:pt x="497" y="487"/>
                    </a:moveTo>
                    <a:cubicBezTo>
                      <a:pt x="30" y="487"/>
                      <a:pt x="30" y="487"/>
                      <a:pt x="30" y="487"/>
                    </a:cubicBezTo>
                    <a:cubicBezTo>
                      <a:pt x="30" y="453"/>
                      <a:pt x="30" y="453"/>
                      <a:pt x="30" y="453"/>
                    </a:cubicBezTo>
                    <a:cubicBezTo>
                      <a:pt x="208" y="453"/>
                      <a:pt x="208" y="453"/>
                      <a:pt x="208" y="453"/>
                    </a:cubicBezTo>
                    <a:cubicBezTo>
                      <a:pt x="350" y="453"/>
                      <a:pt x="468" y="342"/>
                      <a:pt x="475" y="200"/>
                    </a:cubicBezTo>
                    <a:cubicBezTo>
                      <a:pt x="479" y="129"/>
                      <a:pt x="479" y="129"/>
                      <a:pt x="479" y="129"/>
                    </a:cubicBezTo>
                    <a:cubicBezTo>
                      <a:pt x="485" y="136"/>
                      <a:pt x="485" y="136"/>
                      <a:pt x="485" y="136"/>
                    </a:cubicBezTo>
                    <a:cubicBezTo>
                      <a:pt x="488" y="140"/>
                      <a:pt x="492" y="141"/>
                      <a:pt x="497" y="141"/>
                    </a:cubicBezTo>
                    <a:cubicBezTo>
                      <a:pt x="500" y="141"/>
                      <a:pt x="504" y="140"/>
                      <a:pt x="506" y="137"/>
                    </a:cubicBezTo>
                    <a:cubicBezTo>
                      <a:pt x="513" y="132"/>
                      <a:pt x="513" y="122"/>
                      <a:pt x="508" y="116"/>
                    </a:cubicBezTo>
                    <a:cubicBezTo>
                      <a:pt x="477" y="82"/>
                      <a:pt x="477" y="82"/>
                      <a:pt x="477" y="82"/>
                    </a:cubicBezTo>
                    <a:cubicBezTo>
                      <a:pt x="472" y="77"/>
                      <a:pt x="462" y="75"/>
                      <a:pt x="456" y="81"/>
                    </a:cubicBezTo>
                    <a:cubicBezTo>
                      <a:pt x="424" y="110"/>
                      <a:pt x="424" y="110"/>
                      <a:pt x="424" y="110"/>
                    </a:cubicBezTo>
                    <a:cubicBezTo>
                      <a:pt x="410" y="124"/>
                      <a:pt x="429" y="145"/>
                      <a:pt x="444" y="132"/>
                    </a:cubicBezTo>
                    <a:cubicBezTo>
                      <a:pt x="449" y="128"/>
                      <a:pt x="449" y="128"/>
                      <a:pt x="449" y="128"/>
                    </a:cubicBezTo>
                    <a:cubicBezTo>
                      <a:pt x="445" y="198"/>
                      <a:pt x="445" y="198"/>
                      <a:pt x="445" y="198"/>
                    </a:cubicBezTo>
                    <a:cubicBezTo>
                      <a:pt x="439" y="324"/>
                      <a:pt x="334" y="423"/>
                      <a:pt x="208" y="423"/>
                    </a:cubicBezTo>
                    <a:cubicBezTo>
                      <a:pt x="30" y="423"/>
                      <a:pt x="30" y="423"/>
                      <a:pt x="30" y="423"/>
                    </a:cubicBezTo>
                    <a:cubicBezTo>
                      <a:pt x="30" y="20"/>
                      <a:pt x="30" y="20"/>
                      <a:pt x="30" y="20"/>
                    </a:cubicBezTo>
                    <a:cubicBezTo>
                      <a:pt x="29" y="0"/>
                      <a:pt x="0" y="0"/>
                      <a:pt x="0" y="20"/>
                    </a:cubicBezTo>
                    <a:cubicBezTo>
                      <a:pt x="0" y="502"/>
                      <a:pt x="0" y="502"/>
                      <a:pt x="0" y="502"/>
                    </a:cubicBezTo>
                    <a:cubicBezTo>
                      <a:pt x="0" y="510"/>
                      <a:pt x="6" y="517"/>
                      <a:pt x="15" y="517"/>
                    </a:cubicBezTo>
                    <a:cubicBezTo>
                      <a:pt x="497" y="517"/>
                      <a:pt x="497" y="517"/>
                      <a:pt x="497" y="517"/>
                    </a:cubicBezTo>
                    <a:cubicBezTo>
                      <a:pt x="517" y="516"/>
                      <a:pt x="517" y="487"/>
                      <a:pt x="497" y="487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96" name="Google Shape;452;p17"/>
            <p:cNvGrpSpPr/>
            <p:nvPr/>
          </p:nvGrpSpPr>
          <p:grpSpPr>
            <a:xfrm>
              <a:off x="8649360" y="489960"/>
              <a:ext cx="356040" cy="357120"/>
              <a:chOff x="8649360" y="489960"/>
              <a:chExt cx="356040" cy="357120"/>
            </a:xfrm>
          </p:grpSpPr>
          <p:sp>
            <p:nvSpPr>
              <p:cNvPr id="197" name="Google Shape;453;p17"/>
              <p:cNvSpPr/>
              <p:nvPr/>
            </p:nvSpPr>
            <p:spPr>
              <a:xfrm>
                <a:off x="8727120" y="700200"/>
                <a:ext cx="68400" cy="68400"/>
              </a:xfrm>
              <a:custGeom>
                <a:avLst/>
                <a:gdLst>
                  <a:gd name="textAreaLeft" fmla="*/ 0 w 68400"/>
                  <a:gd name="textAreaRight" fmla="*/ 68760 w 68400"/>
                  <a:gd name="textAreaTop" fmla="*/ 0 h 68400"/>
                  <a:gd name="textAreaBottom" fmla="*/ 68760 h 68400"/>
                </a:gdLst>
                <a:ahLst/>
                <a:cxnLst/>
                <a:rect l="textAreaLeft" t="textAreaTop" r="textAreaRight" b="textAreaBottom"/>
                <a:pathLst>
                  <a:path w="99" h="99">
                    <a:moveTo>
                      <a:pt x="0" y="2"/>
                    </a:moveTo>
                    <a:cubicBezTo>
                      <a:pt x="7" y="24"/>
                      <a:pt x="19" y="45"/>
                      <a:pt x="37" y="62"/>
                    </a:cubicBezTo>
                    <a:cubicBezTo>
                      <a:pt x="54" y="80"/>
                      <a:pt x="75" y="92"/>
                      <a:pt x="97" y="99"/>
                    </a:cubicBezTo>
                    <a:cubicBezTo>
                      <a:pt x="99" y="53"/>
                      <a:pt x="46" y="0"/>
                      <a:pt x="0" y="2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4200" bIns="3420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98" name="Google Shape;454;p17"/>
              <p:cNvSpPr/>
              <p:nvPr/>
            </p:nvSpPr>
            <p:spPr>
              <a:xfrm>
                <a:off x="8858880" y="700920"/>
                <a:ext cx="67680" cy="67320"/>
              </a:xfrm>
              <a:custGeom>
                <a:avLst/>
                <a:gdLst>
                  <a:gd name="textAreaLeft" fmla="*/ 0 w 67680"/>
                  <a:gd name="textAreaRight" fmla="*/ 68040 w 67680"/>
                  <a:gd name="textAreaTop" fmla="*/ 0 h 67320"/>
                  <a:gd name="textAreaBottom" fmla="*/ 67680 h 67320"/>
                </a:gdLst>
                <a:ahLst/>
                <a:cxnLst/>
                <a:rect l="textAreaLeft" t="textAreaTop" r="textAreaRight" b="textAreaBottom"/>
                <a:pathLst>
                  <a:path w="98" h="98">
                    <a:moveTo>
                      <a:pt x="31" y="32"/>
                    </a:moveTo>
                    <a:cubicBezTo>
                      <a:pt x="11" y="52"/>
                      <a:pt x="0" y="77"/>
                      <a:pt x="0" y="98"/>
                    </a:cubicBezTo>
                    <a:cubicBezTo>
                      <a:pt x="22" y="91"/>
                      <a:pt x="43" y="79"/>
                      <a:pt x="61" y="61"/>
                    </a:cubicBezTo>
                    <a:cubicBezTo>
                      <a:pt x="78" y="44"/>
                      <a:pt x="91" y="23"/>
                      <a:pt x="98" y="1"/>
                    </a:cubicBezTo>
                    <a:cubicBezTo>
                      <a:pt x="76" y="0"/>
                      <a:pt x="51" y="11"/>
                      <a:pt x="31" y="32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3840" bIns="338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99" name="Google Shape;455;p17"/>
              <p:cNvSpPr/>
              <p:nvPr/>
            </p:nvSpPr>
            <p:spPr>
              <a:xfrm>
                <a:off x="8727120" y="568800"/>
                <a:ext cx="66960" cy="67680"/>
              </a:xfrm>
              <a:custGeom>
                <a:avLst/>
                <a:gdLst>
                  <a:gd name="textAreaLeft" fmla="*/ 0 w 66960"/>
                  <a:gd name="textAreaRight" fmla="*/ 67320 w 66960"/>
                  <a:gd name="textAreaTop" fmla="*/ 0 h 67680"/>
                  <a:gd name="textAreaBottom" fmla="*/ 68040 h 67680"/>
                </a:gdLst>
                <a:ahLst/>
                <a:cxnLst/>
                <a:rect l="textAreaLeft" t="textAreaTop" r="textAreaRight" b="textAreaBottom"/>
                <a:pathLst>
                  <a:path w="97" h="98">
                    <a:moveTo>
                      <a:pt x="66" y="67"/>
                    </a:moveTo>
                    <a:cubicBezTo>
                      <a:pt x="86" y="47"/>
                      <a:pt x="97" y="22"/>
                      <a:pt x="97" y="0"/>
                    </a:cubicBezTo>
                    <a:cubicBezTo>
                      <a:pt x="52" y="14"/>
                      <a:pt x="13" y="53"/>
                      <a:pt x="0" y="98"/>
                    </a:cubicBezTo>
                    <a:cubicBezTo>
                      <a:pt x="21" y="98"/>
                      <a:pt x="46" y="87"/>
                      <a:pt x="66" y="67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3840" bIns="338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00" name="Google Shape;456;p17"/>
              <p:cNvSpPr/>
              <p:nvPr/>
            </p:nvSpPr>
            <p:spPr>
              <a:xfrm>
                <a:off x="8857440" y="568800"/>
                <a:ext cx="69120" cy="69120"/>
              </a:xfrm>
              <a:custGeom>
                <a:avLst/>
                <a:gdLst>
                  <a:gd name="textAreaLeft" fmla="*/ 0 w 69120"/>
                  <a:gd name="textAreaRight" fmla="*/ 69480 w 69120"/>
                  <a:gd name="textAreaTop" fmla="*/ 0 h 69120"/>
                  <a:gd name="textAreaBottom" fmla="*/ 69480 h 69120"/>
                </a:gdLst>
                <a:ahLst/>
                <a:cxnLst/>
                <a:rect l="textAreaLeft" t="textAreaTop" r="textAreaRight" b="textAreaBottom"/>
                <a:pathLst>
                  <a:path w="100" h="100">
                    <a:moveTo>
                      <a:pt x="100" y="98"/>
                    </a:moveTo>
                    <a:cubicBezTo>
                      <a:pt x="86" y="53"/>
                      <a:pt x="47" y="14"/>
                      <a:pt x="2" y="0"/>
                    </a:cubicBezTo>
                    <a:cubicBezTo>
                      <a:pt x="0" y="46"/>
                      <a:pt x="54" y="100"/>
                      <a:pt x="100" y="98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4560" bIns="3456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01" name="Google Shape;457;p17"/>
              <p:cNvSpPr/>
              <p:nvPr/>
            </p:nvSpPr>
            <p:spPr>
              <a:xfrm>
                <a:off x="8808480" y="651960"/>
                <a:ext cx="36000" cy="35280"/>
              </a:xfrm>
              <a:custGeom>
                <a:avLst/>
                <a:gdLst>
                  <a:gd name="textAreaLeft" fmla="*/ 0 w 36000"/>
                  <a:gd name="textAreaRight" fmla="*/ 36360 w 36000"/>
                  <a:gd name="textAreaTop" fmla="*/ 0 h 35280"/>
                  <a:gd name="textAreaBottom" fmla="*/ 35640 h 35280"/>
                </a:gdLst>
                <a:ahLst/>
                <a:cxnLst/>
                <a:rect l="textAreaLeft" t="textAreaTop" r="textAreaRight" b="textAreaBottom"/>
                <a:pathLst>
                  <a:path w="53" h="51">
                    <a:moveTo>
                      <a:pt x="27" y="0"/>
                    </a:moveTo>
                    <a:cubicBezTo>
                      <a:pt x="21" y="0"/>
                      <a:pt x="14" y="3"/>
                      <a:pt x="10" y="7"/>
                    </a:cubicBezTo>
                    <a:cubicBezTo>
                      <a:pt x="0" y="17"/>
                      <a:pt x="0" y="32"/>
                      <a:pt x="10" y="41"/>
                    </a:cubicBezTo>
                    <a:cubicBezTo>
                      <a:pt x="19" y="51"/>
                      <a:pt x="34" y="51"/>
                      <a:pt x="44" y="41"/>
                    </a:cubicBezTo>
                    <a:cubicBezTo>
                      <a:pt x="53" y="32"/>
                      <a:pt x="53" y="17"/>
                      <a:pt x="44" y="7"/>
                    </a:cubicBezTo>
                    <a:cubicBezTo>
                      <a:pt x="39" y="3"/>
                      <a:pt x="33" y="0"/>
                      <a:pt x="27" y="0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7640" bIns="176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02" name="Google Shape;458;p17"/>
              <p:cNvSpPr/>
              <p:nvPr/>
            </p:nvSpPr>
            <p:spPr>
              <a:xfrm>
                <a:off x="8721720" y="564120"/>
                <a:ext cx="209880" cy="209880"/>
              </a:xfrm>
              <a:custGeom>
                <a:avLst/>
                <a:gdLst>
                  <a:gd name="textAreaLeft" fmla="*/ 0 w 209880"/>
                  <a:gd name="textAreaRight" fmla="*/ 210240 w 209880"/>
                  <a:gd name="textAreaTop" fmla="*/ 0 h 209880"/>
                  <a:gd name="textAreaBottom" fmla="*/ 210240 h 209880"/>
                </a:gdLst>
                <a:ahLst/>
                <a:cxnLst/>
                <a:rect l="textAreaLeft" t="textAreaTop" r="textAreaRight" b="textAreaBottom"/>
                <a:pathLst>
                  <a:path w="303" h="303">
                    <a:moveTo>
                      <a:pt x="295" y="135"/>
                    </a:moveTo>
                    <a:cubicBezTo>
                      <a:pt x="265" y="135"/>
                      <a:pt x="233" y="120"/>
                      <a:pt x="208" y="95"/>
                    </a:cubicBezTo>
                    <a:cubicBezTo>
                      <a:pt x="192" y="79"/>
                      <a:pt x="180" y="61"/>
                      <a:pt x="174" y="41"/>
                    </a:cubicBezTo>
                    <a:cubicBezTo>
                      <a:pt x="169" y="27"/>
                      <a:pt x="168" y="14"/>
                      <a:pt x="169" y="1"/>
                    </a:cubicBezTo>
                    <a:cubicBezTo>
                      <a:pt x="158" y="0"/>
                      <a:pt x="146" y="0"/>
                      <a:pt x="135" y="1"/>
                    </a:cubicBezTo>
                    <a:cubicBezTo>
                      <a:pt x="140" y="52"/>
                      <a:pt x="93" y="114"/>
                      <a:pt x="41" y="129"/>
                    </a:cubicBezTo>
                    <a:cubicBezTo>
                      <a:pt x="28" y="134"/>
                      <a:pt x="15" y="135"/>
                      <a:pt x="1" y="134"/>
                    </a:cubicBezTo>
                    <a:cubicBezTo>
                      <a:pt x="0" y="146"/>
                      <a:pt x="0" y="157"/>
                      <a:pt x="1" y="168"/>
                    </a:cubicBezTo>
                    <a:cubicBezTo>
                      <a:pt x="68" y="161"/>
                      <a:pt x="142" y="235"/>
                      <a:pt x="135" y="302"/>
                    </a:cubicBezTo>
                    <a:cubicBezTo>
                      <a:pt x="146" y="303"/>
                      <a:pt x="157" y="303"/>
                      <a:pt x="169" y="302"/>
                    </a:cubicBezTo>
                    <a:cubicBezTo>
                      <a:pt x="166" y="270"/>
                      <a:pt x="180" y="235"/>
                      <a:pt x="208" y="207"/>
                    </a:cubicBezTo>
                    <a:cubicBezTo>
                      <a:pt x="224" y="191"/>
                      <a:pt x="242" y="180"/>
                      <a:pt x="262" y="173"/>
                    </a:cubicBezTo>
                    <a:cubicBezTo>
                      <a:pt x="275" y="169"/>
                      <a:pt x="289" y="167"/>
                      <a:pt x="302" y="168"/>
                    </a:cubicBezTo>
                    <a:cubicBezTo>
                      <a:pt x="303" y="157"/>
                      <a:pt x="303" y="146"/>
                      <a:pt x="302" y="134"/>
                    </a:cubicBezTo>
                    <a:cubicBezTo>
                      <a:pt x="300" y="134"/>
                      <a:pt x="297" y="135"/>
                      <a:pt x="295" y="135"/>
                    </a:cubicBezTo>
                    <a:close/>
                    <a:moveTo>
                      <a:pt x="190" y="190"/>
                    </a:moveTo>
                    <a:cubicBezTo>
                      <a:pt x="190" y="190"/>
                      <a:pt x="190" y="190"/>
                      <a:pt x="190" y="190"/>
                    </a:cubicBezTo>
                    <a:cubicBezTo>
                      <a:pt x="169" y="211"/>
                      <a:pt x="135" y="211"/>
                      <a:pt x="114" y="190"/>
                    </a:cubicBezTo>
                    <a:cubicBezTo>
                      <a:pt x="92" y="169"/>
                      <a:pt x="92" y="134"/>
                      <a:pt x="114" y="113"/>
                    </a:cubicBezTo>
                    <a:cubicBezTo>
                      <a:pt x="135" y="92"/>
                      <a:pt x="169" y="92"/>
                      <a:pt x="190" y="113"/>
                    </a:cubicBezTo>
                    <a:cubicBezTo>
                      <a:pt x="211" y="134"/>
                      <a:pt x="211" y="169"/>
                      <a:pt x="190" y="190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03" name="Google Shape;459;p17"/>
              <p:cNvSpPr/>
              <p:nvPr/>
            </p:nvSpPr>
            <p:spPr>
              <a:xfrm>
                <a:off x="8649360" y="489960"/>
                <a:ext cx="356040" cy="357120"/>
              </a:xfrm>
              <a:custGeom>
                <a:avLst/>
                <a:gdLst>
                  <a:gd name="textAreaLeft" fmla="*/ 0 w 356040"/>
                  <a:gd name="textAreaRight" fmla="*/ 356400 w 356040"/>
                  <a:gd name="textAreaTop" fmla="*/ 0 h 357120"/>
                  <a:gd name="textAreaBottom" fmla="*/ 357480 h 357120"/>
                </a:gdLst>
                <a:ahLst/>
                <a:cxnLst/>
                <a:rect l="textAreaLeft" t="textAreaTop" r="textAreaRight" b="textAreaBottom"/>
                <a:pathLst>
                  <a:path w="514" h="515">
                    <a:moveTo>
                      <a:pt x="507" y="209"/>
                    </a:moveTo>
                    <a:cubicBezTo>
                      <a:pt x="506" y="200"/>
                      <a:pt x="499" y="193"/>
                      <a:pt x="490" y="192"/>
                    </a:cubicBezTo>
                    <a:cubicBezTo>
                      <a:pt x="469" y="188"/>
                      <a:pt x="469" y="188"/>
                      <a:pt x="469" y="188"/>
                    </a:cubicBezTo>
                    <a:cubicBezTo>
                      <a:pt x="467" y="188"/>
                      <a:pt x="465" y="186"/>
                      <a:pt x="464" y="184"/>
                    </a:cubicBezTo>
                    <a:cubicBezTo>
                      <a:pt x="461" y="177"/>
                      <a:pt x="458" y="170"/>
                      <a:pt x="455" y="163"/>
                    </a:cubicBezTo>
                    <a:cubicBezTo>
                      <a:pt x="454" y="161"/>
                      <a:pt x="454" y="158"/>
                      <a:pt x="456" y="157"/>
                    </a:cubicBezTo>
                    <a:cubicBezTo>
                      <a:pt x="468" y="139"/>
                      <a:pt x="468" y="139"/>
                      <a:pt x="468" y="139"/>
                    </a:cubicBezTo>
                    <a:cubicBezTo>
                      <a:pt x="473" y="132"/>
                      <a:pt x="473" y="122"/>
                      <a:pt x="468" y="115"/>
                    </a:cubicBezTo>
                    <a:cubicBezTo>
                      <a:pt x="459" y="101"/>
                      <a:pt x="448" y="89"/>
                      <a:pt x="437" y="77"/>
                    </a:cubicBezTo>
                    <a:cubicBezTo>
                      <a:pt x="424" y="64"/>
                      <a:pt x="409" y="53"/>
                      <a:pt x="394" y="43"/>
                    </a:cubicBezTo>
                    <a:cubicBezTo>
                      <a:pt x="389" y="39"/>
                      <a:pt x="382" y="39"/>
                      <a:pt x="377" y="43"/>
                    </a:cubicBezTo>
                    <a:cubicBezTo>
                      <a:pt x="357" y="58"/>
                      <a:pt x="357" y="58"/>
                      <a:pt x="357" y="58"/>
                    </a:cubicBezTo>
                    <a:cubicBezTo>
                      <a:pt x="355" y="59"/>
                      <a:pt x="352" y="60"/>
                      <a:pt x="350" y="59"/>
                    </a:cubicBezTo>
                    <a:cubicBezTo>
                      <a:pt x="343" y="55"/>
                      <a:pt x="336" y="53"/>
                      <a:pt x="329" y="50"/>
                    </a:cubicBezTo>
                    <a:cubicBezTo>
                      <a:pt x="327" y="49"/>
                      <a:pt x="326" y="47"/>
                      <a:pt x="325" y="45"/>
                    </a:cubicBezTo>
                    <a:cubicBezTo>
                      <a:pt x="321" y="20"/>
                      <a:pt x="321" y="20"/>
                      <a:pt x="321" y="20"/>
                    </a:cubicBezTo>
                    <a:cubicBezTo>
                      <a:pt x="320" y="14"/>
                      <a:pt x="315" y="9"/>
                      <a:pt x="309" y="8"/>
                    </a:cubicBezTo>
                    <a:cubicBezTo>
                      <a:pt x="274" y="0"/>
                      <a:pt x="237" y="1"/>
                      <a:pt x="201" y="8"/>
                    </a:cubicBezTo>
                    <a:cubicBezTo>
                      <a:pt x="195" y="9"/>
                      <a:pt x="191" y="14"/>
                      <a:pt x="190" y="20"/>
                    </a:cubicBezTo>
                    <a:cubicBezTo>
                      <a:pt x="186" y="45"/>
                      <a:pt x="186" y="45"/>
                      <a:pt x="186" y="45"/>
                    </a:cubicBezTo>
                    <a:cubicBezTo>
                      <a:pt x="185" y="48"/>
                      <a:pt x="184" y="49"/>
                      <a:pt x="181" y="50"/>
                    </a:cubicBezTo>
                    <a:cubicBezTo>
                      <a:pt x="174" y="53"/>
                      <a:pt x="167" y="56"/>
                      <a:pt x="160" y="59"/>
                    </a:cubicBezTo>
                    <a:cubicBezTo>
                      <a:pt x="158" y="60"/>
                      <a:pt x="156" y="60"/>
                      <a:pt x="154" y="58"/>
                    </a:cubicBezTo>
                    <a:cubicBezTo>
                      <a:pt x="133" y="44"/>
                      <a:pt x="133" y="44"/>
                      <a:pt x="133" y="44"/>
                    </a:cubicBezTo>
                    <a:cubicBezTo>
                      <a:pt x="128" y="40"/>
                      <a:pt x="121" y="40"/>
                      <a:pt x="116" y="43"/>
                    </a:cubicBezTo>
                    <a:cubicBezTo>
                      <a:pt x="101" y="53"/>
                      <a:pt x="87" y="65"/>
                      <a:pt x="75" y="77"/>
                    </a:cubicBezTo>
                    <a:cubicBezTo>
                      <a:pt x="63" y="89"/>
                      <a:pt x="52" y="102"/>
                      <a:pt x="43" y="116"/>
                    </a:cubicBezTo>
                    <a:cubicBezTo>
                      <a:pt x="38" y="123"/>
                      <a:pt x="38" y="133"/>
                      <a:pt x="43" y="140"/>
                    </a:cubicBezTo>
                    <a:cubicBezTo>
                      <a:pt x="55" y="157"/>
                      <a:pt x="55" y="157"/>
                      <a:pt x="55" y="157"/>
                    </a:cubicBezTo>
                    <a:cubicBezTo>
                      <a:pt x="57" y="159"/>
                      <a:pt x="57" y="162"/>
                      <a:pt x="56" y="164"/>
                    </a:cubicBezTo>
                    <a:cubicBezTo>
                      <a:pt x="53" y="171"/>
                      <a:pt x="50" y="178"/>
                      <a:pt x="47" y="185"/>
                    </a:cubicBezTo>
                    <a:cubicBezTo>
                      <a:pt x="47" y="187"/>
                      <a:pt x="45" y="188"/>
                      <a:pt x="42" y="189"/>
                    </a:cubicBezTo>
                    <a:cubicBezTo>
                      <a:pt x="17" y="193"/>
                      <a:pt x="17" y="193"/>
                      <a:pt x="17" y="193"/>
                    </a:cubicBezTo>
                    <a:cubicBezTo>
                      <a:pt x="11" y="194"/>
                      <a:pt x="6" y="199"/>
                      <a:pt x="5" y="205"/>
                    </a:cubicBezTo>
                    <a:cubicBezTo>
                      <a:pt x="1" y="222"/>
                      <a:pt x="0" y="240"/>
                      <a:pt x="0" y="258"/>
                    </a:cubicBezTo>
                    <a:cubicBezTo>
                      <a:pt x="0" y="275"/>
                      <a:pt x="1" y="292"/>
                      <a:pt x="4" y="308"/>
                    </a:cubicBezTo>
                    <a:cubicBezTo>
                      <a:pt x="6" y="317"/>
                      <a:pt x="13" y="324"/>
                      <a:pt x="22" y="325"/>
                    </a:cubicBezTo>
                    <a:cubicBezTo>
                      <a:pt x="43" y="329"/>
                      <a:pt x="43" y="329"/>
                      <a:pt x="43" y="329"/>
                    </a:cubicBezTo>
                    <a:cubicBezTo>
                      <a:pt x="45" y="329"/>
                      <a:pt x="47" y="331"/>
                      <a:pt x="47" y="333"/>
                    </a:cubicBezTo>
                    <a:cubicBezTo>
                      <a:pt x="50" y="340"/>
                      <a:pt x="53" y="347"/>
                      <a:pt x="56" y="353"/>
                    </a:cubicBezTo>
                    <a:cubicBezTo>
                      <a:pt x="57" y="356"/>
                      <a:pt x="57" y="358"/>
                      <a:pt x="56" y="360"/>
                    </a:cubicBezTo>
                    <a:cubicBezTo>
                      <a:pt x="43" y="377"/>
                      <a:pt x="43" y="377"/>
                      <a:pt x="43" y="377"/>
                    </a:cubicBezTo>
                    <a:cubicBezTo>
                      <a:pt x="38" y="384"/>
                      <a:pt x="38" y="394"/>
                      <a:pt x="43" y="402"/>
                    </a:cubicBezTo>
                    <a:cubicBezTo>
                      <a:pt x="62" y="430"/>
                      <a:pt x="88" y="455"/>
                      <a:pt x="117" y="474"/>
                    </a:cubicBezTo>
                    <a:cubicBezTo>
                      <a:pt x="122" y="477"/>
                      <a:pt x="129" y="477"/>
                      <a:pt x="134" y="474"/>
                    </a:cubicBezTo>
                    <a:cubicBezTo>
                      <a:pt x="154" y="459"/>
                      <a:pt x="154" y="459"/>
                      <a:pt x="154" y="459"/>
                    </a:cubicBezTo>
                    <a:cubicBezTo>
                      <a:pt x="156" y="457"/>
                      <a:pt x="159" y="457"/>
                      <a:pt x="161" y="458"/>
                    </a:cubicBezTo>
                    <a:cubicBezTo>
                      <a:pt x="168" y="461"/>
                      <a:pt x="175" y="464"/>
                      <a:pt x="182" y="467"/>
                    </a:cubicBezTo>
                    <a:cubicBezTo>
                      <a:pt x="184" y="468"/>
                      <a:pt x="186" y="469"/>
                      <a:pt x="186" y="472"/>
                    </a:cubicBezTo>
                    <a:cubicBezTo>
                      <a:pt x="190" y="493"/>
                      <a:pt x="190" y="493"/>
                      <a:pt x="190" y="493"/>
                    </a:cubicBezTo>
                    <a:cubicBezTo>
                      <a:pt x="191" y="501"/>
                      <a:pt x="198" y="508"/>
                      <a:pt x="207" y="510"/>
                    </a:cubicBezTo>
                    <a:cubicBezTo>
                      <a:pt x="223" y="513"/>
                      <a:pt x="239" y="515"/>
                      <a:pt x="256" y="515"/>
                    </a:cubicBezTo>
                    <a:cubicBezTo>
                      <a:pt x="272" y="515"/>
                      <a:pt x="289" y="513"/>
                      <a:pt x="305" y="510"/>
                    </a:cubicBezTo>
                    <a:cubicBezTo>
                      <a:pt x="314" y="508"/>
                      <a:pt x="321" y="501"/>
                      <a:pt x="322" y="492"/>
                    </a:cubicBezTo>
                    <a:cubicBezTo>
                      <a:pt x="326" y="472"/>
                      <a:pt x="326" y="472"/>
                      <a:pt x="326" y="472"/>
                    </a:cubicBezTo>
                    <a:cubicBezTo>
                      <a:pt x="326" y="469"/>
                      <a:pt x="328" y="467"/>
                      <a:pt x="330" y="467"/>
                    </a:cubicBezTo>
                    <a:cubicBezTo>
                      <a:pt x="337" y="464"/>
                      <a:pt x="344" y="461"/>
                      <a:pt x="351" y="458"/>
                    </a:cubicBezTo>
                    <a:cubicBezTo>
                      <a:pt x="353" y="457"/>
                      <a:pt x="355" y="457"/>
                      <a:pt x="357" y="458"/>
                    </a:cubicBezTo>
                    <a:cubicBezTo>
                      <a:pt x="378" y="473"/>
                      <a:pt x="378" y="473"/>
                      <a:pt x="378" y="473"/>
                    </a:cubicBezTo>
                    <a:cubicBezTo>
                      <a:pt x="383" y="477"/>
                      <a:pt x="390" y="477"/>
                      <a:pt x="395" y="474"/>
                    </a:cubicBezTo>
                    <a:cubicBezTo>
                      <a:pt x="410" y="464"/>
                      <a:pt x="424" y="452"/>
                      <a:pt x="437" y="440"/>
                    </a:cubicBezTo>
                    <a:cubicBezTo>
                      <a:pt x="449" y="428"/>
                      <a:pt x="459" y="415"/>
                      <a:pt x="469" y="401"/>
                    </a:cubicBezTo>
                    <a:cubicBezTo>
                      <a:pt x="474" y="394"/>
                      <a:pt x="474" y="384"/>
                      <a:pt x="468" y="377"/>
                    </a:cubicBezTo>
                    <a:cubicBezTo>
                      <a:pt x="456" y="360"/>
                      <a:pt x="456" y="360"/>
                      <a:pt x="456" y="360"/>
                    </a:cubicBezTo>
                    <a:cubicBezTo>
                      <a:pt x="455" y="358"/>
                      <a:pt x="454" y="355"/>
                      <a:pt x="455" y="353"/>
                    </a:cubicBezTo>
                    <a:cubicBezTo>
                      <a:pt x="459" y="346"/>
                      <a:pt x="462" y="339"/>
                      <a:pt x="464" y="332"/>
                    </a:cubicBezTo>
                    <a:cubicBezTo>
                      <a:pt x="465" y="330"/>
                      <a:pt x="467" y="328"/>
                      <a:pt x="469" y="328"/>
                    </a:cubicBezTo>
                    <a:cubicBezTo>
                      <a:pt x="494" y="324"/>
                      <a:pt x="494" y="324"/>
                      <a:pt x="494" y="324"/>
                    </a:cubicBezTo>
                    <a:cubicBezTo>
                      <a:pt x="500" y="323"/>
                      <a:pt x="505" y="318"/>
                      <a:pt x="506" y="312"/>
                    </a:cubicBezTo>
                    <a:cubicBezTo>
                      <a:pt x="513" y="278"/>
                      <a:pt x="514" y="243"/>
                      <a:pt x="507" y="209"/>
                    </a:cubicBezTo>
                    <a:close/>
                    <a:moveTo>
                      <a:pt x="384" y="387"/>
                    </a:moveTo>
                    <a:cubicBezTo>
                      <a:pt x="339" y="431"/>
                      <a:pt x="279" y="448"/>
                      <a:pt x="220" y="436"/>
                    </a:cubicBezTo>
                    <a:cubicBezTo>
                      <a:pt x="219" y="436"/>
                      <a:pt x="218" y="436"/>
                      <a:pt x="217" y="436"/>
                    </a:cubicBezTo>
                    <a:cubicBezTo>
                      <a:pt x="217" y="436"/>
                      <a:pt x="217" y="436"/>
                      <a:pt x="217" y="436"/>
                    </a:cubicBezTo>
                    <a:cubicBezTo>
                      <a:pt x="151" y="423"/>
                      <a:pt x="91" y="363"/>
                      <a:pt x="79" y="297"/>
                    </a:cubicBezTo>
                    <a:cubicBezTo>
                      <a:pt x="79" y="297"/>
                      <a:pt x="79" y="297"/>
                      <a:pt x="79" y="297"/>
                    </a:cubicBezTo>
                    <a:cubicBezTo>
                      <a:pt x="78" y="296"/>
                      <a:pt x="78" y="295"/>
                      <a:pt x="78" y="294"/>
                    </a:cubicBezTo>
                    <a:cubicBezTo>
                      <a:pt x="73" y="271"/>
                      <a:pt x="73" y="246"/>
                      <a:pt x="78" y="222"/>
                    </a:cubicBezTo>
                    <a:cubicBezTo>
                      <a:pt x="78" y="221"/>
                      <a:pt x="78" y="220"/>
                      <a:pt x="79" y="219"/>
                    </a:cubicBezTo>
                    <a:cubicBezTo>
                      <a:pt x="79" y="219"/>
                      <a:pt x="79" y="219"/>
                      <a:pt x="79" y="219"/>
                    </a:cubicBezTo>
                    <a:cubicBezTo>
                      <a:pt x="108" y="81"/>
                      <a:pt x="283" y="29"/>
                      <a:pt x="384" y="130"/>
                    </a:cubicBezTo>
                    <a:cubicBezTo>
                      <a:pt x="409" y="155"/>
                      <a:pt x="425" y="186"/>
                      <a:pt x="433" y="219"/>
                    </a:cubicBezTo>
                    <a:cubicBezTo>
                      <a:pt x="433" y="219"/>
                      <a:pt x="433" y="219"/>
                      <a:pt x="433" y="219"/>
                    </a:cubicBezTo>
                    <a:cubicBezTo>
                      <a:pt x="433" y="221"/>
                      <a:pt x="433" y="222"/>
                      <a:pt x="433" y="223"/>
                    </a:cubicBezTo>
                    <a:cubicBezTo>
                      <a:pt x="445" y="280"/>
                      <a:pt x="428" y="342"/>
                      <a:pt x="384" y="387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204" name="Google Shape;460;p17"/>
            <p:cNvGrpSpPr/>
            <p:nvPr/>
          </p:nvGrpSpPr>
          <p:grpSpPr>
            <a:xfrm>
              <a:off x="9257400" y="485280"/>
              <a:ext cx="354600" cy="366480"/>
              <a:chOff x="9257400" y="485280"/>
              <a:chExt cx="354600" cy="366480"/>
            </a:xfrm>
          </p:grpSpPr>
          <p:sp>
            <p:nvSpPr>
              <p:cNvPr id="205" name="Google Shape;461;p17"/>
              <p:cNvSpPr/>
              <p:nvPr/>
            </p:nvSpPr>
            <p:spPr>
              <a:xfrm>
                <a:off x="9257400" y="485280"/>
                <a:ext cx="354600" cy="231480"/>
              </a:xfrm>
              <a:custGeom>
                <a:avLst/>
                <a:gdLst>
                  <a:gd name="textAreaLeft" fmla="*/ 0 w 354600"/>
                  <a:gd name="textAreaRight" fmla="*/ 354960 w 354600"/>
                  <a:gd name="textAreaTop" fmla="*/ 0 h 231480"/>
                  <a:gd name="textAreaBottom" fmla="*/ 231840 h 231480"/>
                </a:gdLst>
                <a:ahLst/>
                <a:cxnLst/>
                <a:rect l="textAreaLeft" t="textAreaTop" r="textAreaRight" b="textAreaBottom"/>
                <a:pathLst>
                  <a:path w="511" h="334">
                    <a:moveTo>
                      <a:pt x="470" y="187"/>
                    </a:moveTo>
                    <a:cubicBezTo>
                      <a:pt x="462" y="183"/>
                      <a:pt x="459" y="175"/>
                      <a:pt x="462" y="167"/>
                    </a:cubicBezTo>
                    <a:cubicBezTo>
                      <a:pt x="481" y="118"/>
                      <a:pt x="444" y="63"/>
                      <a:pt x="391" y="63"/>
                    </a:cubicBezTo>
                    <a:cubicBezTo>
                      <a:pt x="381" y="62"/>
                      <a:pt x="371" y="64"/>
                      <a:pt x="361" y="68"/>
                    </a:cubicBezTo>
                    <a:cubicBezTo>
                      <a:pt x="353" y="71"/>
                      <a:pt x="344" y="68"/>
                      <a:pt x="341" y="60"/>
                    </a:cubicBezTo>
                    <a:cubicBezTo>
                      <a:pt x="314" y="1"/>
                      <a:pt x="229" y="0"/>
                      <a:pt x="201" y="59"/>
                    </a:cubicBezTo>
                    <a:cubicBezTo>
                      <a:pt x="198" y="67"/>
                      <a:pt x="189" y="70"/>
                      <a:pt x="181" y="67"/>
                    </a:cubicBezTo>
                    <a:cubicBezTo>
                      <a:pt x="173" y="64"/>
                      <a:pt x="163" y="63"/>
                      <a:pt x="154" y="63"/>
                    </a:cubicBezTo>
                    <a:cubicBezTo>
                      <a:pt x="112" y="63"/>
                      <a:pt x="78" y="98"/>
                      <a:pt x="78" y="140"/>
                    </a:cubicBezTo>
                    <a:cubicBezTo>
                      <a:pt x="78" y="149"/>
                      <a:pt x="80" y="158"/>
                      <a:pt x="83" y="167"/>
                    </a:cubicBezTo>
                    <a:cubicBezTo>
                      <a:pt x="86" y="175"/>
                      <a:pt x="82" y="184"/>
                      <a:pt x="75" y="187"/>
                    </a:cubicBezTo>
                    <a:cubicBezTo>
                      <a:pt x="0" y="225"/>
                      <a:pt x="26" y="332"/>
                      <a:pt x="109" y="334"/>
                    </a:cubicBezTo>
                    <a:cubicBezTo>
                      <a:pt x="177" y="334"/>
                      <a:pt x="177" y="334"/>
                      <a:pt x="177" y="334"/>
                    </a:cubicBezTo>
                    <a:cubicBezTo>
                      <a:pt x="271" y="330"/>
                      <a:pt x="271" y="196"/>
                      <a:pt x="177" y="192"/>
                    </a:cubicBezTo>
                    <a:cubicBezTo>
                      <a:pt x="168" y="192"/>
                      <a:pt x="161" y="185"/>
                      <a:pt x="161" y="176"/>
                    </a:cubicBezTo>
                    <a:cubicBezTo>
                      <a:pt x="161" y="167"/>
                      <a:pt x="168" y="160"/>
                      <a:pt x="177" y="160"/>
                    </a:cubicBezTo>
                    <a:cubicBezTo>
                      <a:pt x="228" y="160"/>
                      <a:pt x="271" y="198"/>
                      <a:pt x="278" y="247"/>
                    </a:cubicBezTo>
                    <a:cubicBezTo>
                      <a:pt x="353" y="247"/>
                      <a:pt x="353" y="247"/>
                      <a:pt x="353" y="247"/>
                    </a:cubicBezTo>
                    <a:cubicBezTo>
                      <a:pt x="367" y="247"/>
                      <a:pt x="379" y="235"/>
                      <a:pt x="379" y="221"/>
                    </a:cubicBezTo>
                    <a:cubicBezTo>
                      <a:pt x="379" y="207"/>
                      <a:pt x="367" y="195"/>
                      <a:pt x="353" y="195"/>
                    </a:cubicBezTo>
                    <a:cubicBezTo>
                      <a:pt x="332" y="194"/>
                      <a:pt x="332" y="164"/>
                      <a:pt x="353" y="163"/>
                    </a:cubicBezTo>
                    <a:cubicBezTo>
                      <a:pt x="430" y="166"/>
                      <a:pt x="430" y="276"/>
                      <a:pt x="353" y="279"/>
                    </a:cubicBezTo>
                    <a:cubicBezTo>
                      <a:pt x="278" y="279"/>
                      <a:pt x="278" y="279"/>
                      <a:pt x="278" y="279"/>
                    </a:cubicBezTo>
                    <a:cubicBezTo>
                      <a:pt x="275" y="300"/>
                      <a:pt x="265" y="319"/>
                      <a:pt x="251" y="334"/>
                    </a:cubicBezTo>
                    <a:cubicBezTo>
                      <a:pt x="257" y="334"/>
                      <a:pt x="257" y="334"/>
                      <a:pt x="257" y="334"/>
                    </a:cubicBezTo>
                    <a:cubicBezTo>
                      <a:pt x="258" y="334"/>
                      <a:pt x="258" y="334"/>
                      <a:pt x="259" y="334"/>
                    </a:cubicBezTo>
                    <a:cubicBezTo>
                      <a:pt x="432" y="334"/>
                      <a:pt x="432" y="334"/>
                      <a:pt x="432" y="334"/>
                    </a:cubicBezTo>
                    <a:cubicBezTo>
                      <a:pt x="453" y="334"/>
                      <a:pt x="473" y="326"/>
                      <a:pt x="488" y="311"/>
                    </a:cubicBezTo>
                    <a:cubicBezTo>
                      <a:pt x="503" y="296"/>
                      <a:pt x="511" y="276"/>
                      <a:pt x="511" y="255"/>
                    </a:cubicBezTo>
                    <a:cubicBezTo>
                      <a:pt x="511" y="226"/>
                      <a:pt x="495" y="200"/>
                      <a:pt x="470" y="187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06" name="Google Shape;462;p17"/>
              <p:cNvSpPr/>
              <p:nvPr/>
            </p:nvSpPr>
            <p:spPr>
              <a:xfrm>
                <a:off x="9505440" y="805680"/>
                <a:ext cx="44280" cy="46080"/>
              </a:xfrm>
              <a:custGeom>
                <a:avLst/>
                <a:gdLst>
                  <a:gd name="textAreaLeft" fmla="*/ 0 w 44280"/>
                  <a:gd name="textAreaRight" fmla="*/ 44640 w 44280"/>
                  <a:gd name="textAreaTop" fmla="*/ 0 h 46080"/>
                  <a:gd name="textAreaBottom" fmla="*/ 46440 h 46080"/>
                </a:gdLst>
                <a:ahLst/>
                <a:cxnLst/>
                <a:rect l="textAreaLeft" t="textAreaTop" r="textAreaRight" b="textAreaBottom"/>
                <a:pathLst>
                  <a:path w="64" h="67">
                    <a:moveTo>
                      <a:pt x="63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35"/>
                      <a:pt x="0" y="35"/>
                      <a:pt x="0" y="35"/>
                    </a:cubicBezTo>
                    <a:cubicBezTo>
                      <a:pt x="0" y="52"/>
                      <a:pt x="14" y="67"/>
                      <a:pt x="32" y="67"/>
                    </a:cubicBezTo>
                    <a:cubicBezTo>
                      <a:pt x="57" y="67"/>
                      <a:pt x="57" y="67"/>
                      <a:pt x="57" y="67"/>
                    </a:cubicBezTo>
                    <a:cubicBezTo>
                      <a:pt x="61" y="67"/>
                      <a:pt x="64" y="63"/>
                      <a:pt x="64" y="59"/>
                    </a:cubicBezTo>
                    <a:cubicBezTo>
                      <a:pt x="64" y="0"/>
                      <a:pt x="64" y="0"/>
                      <a:pt x="64" y="0"/>
                    </a:cubicBezTo>
                    <a:cubicBezTo>
                      <a:pt x="64" y="0"/>
                      <a:pt x="64" y="0"/>
                      <a:pt x="63" y="0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3040" bIns="230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07" name="Google Shape;463;p17"/>
              <p:cNvSpPr/>
              <p:nvPr/>
            </p:nvSpPr>
            <p:spPr>
              <a:xfrm>
                <a:off x="9448920" y="734400"/>
                <a:ext cx="135000" cy="48600"/>
              </a:xfrm>
              <a:custGeom>
                <a:avLst/>
                <a:gdLst>
                  <a:gd name="textAreaLeft" fmla="*/ 0 w 135000"/>
                  <a:gd name="textAreaRight" fmla="*/ 135360 w 135000"/>
                  <a:gd name="textAreaTop" fmla="*/ 0 h 48600"/>
                  <a:gd name="textAreaBottom" fmla="*/ 48960 h 48600"/>
                </a:gdLst>
                <a:ahLst/>
                <a:cxnLst/>
                <a:rect l="textAreaLeft" t="textAreaTop" r="textAreaRight" b="textAreaBottom"/>
                <a:pathLst>
                  <a:path w="195" h="70">
                    <a:moveTo>
                      <a:pt x="195" y="19"/>
                    </a:moveTo>
                    <a:cubicBezTo>
                      <a:pt x="195" y="0"/>
                      <a:pt x="195" y="0"/>
                      <a:pt x="195" y="0"/>
                    </a:cubicBezTo>
                    <a:cubicBezTo>
                      <a:pt x="183" y="5"/>
                      <a:pt x="170" y="7"/>
                      <a:pt x="156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7" y="43"/>
                      <a:pt x="39" y="70"/>
                      <a:pt x="77" y="70"/>
                    </a:cubicBezTo>
                    <a:cubicBezTo>
                      <a:pt x="144" y="70"/>
                      <a:pt x="144" y="70"/>
                      <a:pt x="144" y="70"/>
                    </a:cubicBezTo>
                    <a:cubicBezTo>
                      <a:pt x="172" y="70"/>
                      <a:pt x="195" y="47"/>
                      <a:pt x="195" y="19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4480" bIns="2448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208" name="Google Shape;464;p17"/>
            <p:cNvGrpSpPr/>
            <p:nvPr/>
          </p:nvGrpSpPr>
          <p:grpSpPr>
            <a:xfrm>
              <a:off x="9623520" y="-52920"/>
              <a:ext cx="326880" cy="318600"/>
              <a:chOff x="9623520" y="-52920"/>
              <a:chExt cx="326880" cy="318600"/>
            </a:xfrm>
          </p:grpSpPr>
          <p:sp>
            <p:nvSpPr>
              <p:cNvPr id="209" name="Google Shape;465;p17"/>
              <p:cNvSpPr/>
              <p:nvPr/>
            </p:nvSpPr>
            <p:spPr>
              <a:xfrm>
                <a:off x="9749880" y="244080"/>
                <a:ext cx="115920" cy="21600"/>
              </a:xfrm>
              <a:custGeom>
                <a:avLst/>
                <a:gdLst>
                  <a:gd name="textAreaLeft" fmla="*/ 0 w 115920"/>
                  <a:gd name="textAreaRight" fmla="*/ 116280 w 115920"/>
                  <a:gd name="textAreaTop" fmla="*/ 0 h 21600"/>
                  <a:gd name="textAreaBottom" fmla="*/ 21960 h 21600"/>
                </a:gdLst>
                <a:ahLst/>
                <a:cxnLst/>
                <a:rect l="textAreaLeft" t="textAreaTop" r="textAreaRight" b="textAreaBottom"/>
                <a:pathLst>
                  <a:path w="190" h="36">
                    <a:moveTo>
                      <a:pt x="1" y="14"/>
                    </a:moveTo>
                    <a:cubicBezTo>
                      <a:pt x="0" y="16"/>
                      <a:pt x="2" y="19"/>
                      <a:pt x="4" y="19"/>
                    </a:cubicBezTo>
                    <a:cubicBezTo>
                      <a:pt x="65" y="36"/>
                      <a:pt x="135" y="29"/>
                      <a:pt x="190" y="0"/>
                    </a:cubicBezTo>
                    <a:cubicBezTo>
                      <a:pt x="6" y="0"/>
                      <a:pt x="6" y="0"/>
                      <a:pt x="6" y="0"/>
                    </a:cubicBezTo>
                    <a:lnTo>
                      <a:pt x="1" y="14"/>
                    </a:ln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800" bIns="1080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10" name="Google Shape;466;p17"/>
              <p:cNvSpPr/>
              <p:nvPr/>
            </p:nvSpPr>
            <p:spPr>
              <a:xfrm>
                <a:off x="9623520" y="65520"/>
                <a:ext cx="155880" cy="181080"/>
              </a:xfrm>
              <a:custGeom>
                <a:avLst/>
                <a:gdLst>
                  <a:gd name="textAreaLeft" fmla="*/ 0 w 155880"/>
                  <a:gd name="textAreaRight" fmla="*/ 156240 w 155880"/>
                  <a:gd name="textAreaTop" fmla="*/ 0 h 181080"/>
                  <a:gd name="textAreaBottom" fmla="*/ 181440 h 181080"/>
                </a:gdLst>
                <a:ahLst/>
                <a:cxnLst/>
                <a:rect l="textAreaLeft" t="textAreaTop" r="textAreaRight" b="textAreaBottom"/>
                <a:pathLst>
                  <a:path w="255" h="296">
                    <a:moveTo>
                      <a:pt x="251" y="72"/>
                    </a:moveTo>
                    <a:cubicBezTo>
                      <a:pt x="34" y="1"/>
                      <a:pt x="34" y="1"/>
                      <a:pt x="34" y="1"/>
                    </a:cubicBezTo>
                    <a:cubicBezTo>
                      <a:pt x="32" y="0"/>
                      <a:pt x="29" y="2"/>
                      <a:pt x="28" y="5"/>
                    </a:cubicBezTo>
                    <a:cubicBezTo>
                      <a:pt x="0" y="121"/>
                      <a:pt x="60" y="245"/>
                      <a:pt x="169" y="295"/>
                    </a:cubicBezTo>
                    <a:cubicBezTo>
                      <a:pt x="171" y="296"/>
                      <a:pt x="174" y="295"/>
                      <a:pt x="175" y="292"/>
                    </a:cubicBezTo>
                    <a:cubicBezTo>
                      <a:pt x="254" y="78"/>
                      <a:pt x="254" y="78"/>
                      <a:pt x="254" y="78"/>
                    </a:cubicBezTo>
                    <a:cubicBezTo>
                      <a:pt x="255" y="76"/>
                      <a:pt x="254" y="73"/>
                      <a:pt x="251" y="72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11" name="Google Shape;467;p17"/>
              <p:cNvSpPr/>
              <p:nvPr/>
            </p:nvSpPr>
            <p:spPr>
              <a:xfrm>
                <a:off x="9761400" y="199800"/>
                <a:ext cx="156960" cy="23040"/>
              </a:xfrm>
              <a:custGeom>
                <a:avLst/>
                <a:gdLst>
                  <a:gd name="textAreaLeft" fmla="*/ 0 w 156960"/>
                  <a:gd name="textAreaRight" fmla="*/ 157320 w 156960"/>
                  <a:gd name="textAreaTop" fmla="*/ 0 h 23040"/>
                  <a:gd name="textAreaBottom" fmla="*/ 23400 h 23040"/>
                </a:gdLst>
                <a:ahLst/>
                <a:cxnLst/>
                <a:rect l="textAreaLeft" t="textAreaTop" r="textAreaRight" b="textAreaBottom"/>
                <a:pathLst>
                  <a:path w="257" h="38">
                    <a:moveTo>
                      <a:pt x="0" y="38"/>
                    </a:moveTo>
                    <a:cubicBezTo>
                      <a:pt x="221" y="38"/>
                      <a:pt x="221" y="38"/>
                      <a:pt x="221" y="38"/>
                    </a:cubicBezTo>
                    <a:cubicBezTo>
                      <a:pt x="234" y="26"/>
                      <a:pt x="246" y="13"/>
                      <a:pt x="257" y="0"/>
                    </a:cubicBezTo>
                    <a:cubicBezTo>
                      <a:pt x="14" y="0"/>
                      <a:pt x="14" y="0"/>
                      <a:pt x="14" y="0"/>
                    </a:cubicBezTo>
                    <a:lnTo>
                      <a:pt x="0" y="38"/>
                    </a:ln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1520" bIns="1152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12" name="Google Shape;468;p17"/>
              <p:cNvSpPr/>
              <p:nvPr/>
            </p:nvSpPr>
            <p:spPr>
              <a:xfrm>
                <a:off x="9648720" y="-52920"/>
                <a:ext cx="134280" cy="141480"/>
              </a:xfrm>
              <a:custGeom>
                <a:avLst/>
                <a:gdLst>
                  <a:gd name="textAreaLeft" fmla="*/ 0 w 134280"/>
                  <a:gd name="textAreaRight" fmla="*/ 134640 w 134280"/>
                  <a:gd name="textAreaTop" fmla="*/ 0 h 141480"/>
                  <a:gd name="textAreaBottom" fmla="*/ 141840 h 141480"/>
                </a:gdLst>
                <a:ahLst/>
                <a:cxnLst/>
                <a:rect l="textAreaLeft" t="textAreaTop" r="textAreaRight" b="textAreaBottom"/>
                <a:pathLst>
                  <a:path w="220" h="231">
                    <a:moveTo>
                      <a:pt x="4" y="162"/>
                    </a:moveTo>
                    <a:cubicBezTo>
                      <a:pt x="214" y="230"/>
                      <a:pt x="214" y="230"/>
                      <a:pt x="214" y="230"/>
                    </a:cubicBezTo>
                    <a:cubicBezTo>
                      <a:pt x="217" y="231"/>
                      <a:pt x="220" y="229"/>
                      <a:pt x="220" y="226"/>
                    </a:cubicBezTo>
                    <a:cubicBezTo>
                      <a:pt x="220" y="5"/>
                      <a:pt x="220" y="5"/>
                      <a:pt x="220" y="5"/>
                    </a:cubicBezTo>
                    <a:cubicBezTo>
                      <a:pt x="220" y="2"/>
                      <a:pt x="217" y="0"/>
                      <a:pt x="215" y="0"/>
                    </a:cubicBezTo>
                    <a:cubicBezTo>
                      <a:pt x="155" y="6"/>
                      <a:pt x="99" y="31"/>
                      <a:pt x="56" y="75"/>
                    </a:cubicBezTo>
                    <a:cubicBezTo>
                      <a:pt x="32" y="98"/>
                      <a:pt x="14" y="125"/>
                      <a:pt x="1" y="155"/>
                    </a:cubicBezTo>
                    <a:cubicBezTo>
                      <a:pt x="0" y="158"/>
                      <a:pt x="1" y="161"/>
                      <a:pt x="4" y="162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13" name="Google Shape;469;p17"/>
              <p:cNvSpPr/>
              <p:nvPr/>
            </p:nvSpPr>
            <p:spPr>
              <a:xfrm>
                <a:off x="9777240" y="157680"/>
                <a:ext cx="164160" cy="21240"/>
              </a:xfrm>
              <a:custGeom>
                <a:avLst/>
                <a:gdLst>
                  <a:gd name="textAreaLeft" fmla="*/ 0 w 164160"/>
                  <a:gd name="textAreaRight" fmla="*/ 164520 w 164160"/>
                  <a:gd name="textAreaTop" fmla="*/ 0 h 21240"/>
                  <a:gd name="textAreaBottom" fmla="*/ 21600 h 21240"/>
                </a:gdLst>
                <a:ahLst/>
                <a:cxnLst/>
                <a:rect l="textAreaLeft" t="textAreaTop" r="textAreaRight" b="textAreaBottom"/>
                <a:pathLst>
                  <a:path w="268" h="35">
                    <a:moveTo>
                      <a:pt x="0" y="35"/>
                    </a:moveTo>
                    <a:cubicBezTo>
                      <a:pt x="253" y="35"/>
                      <a:pt x="253" y="35"/>
                      <a:pt x="253" y="35"/>
                    </a:cubicBezTo>
                    <a:cubicBezTo>
                      <a:pt x="259" y="24"/>
                      <a:pt x="264" y="12"/>
                      <a:pt x="268" y="0"/>
                    </a:cubicBezTo>
                    <a:cubicBezTo>
                      <a:pt x="13" y="0"/>
                      <a:pt x="13" y="0"/>
                      <a:pt x="13" y="0"/>
                    </a:cubicBezTo>
                    <a:lnTo>
                      <a:pt x="0" y="35"/>
                    </a:ln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800" bIns="1080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14" name="Google Shape;470;p17"/>
              <p:cNvSpPr/>
              <p:nvPr/>
            </p:nvSpPr>
            <p:spPr>
              <a:xfrm>
                <a:off x="9792720" y="114840"/>
                <a:ext cx="157680" cy="21600"/>
              </a:xfrm>
              <a:custGeom>
                <a:avLst/>
                <a:gdLst>
                  <a:gd name="textAreaLeft" fmla="*/ 0 w 157680"/>
                  <a:gd name="textAreaRight" fmla="*/ 158040 w 157680"/>
                  <a:gd name="textAreaTop" fmla="*/ 0 h 21600"/>
                  <a:gd name="textAreaBottom" fmla="*/ 21960 h 21600"/>
                </a:gdLst>
                <a:ahLst/>
                <a:cxnLst/>
                <a:rect l="textAreaLeft" t="textAreaTop" r="textAreaRight" b="textAreaBottom"/>
                <a:pathLst>
                  <a:path w="258" h="36">
                    <a:moveTo>
                      <a:pt x="253" y="0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15" y="0"/>
                      <a:pt x="14" y="1"/>
                      <a:pt x="13" y="2"/>
                    </a:cubicBezTo>
                    <a:cubicBezTo>
                      <a:pt x="0" y="36"/>
                      <a:pt x="0" y="36"/>
                      <a:pt x="0" y="36"/>
                    </a:cubicBezTo>
                    <a:cubicBezTo>
                      <a:pt x="253" y="36"/>
                      <a:pt x="253" y="36"/>
                      <a:pt x="253" y="36"/>
                    </a:cubicBezTo>
                    <a:cubicBezTo>
                      <a:pt x="255" y="26"/>
                      <a:pt x="257" y="16"/>
                      <a:pt x="257" y="5"/>
                    </a:cubicBezTo>
                    <a:cubicBezTo>
                      <a:pt x="258" y="2"/>
                      <a:pt x="255" y="0"/>
                      <a:pt x="253" y="0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800" bIns="1080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15" name="Google Shape;471;p17"/>
              <p:cNvSpPr/>
              <p:nvPr/>
            </p:nvSpPr>
            <p:spPr>
              <a:xfrm>
                <a:off x="9821880" y="22680"/>
                <a:ext cx="18360" cy="54720"/>
              </a:xfrm>
              <a:custGeom>
                <a:avLst/>
                <a:gdLst>
                  <a:gd name="textAreaLeft" fmla="*/ 0 w 18360"/>
                  <a:gd name="textAreaRight" fmla="*/ 18720 w 18360"/>
                  <a:gd name="textAreaTop" fmla="*/ 0 h 54720"/>
                  <a:gd name="textAreaBottom" fmla="*/ 55080 h 54720"/>
                </a:gdLst>
                <a:ahLst/>
                <a:cxnLst/>
                <a:rect l="textAreaLeft" t="textAreaTop" r="textAreaRight" b="textAreaBottom"/>
                <a:pathLst>
                  <a:path w="31" h="90">
                    <a:moveTo>
                      <a:pt x="16" y="90"/>
                    </a:moveTo>
                    <a:cubicBezTo>
                      <a:pt x="24" y="90"/>
                      <a:pt x="31" y="84"/>
                      <a:pt x="31" y="75"/>
                    </a:cubicBezTo>
                    <a:cubicBezTo>
                      <a:pt x="31" y="20"/>
                      <a:pt x="31" y="20"/>
                      <a:pt x="31" y="20"/>
                    </a:cubicBezTo>
                    <a:cubicBezTo>
                      <a:pt x="30" y="0"/>
                      <a:pt x="1" y="0"/>
                      <a:pt x="0" y="20"/>
                    </a:cubicBezTo>
                    <a:cubicBezTo>
                      <a:pt x="0" y="75"/>
                      <a:pt x="0" y="75"/>
                      <a:pt x="0" y="75"/>
                    </a:cubicBezTo>
                    <a:cubicBezTo>
                      <a:pt x="0" y="84"/>
                      <a:pt x="7" y="90"/>
                      <a:pt x="16" y="90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7360" bIns="2736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16" name="Google Shape;472;p17"/>
              <p:cNvSpPr/>
              <p:nvPr/>
            </p:nvSpPr>
            <p:spPr>
              <a:xfrm>
                <a:off x="9859320" y="1800"/>
                <a:ext cx="18000" cy="75600"/>
              </a:xfrm>
              <a:custGeom>
                <a:avLst/>
                <a:gdLst>
                  <a:gd name="textAreaLeft" fmla="*/ 0 w 18000"/>
                  <a:gd name="textAreaRight" fmla="*/ 18360 w 18000"/>
                  <a:gd name="textAreaTop" fmla="*/ 0 h 75600"/>
                  <a:gd name="textAreaBottom" fmla="*/ 75960 h 75600"/>
                </a:gdLst>
                <a:ahLst/>
                <a:cxnLst/>
                <a:rect l="textAreaLeft" t="textAreaTop" r="textAreaRight" b="textAreaBottom"/>
                <a:pathLst>
                  <a:path w="30" h="124">
                    <a:moveTo>
                      <a:pt x="15" y="124"/>
                    </a:moveTo>
                    <a:cubicBezTo>
                      <a:pt x="24" y="124"/>
                      <a:pt x="30" y="118"/>
                      <a:pt x="30" y="109"/>
                    </a:cubicBezTo>
                    <a:cubicBezTo>
                      <a:pt x="30" y="20"/>
                      <a:pt x="30" y="20"/>
                      <a:pt x="30" y="20"/>
                    </a:cubicBezTo>
                    <a:cubicBezTo>
                      <a:pt x="30" y="0"/>
                      <a:pt x="1" y="0"/>
                      <a:pt x="0" y="20"/>
                    </a:cubicBezTo>
                    <a:cubicBezTo>
                      <a:pt x="0" y="109"/>
                      <a:pt x="0" y="109"/>
                      <a:pt x="0" y="109"/>
                    </a:cubicBezTo>
                    <a:cubicBezTo>
                      <a:pt x="0" y="118"/>
                      <a:pt x="7" y="124"/>
                      <a:pt x="15" y="124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7800" bIns="3780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17" name="Google Shape;473;p17"/>
              <p:cNvSpPr/>
              <p:nvPr/>
            </p:nvSpPr>
            <p:spPr>
              <a:xfrm>
                <a:off x="9896760" y="-27000"/>
                <a:ext cx="18360" cy="104400"/>
              </a:xfrm>
              <a:custGeom>
                <a:avLst/>
                <a:gdLst>
                  <a:gd name="textAreaLeft" fmla="*/ 0 w 18360"/>
                  <a:gd name="textAreaRight" fmla="*/ 18720 w 18360"/>
                  <a:gd name="textAreaTop" fmla="*/ 0 h 104400"/>
                  <a:gd name="textAreaBottom" fmla="*/ 104760 h 104400"/>
                </a:gdLst>
                <a:ahLst/>
                <a:cxnLst/>
                <a:rect l="textAreaLeft" t="textAreaTop" r="textAreaRight" b="textAreaBottom"/>
                <a:pathLst>
                  <a:path w="30" h="171">
                    <a:moveTo>
                      <a:pt x="15" y="171"/>
                    </a:moveTo>
                    <a:cubicBezTo>
                      <a:pt x="23" y="171"/>
                      <a:pt x="30" y="165"/>
                      <a:pt x="30" y="156"/>
                    </a:cubicBezTo>
                    <a:cubicBezTo>
                      <a:pt x="30" y="20"/>
                      <a:pt x="30" y="20"/>
                      <a:pt x="30" y="20"/>
                    </a:cubicBezTo>
                    <a:cubicBezTo>
                      <a:pt x="29" y="0"/>
                      <a:pt x="1" y="0"/>
                      <a:pt x="0" y="20"/>
                    </a:cubicBezTo>
                    <a:cubicBezTo>
                      <a:pt x="0" y="156"/>
                      <a:pt x="0" y="156"/>
                      <a:pt x="0" y="156"/>
                    </a:cubicBezTo>
                    <a:cubicBezTo>
                      <a:pt x="0" y="165"/>
                      <a:pt x="7" y="171"/>
                      <a:pt x="15" y="171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sp>
        <p:nvSpPr>
          <p:cNvPr id="218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  <p:transition spd="slow">
    <p:push dir="u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5"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9" name="Google Shape;482;p18"/>
          <p:cNvPicPr/>
          <p:nvPr/>
        </p:nvPicPr>
        <p:blipFill>
          <a:blip r:embed="rId2"/>
          <a:srcRect t="1844" r="1844"/>
          <a:stretch/>
        </p:blipFill>
        <p:spPr>
          <a:xfrm rot="10800000" flipH="1"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20" name="Google Shape;483;p18"/>
          <p:cNvPicPr/>
          <p:nvPr/>
        </p:nvPicPr>
        <p:blipFill>
          <a:blip r:embed="rId3"/>
          <a:srcRect l="7208" r="48305" b="45432"/>
          <a:stretch/>
        </p:blipFill>
        <p:spPr>
          <a:xfrm rot="10800000">
            <a:off x="7925040" y="360"/>
            <a:ext cx="1218960" cy="285408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221" name="Google Shape;484;p18"/>
          <p:cNvGrpSpPr/>
          <p:nvPr/>
        </p:nvGrpSpPr>
        <p:grpSpPr>
          <a:xfrm>
            <a:off x="-1748160" y="-2045880"/>
            <a:ext cx="13606200" cy="8901720"/>
            <a:chOff x="-1748160" y="-2045880"/>
            <a:chExt cx="13606200" cy="8901720"/>
          </a:xfrm>
        </p:grpSpPr>
        <p:pic>
          <p:nvPicPr>
            <p:cNvPr id="222" name="Google Shape;485;p18"/>
            <p:cNvPicPr/>
            <p:nvPr/>
          </p:nvPicPr>
          <p:blipFill>
            <a:blip r:embed="rId4">
              <a:alphaModFix amt="50000"/>
            </a:blip>
            <a:stretch/>
          </p:blipFill>
          <p:spPr>
            <a:xfrm rot="20138400" flipH="1">
              <a:off x="7759080" y="-1469520"/>
              <a:ext cx="3541680" cy="34646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223" name="Google Shape;486;p18"/>
            <p:cNvPicPr/>
            <p:nvPr/>
          </p:nvPicPr>
          <p:blipFill>
            <a:blip r:embed="rId4">
              <a:alphaModFix amt="50000"/>
            </a:blip>
            <a:stretch/>
          </p:blipFill>
          <p:spPr>
            <a:xfrm rot="157800" flipH="1">
              <a:off x="-1670040" y="3311640"/>
              <a:ext cx="3541680" cy="346464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224" name="Google Shape;487;p18"/>
          <p:cNvGrpSpPr/>
          <p:nvPr/>
        </p:nvGrpSpPr>
        <p:grpSpPr>
          <a:xfrm>
            <a:off x="8205480" y="3553200"/>
            <a:ext cx="1963080" cy="2057760"/>
            <a:chOff x="8205480" y="3553200"/>
            <a:chExt cx="1963080" cy="2057760"/>
          </a:xfrm>
        </p:grpSpPr>
        <p:pic>
          <p:nvPicPr>
            <p:cNvPr id="225" name="Google Shape;488;p18"/>
            <p:cNvPicPr/>
            <p:nvPr/>
          </p:nvPicPr>
          <p:blipFill>
            <a:blip r:embed="rId5">
              <a:alphaModFix amt="50000"/>
            </a:blip>
            <a:stretch/>
          </p:blipFill>
          <p:spPr>
            <a:xfrm rot="16200000">
              <a:off x="8183520" y="3575160"/>
              <a:ext cx="2007000" cy="1963080"/>
            </a:xfrm>
            <a:prstGeom prst="rect">
              <a:avLst/>
            </a:prstGeom>
            <a:noFill/>
            <a:ln w="0">
              <a:noFill/>
            </a:ln>
          </p:spPr>
        </p:pic>
        <p:grpSp>
          <p:nvGrpSpPr>
            <p:cNvPr id="226" name="Google Shape;489;p18"/>
            <p:cNvGrpSpPr/>
            <p:nvPr/>
          </p:nvGrpSpPr>
          <p:grpSpPr>
            <a:xfrm>
              <a:off x="9154080" y="5293800"/>
              <a:ext cx="344520" cy="317160"/>
              <a:chOff x="9154080" y="5293800"/>
              <a:chExt cx="344520" cy="317160"/>
            </a:xfrm>
          </p:grpSpPr>
          <p:sp>
            <p:nvSpPr>
              <p:cNvPr id="227" name="Google Shape;490;p18"/>
              <p:cNvSpPr/>
              <p:nvPr/>
            </p:nvSpPr>
            <p:spPr>
              <a:xfrm>
                <a:off x="9268920" y="5347440"/>
                <a:ext cx="148320" cy="149040"/>
              </a:xfrm>
              <a:custGeom>
                <a:avLst/>
                <a:gdLst>
                  <a:gd name="textAreaLeft" fmla="*/ 0 w 148320"/>
                  <a:gd name="textAreaRight" fmla="*/ 148680 w 148320"/>
                  <a:gd name="textAreaTop" fmla="*/ 0 h 149040"/>
                  <a:gd name="textAreaBottom" fmla="*/ 149400 h 149040"/>
                </a:gdLst>
                <a:ahLst/>
                <a:cxnLst/>
                <a:rect l="textAreaLeft" t="textAreaTop" r="textAreaRight" b="textAreaBottom"/>
                <a:pathLst>
                  <a:path w="251" h="252">
                    <a:moveTo>
                      <a:pt x="197" y="142"/>
                    </a:moveTo>
                    <a:cubicBezTo>
                      <a:pt x="176" y="141"/>
                      <a:pt x="176" y="110"/>
                      <a:pt x="197" y="110"/>
                    </a:cubicBezTo>
                    <a:cubicBezTo>
                      <a:pt x="251" y="109"/>
                      <a:pt x="251" y="109"/>
                      <a:pt x="251" y="109"/>
                    </a:cubicBezTo>
                    <a:cubicBezTo>
                      <a:pt x="245" y="55"/>
                      <a:pt x="197" y="6"/>
                      <a:pt x="142" y="0"/>
                    </a:cubicBezTo>
                    <a:cubicBezTo>
                      <a:pt x="141" y="54"/>
                      <a:pt x="141" y="54"/>
                      <a:pt x="141" y="54"/>
                    </a:cubicBezTo>
                    <a:cubicBezTo>
                      <a:pt x="141" y="63"/>
                      <a:pt x="134" y="70"/>
                      <a:pt x="125" y="70"/>
                    </a:cubicBezTo>
                    <a:cubicBezTo>
                      <a:pt x="125" y="70"/>
                      <a:pt x="125" y="70"/>
                      <a:pt x="125" y="70"/>
                    </a:cubicBezTo>
                    <a:cubicBezTo>
                      <a:pt x="116" y="70"/>
                      <a:pt x="109" y="63"/>
                      <a:pt x="109" y="54"/>
                    </a:cubicBezTo>
                    <a:cubicBezTo>
                      <a:pt x="109" y="0"/>
                      <a:pt x="109" y="0"/>
                      <a:pt x="109" y="0"/>
                    </a:cubicBezTo>
                    <a:cubicBezTo>
                      <a:pt x="53" y="6"/>
                      <a:pt x="5" y="55"/>
                      <a:pt x="0" y="110"/>
                    </a:cubicBezTo>
                    <a:cubicBezTo>
                      <a:pt x="53" y="110"/>
                      <a:pt x="53" y="110"/>
                      <a:pt x="53" y="110"/>
                    </a:cubicBezTo>
                    <a:cubicBezTo>
                      <a:pt x="53" y="110"/>
                      <a:pt x="53" y="110"/>
                      <a:pt x="53" y="110"/>
                    </a:cubicBezTo>
                    <a:cubicBezTo>
                      <a:pt x="74" y="111"/>
                      <a:pt x="74" y="141"/>
                      <a:pt x="53" y="142"/>
                    </a:cubicBezTo>
                    <a:cubicBezTo>
                      <a:pt x="0" y="142"/>
                      <a:pt x="0" y="142"/>
                      <a:pt x="0" y="142"/>
                    </a:cubicBezTo>
                    <a:cubicBezTo>
                      <a:pt x="5" y="197"/>
                      <a:pt x="53" y="246"/>
                      <a:pt x="109" y="252"/>
                    </a:cubicBezTo>
                    <a:cubicBezTo>
                      <a:pt x="109" y="198"/>
                      <a:pt x="109" y="198"/>
                      <a:pt x="109" y="198"/>
                    </a:cubicBezTo>
                    <a:cubicBezTo>
                      <a:pt x="109" y="189"/>
                      <a:pt x="116" y="182"/>
                      <a:pt x="125" y="182"/>
                    </a:cubicBezTo>
                    <a:cubicBezTo>
                      <a:pt x="125" y="182"/>
                      <a:pt x="125" y="182"/>
                      <a:pt x="125" y="182"/>
                    </a:cubicBezTo>
                    <a:cubicBezTo>
                      <a:pt x="134" y="182"/>
                      <a:pt x="141" y="189"/>
                      <a:pt x="141" y="198"/>
                    </a:cubicBezTo>
                    <a:cubicBezTo>
                      <a:pt x="141" y="252"/>
                      <a:pt x="141" y="252"/>
                      <a:pt x="141" y="252"/>
                    </a:cubicBezTo>
                    <a:cubicBezTo>
                      <a:pt x="197" y="246"/>
                      <a:pt x="245" y="197"/>
                      <a:pt x="251" y="142"/>
                    </a:cubicBezTo>
                    <a:cubicBezTo>
                      <a:pt x="197" y="142"/>
                      <a:pt x="197" y="142"/>
                      <a:pt x="197" y="142"/>
                    </a:cubicBezTo>
                    <a:cubicBezTo>
                      <a:pt x="197" y="142"/>
                      <a:pt x="197" y="142"/>
                      <a:pt x="197" y="142"/>
                    </a:cubicBezTo>
                    <a:close/>
                    <a:moveTo>
                      <a:pt x="125" y="142"/>
                    </a:moveTo>
                    <a:cubicBezTo>
                      <a:pt x="104" y="141"/>
                      <a:pt x="104" y="111"/>
                      <a:pt x="125" y="110"/>
                    </a:cubicBezTo>
                    <a:cubicBezTo>
                      <a:pt x="147" y="110"/>
                      <a:pt x="147" y="141"/>
                      <a:pt x="125" y="142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28" name="Google Shape;491;p18"/>
              <p:cNvSpPr/>
              <p:nvPr/>
            </p:nvSpPr>
            <p:spPr>
              <a:xfrm>
                <a:off x="9154080" y="5532480"/>
                <a:ext cx="77760" cy="78480"/>
              </a:xfrm>
              <a:custGeom>
                <a:avLst/>
                <a:gdLst>
                  <a:gd name="textAreaLeft" fmla="*/ 0 w 77760"/>
                  <a:gd name="textAreaRight" fmla="*/ 78120 w 77760"/>
                  <a:gd name="textAreaTop" fmla="*/ 0 h 78480"/>
                  <a:gd name="textAreaBottom" fmla="*/ 78840 h 78480"/>
                </a:gdLst>
                <a:ahLst/>
                <a:cxnLst/>
                <a:rect l="textAreaLeft" t="textAreaTop" r="textAreaRight" b="textAreaBottom"/>
                <a:pathLst>
                  <a:path w="132" h="133">
                    <a:moveTo>
                      <a:pt x="75" y="0"/>
                    </a:moveTo>
                    <a:cubicBezTo>
                      <a:pt x="15" y="60"/>
                      <a:pt x="15" y="60"/>
                      <a:pt x="15" y="60"/>
                    </a:cubicBezTo>
                    <a:cubicBezTo>
                      <a:pt x="0" y="76"/>
                      <a:pt x="0" y="101"/>
                      <a:pt x="15" y="117"/>
                    </a:cubicBezTo>
                    <a:cubicBezTo>
                      <a:pt x="31" y="133"/>
                      <a:pt x="56" y="133"/>
                      <a:pt x="72" y="117"/>
                    </a:cubicBezTo>
                    <a:cubicBezTo>
                      <a:pt x="132" y="57"/>
                      <a:pt x="132" y="57"/>
                      <a:pt x="132" y="57"/>
                    </a:cubicBezTo>
                    <a:cubicBezTo>
                      <a:pt x="132" y="57"/>
                      <a:pt x="132" y="57"/>
                      <a:pt x="132" y="57"/>
                    </a:cubicBezTo>
                    <a:lnTo>
                      <a:pt x="75" y="0"/>
                    </a:ln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9240" bIns="392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29" name="Google Shape;492;p18"/>
              <p:cNvSpPr/>
              <p:nvPr/>
            </p:nvSpPr>
            <p:spPr>
              <a:xfrm>
                <a:off x="9187560" y="5293800"/>
                <a:ext cx="311040" cy="245520"/>
              </a:xfrm>
              <a:custGeom>
                <a:avLst/>
                <a:gdLst>
                  <a:gd name="textAreaLeft" fmla="*/ 0 w 311040"/>
                  <a:gd name="textAreaRight" fmla="*/ 311400 w 311040"/>
                  <a:gd name="textAreaTop" fmla="*/ 0 h 245520"/>
                  <a:gd name="textAreaBottom" fmla="*/ 245880 h 245520"/>
                </a:gdLst>
                <a:ahLst/>
                <a:cxnLst/>
                <a:rect l="textAreaLeft" t="textAreaTop" r="textAreaRight" b="textAreaBottom"/>
                <a:pathLst>
                  <a:path w="526" h="415">
                    <a:moveTo>
                      <a:pt x="402" y="77"/>
                    </a:moveTo>
                    <a:cubicBezTo>
                      <a:pt x="329" y="1"/>
                      <a:pt x="197" y="0"/>
                      <a:pt x="124" y="77"/>
                    </a:cubicBezTo>
                    <a:cubicBezTo>
                      <a:pt x="0" y="200"/>
                      <a:pt x="89" y="415"/>
                      <a:pt x="263" y="414"/>
                    </a:cubicBezTo>
                    <a:cubicBezTo>
                      <a:pt x="437" y="415"/>
                      <a:pt x="526" y="200"/>
                      <a:pt x="402" y="77"/>
                    </a:cubicBezTo>
                    <a:close/>
                    <a:moveTo>
                      <a:pt x="376" y="329"/>
                    </a:moveTo>
                    <a:cubicBezTo>
                      <a:pt x="312" y="393"/>
                      <a:pt x="211" y="390"/>
                      <a:pt x="151" y="329"/>
                    </a:cubicBezTo>
                    <a:cubicBezTo>
                      <a:pt x="120" y="299"/>
                      <a:pt x="105" y="259"/>
                      <a:pt x="104" y="219"/>
                    </a:cubicBezTo>
                    <a:cubicBezTo>
                      <a:pt x="104" y="218"/>
                      <a:pt x="104" y="218"/>
                      <a:pt x="104" y="217"/>
                    </a:cubicBezTo>
                    <a:cubicBezTo>
                      <a:pt x="104" y="216"/>
                      <a:pt x="104" y="216"/>
                      <a:pt x="104" y="215"/>
                    </a:cubicBezTo>
                    <a:cubicBezTo>
                      <a:pt x="103" y="131"/>
                      <a:pt x="177" y="56"/>
                      <a:pt x="263" y="57"/>
                    </a:cubicBezTo>
                    <a:cubicBezTo>
                      <a:pt x="409" y="60"/>
                      <a:pt x="473" y="231"/>
                      <a:pt x="376" y="329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30" name="Google Shape;493;p18"/>
              <p:cNvSpPr/>
              <p:nvPr/>
            </p:nvSpPr>
            <p:spPr>
              <a:xfrm>
                <a:off x="9212040" y="5499720"/>
                <a:ext cx="52560" cy="52560"/>
              </a:xfrm>
              <a:custGeom>
                <a:avLst/>
                <a:gdLst>
                  <a:gd name="textAreaLeft" fmla="*/ 0 w 52560"/>
                  <a:gd name="textAreaRight" fmla="*/ 52920 w 52560"/>
                  <a:gd name="textAreaTop" fmla="*/ 0 h 52560"/>
                  <a:gd name="textAreaBottom" fmla="*/ 52920 h 52560"/>
                </a:gdLst>
                <a:ahLst/>
                <a:cxnLst/>
                <a:rect l="textAreaLeft" t="textAreaTop" r="textAreaRight" b="textAreaBottom"/>
                <a:pathLst>
                  <a:path w="89" h="89">
                    <a:moveTo>
                      <a:pt x="33" y="0"/>
                    </a:moveTo>
                    <a:cubicBezTo>
                      <a:pt x="0" y="32"/>
                      <a:pt x="0" y="32"/>
                      <a:pt x="0" y="32"/>
                    </a:cubicBezTo>
                    <a:cubicBezTo>
                      <a:pt x="57" y="89"/>
                      <a:pt x="57" y="89"/>
                      <a:pt x="57" y="89"/>
                    </a:cubicBezTo>
                    <a:cubicBezTo>
                      <a:pt x="89" y="57"/>
                      <a:pt x="89" y="57"/>
                      <a:pt x="89" y="57"/>
                    </a:cubicBezTo>
                    <a:cubicBezTo>
                      <a:pt x="67" y="41"/>
                      <a:pt x="48" y="22"/>
                      <a:pt x="33" y="0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6280" bIns="2628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231" name="Google Shape;494;p18"/>
            <p:cNvGrpSpPr/>
            <p:nvPr/>
          </p:nvGrpSpPr>
          <p:grpSpPr>
            <a:xfrm>
              <a:off x="9169200" y="4019400"/>
              <a:ext cx="314280" cy="314640"/>
              <a:chOff x="9169200" y="4019400"/>
              <a:chExt cx="314280" cy="314640"/>
            </a:xfrm>
          </p:grpSpPr>
          <p:sp>
            <p:nvSpPr>
              <p:cNvPr id="232" name="Google Shape;495;p18"/>
              <p:cNvSpPr/>
              <p:nvPr/>
            </p:nvSpPr>
            <p:spPr>
              <a:xfrm>
                <a:off x="9208800" y="4049640"/>
                <a:ext cx="185760" cy="186480"/>
              </a:xfrm>
              <a:custGeom>
                <a:avLst/>
                <a:gdLst>
                  <a:gd name="textAreaLeft" fmla="*/ 0 w 185760"/>
                  <a:gd name="textAreaRight" fmla="*/ 186120 w 185760"/>
                  <a:gd name="textAreaTop" fmla="*/ 0 h 186480"/>
                  <a:gd name="textAreaBottom" fmla="*/ 186840 h 186480"/>
                </a:gdLst>
                <a:ahLst/>
                <a:cxnLst/>
                <a:rect l="textAreaLeft" t="textAreaTop" r="textAreaRight" b="textAreaBottom"/>
                <a:pathLst>
                  <a:path w="306" h="307">
                    <a:moveTo>
                      <a:pt x="23" y="169"/>
                    </a:moveTo>
                    <a:cubicBezTo>
                      <a:pt x="0" y="169"/>
                      <a:pt x="0" y="169"/>
                      <a:pt x="0" y="169"/>
                    </a:cubicBezTo>
                    <a:cubicBezTo>
                      <a:pt x="7" y="242"/>
                      <a:pt x="65" y="299"/>
                      <a:pt x="137" y="307"/>
                    </a:cubicBezTo>
                    <a:cubicBezTo>
                      <a:pt x="137" y="284"/>
                      <a:pt x="137" y="284"/>
                      <a:pt x="137" y="284"/>
                    </a:cubicBezTo>
                    <a:cubicBezTo>
                      <a:pt x="138" y="263"/>
                      <a:pt x="168" y="263"/>
                      <a:pt x="168" y="284"/>
                    </a:cubicBezTo>
                    <a:cubicBezTo>
                      <a:pt x="168" y="307"/>
                      <a:pt x="168" y="307"/>
                      <a:pt x="168" y="307"/>
                    </a:cubicBezTo>
                    <a:cubicBezTo>
                      <a:pt x="241" y="299"/>
                      <a:pt x="299" y="242"/>
                      <a:pt x="306" y="169"/>
                    </a:cubicBezTo>
                    <a:cubicBezTo>
                      <a:pt x="283" y="169"/>
                      <a:pt x="283" y="169"/>
                      <a:pt x="283" y="169"/>
                    </a:cubicBezTo>
                    <a:cubicBezTo>
                      <a:pt x="262" y="168"/>
                      <a:pt x="262" y="139"/>
                      <a:pt x="283" y="138"/>
                    </a:cubicBezTo>
                    <a:cubicBezTo>
                      <a:pt x="306" y="138"/>
                      <a:pt x="306" y="138"/>
                      <a:pt x="306" y="138"/>
                    </a:cubicBezTo>
                    <a:cubicBezTo>
                      <a:pt x="299" y="65"/>
                      <a:pt x="241" y="8"/>
                      <a:pt x="168" y="0"/>
                    </a:cubicBezTo>
                    <a:cubicBezTo>
                      <a:pt x="168" y="24"/>
                      <a:pt x="168" y="24"/>
                      <a:pt x="168" y="24"/>
                    </a:cubicBezTo>
                    <a:cubicBezTo>
                      <a:pt x="167" y="44"/>
                      <a:pt x="138" y="44"/>
                      <a:pt x="137" y="24"/>
                    </a:cubicBezTo>
                    <a:cubicBezTo>
                      <a:pt x="137" y="0"/>
                      <a:pt x="137" y="0"/>
                      <a:pt x="137" y="0"/>
                    </a:cubicBezTo>
                    <a:cubicBezTo>
                      <a:pt x="65" y="8"/>
                      <a:pt x="7" y="65"/>
                      <a:pt x="0" y="138"/>
                    </a:cubicBezTo>
                    <a:cubicBezTo>
                      <a:pt x="23" y="138"/>
                      <a:pt x="23" y="138"/>
                      <a:pt x="23" y="138"/>
                    </a:cubicBezTo>
                    <a:cubicBezTo>
                      <a:pt x="43" y="139"/>
                      <a:pt x="43" y="168"/>
                      <a:pt x="23" y="169"/>
                    </a:cubicBezTo>
                    <a:close/>
                    <a:moveTo>
                      <a:pt x="103" y="138"/>
                    </a:moveTo>
                    <a:cubicBezTo>
                      <a:pt x="109" y="138"/>
                      <a:pt x="109" y="138"/>
                      <a:pt x="109" y="138"/>
                    </a:cubicBezTo>
                    <a:cubicBezTo>
                      <a:pt x="116" y="107"/>
                      <a:pt x="144" y="84"/>
                      <a:pt x="177" y="84"/>
                    </a:cubicBezTo>
                    <a:cubicBezTo>
                      <a:pt x="186" y="84"/>
                      <a:pt x="193" y="91"/>
                      <a:pt x="193" y="99"/>
                    </a:cubicBezTo>
                    <a:cubicBezTo>
                      <a:pt x="193" y="108"/>
                      <a:pt x="186" y="115"/>
                      <a:pt x="177" y="115"/>
                    </a:cubicBezTo>
                    <a:cubicBezTo>
                      <a:pt x="161" y="115"/>
                      <a:pt x="147" y="124"/>
                      <a:pt x="141" y="138"/>
                    </a:cubicBezTo>
                    <a:cubicBezTo>
                      <a:pt x="177" y="138"/>
                      <a:pt x="177" y="138"/>
                      <a:pt x="177" y="138"/>
                    </a:cubicBezTo>
                    <a:cubicBezTo>
                      <a:pt x="198" y="139"/>
                      <a:pt x="198" y="169"/>
                      <a:pt x="177" y="170"/>
                    </a:cubicBezTo>
                    <a:cubicBezTo>
                      <a:pt x="141" y="170"/>
                      <a:pt x="141" y="170"/>
                      <a:pt x="141" y="170"/>
                    </a:cubicBezTo>
                    <a:cubicBezTo>
                      <a:pt x="147" y="183"/>
                      <a:pt x="161" y="193"/>
                      <a:pt x="177" y="193"/>
                    </a:cubicBezTo>
                    <a:cubicBezTo>
                      <a:pt x="186" y="193"/>
                      <a:pt x="193" y="200"/>
                      <a:pt x="193" y="209"/>
                    </a:cubicBezTo>
                    <a:cubicBezTo>
                      <a:pt x="193" y="217"/>
                      <a:pt x="186" y="224"/>
                      <a:pt x="177" y="224"/>
                    </a:cubicBezTo>
                    <a:cubicBezTo>
                      <a:pt x="144" y="224"/>
                      <a:pt x="116" y="201"/>
                      <a:pt x="109" y="170"/>
                    </a:cubicBezTo>
                    <a:cubicBezTo>
                      <a:pt x="103" y="170"/>
                      <a:pt x="103" y="170"/>
                      <a:pt x="103" y="170"/>
                    </a:cubicBezTo>
                    <a:cubicBezTo>
                      <a:pt x="82" y="169"/>
                      <a:pt x="82" y="139"/>
                      <a:pt x="103" y="138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33" name="Google Shape;496;p18"/>
              <p:cNvSpPr/>
              <p:nvPr/>
            </p:nvSpPr>
            <p:spPr>
              <a:xfrm>
                <a:off x="9169200" y="4019400"/>
                <a:ext cx="314280" cy="314640"/>
              </a:xfrm>
              <a:custGeom>
                <a:avLst/>
                <a:gdLst>
                  <a:gd name="textAreaLeft" fmla="*/ 0 w 314280"/>
                  <a:gd name="textAreaRight" fmla="*/ 314640 w 314280"/>
                  <a:gd name="textAreaTop" fmla="*/ 0 h 314640"/>
                  <a:gd name="textAreaBottom" fmla="*/ 315000 h 314640"/>
                </a:gdLst>
                <a:ahLst/>
                <a:cxnLst/>
                <a:rect l="textAreaLeft" t="textAreaTop" r="textAreaRight" b="textAreaBottom"/>
                <a:pathLst>
                  <a:path w="517" h="517">
                    <a:moveTo>
                      <a:pt x="497" y="487"/>
                    </a:moveTo>
                    <a:cubicBezTo>
                      <a:pt x="30" y="487"/>
                      <a:pt x="30" y="487"/>
                      <a:pt x="30" y="487"/>
                    </a:cubicBezTo>
                    <a:cubicBezTo>
                      <a:pt x="30" y="453"/>
                      <a:pt x="30" y="453"/>
                      <a:pt x="30" y="453"/>
                    </a:cubicBezTo>
                    <a:cubicBezTo>
                      <a:pt x="208" y="453"/>
                      <a:pt x="208" y="453"/>
                      <a:pt x="208" y="453"/>
                    </a:cubicBezTo>
                    <a:cubicBezTo>
                      <a:pt x="350" y="453"/>
                      <a:pt x="468" y="342"/>
                      <a:pt x="475" y="200"/>
                    </a:cubicBezTo>
                    <a:cubicBezTo>
                      <a:pt x="479" y="129"/>
                      <a:pt x="479" y="129"/>
                      <a:pt x="479" y="129"/>
                    </a:cubicBezTo>
                    <a:cubicBezTo>
                      <a:pt x="485" y="136"/>
                      <a:pt x="485" y="136"/>
                      <a:pt x="485" y="136"/>
                    </a:cubicBezTo>
                    <a:cubicBezTo>
                      <a:pt x="488" y="140"/>
                      <a:pt x="492" y="141"/>
                      <a:pt x="497" y="141"/>
                    </a:cubicBezTo>
                    <a:cubicBezTo>
                      <a:pt x="500" y="141"/>
                      <a:pt x="504" y="140"/>
                      <a:pt x="506" y="137"/>
                    </a:cubicBezTo>
                    <a:cubicBezTo>
                      <a:pt x="513" y="132"/>
                      <a:pt x="513" y="122"/>
                      <a:pt x="508" y="116"/>
                    </a:cubicBezTo>
                    <a:cubicBezTo>
                      <a:pt x="477" y="82"/>
                      <a:pt x="477" y="82"/>
                      <a:pt x="477" y="82"/>
                    </a:cubicBezTo>
                    <a:cubicBezTo>
                      <a:pt x="472" y="77"/>
                      <a:pt x="462" y="75"/>
                      <a:pt x="456" y="81"/>
                    </a:cubicBezTo>
                    <a:cubicBezTo>
                      <a:pt x="424" y="110"/>
                      <a:pt x="424" y="110"/>
                      <a:pt x="424" y="110"/>
                    </a:cubicBezTo>
                    <a:cubicBezTo>
                      <a:pt x="410" y="124"/>
                      <a:pt x="429" y="145"/>
                      <a:pt x="444" y="132"/>
                    </a:cubicBezTo>
                    <a:cubicBezTo>
                      <a:pt x="449" y="128"/>
                      <a:pt x="449" y="128"/>
                      <a:pt x="449" y="128"/>
                    </a:cubicBezTo>
                    <a:cubicBezTo>
                      <a:pt x="445" y="198"/>
                      <a:pt x="445" y="198"/>
                      <a:pt x="445" y="198"/>
                    </a:cubicBezTo>
                    <a:cubicBezTo>
                      <a:pt x="439" y="324"/>
                      <a:pt x="334" y="423"/>
                      <a:pt x="208" y="423"/>
                    </a:cubicBezTo>
                    <a:cubicBezTo>
                      <a:pt x="30" y="423"/>
                      <a:pt x="30" y="423"/>
                      <a:pt x="30" y="423"/>
                    </a:cubicBezTo>
                    <a:cubicBezTo>
                      <a:pt x="30" y="20"/>
                      <a:pt x="30" y="20"/>
                      <a:pt x="30" y="20"/>
                    </a:cubicBezTo>
                    <a:cubicBezTo>
                      <a:pt x="29" y="0"/>
                      <a:pt x="0" y="0"/>
                      <a:pt x="0" y="20"/>
                    </a:cubicBezTo>
                    <a:cubicBezTo>
                      <a:pt x="0" y="502"/>
                      <a:pt x="0" y="502"/>
                      <a:pt x="0" y="502"/>
                    </a:cubicBezTo>
                    <a:cubicBezTo>
                      <a:pt x="0" y="510"/>
                      <a:pt x="6" y="517"/>
                      <a:pt x="15" y="517"/>
                    </a:cubicBezTo>
                    <a:cubicBezTo>
                      <a:pt x="497" y="517"/>
                      <a:pt x="497" y="517"/>
                      <a:pt x="497" y="517"/>
                    </a:cubicBezTo>
                    <a:cubicBezTo>
                      <a:pt x="517" y="516"/>
                      <a:pt x="517" y="487"/>
                      <a:pt x="497" y="487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234" name="Google Shape;497;p18"/>
            <p:cNvGrpSpPr/>
            <p:nvPr/>
          </p:nvGrpSpPr>
          <p:grpSpPr>
            <a:xfrm>
              <a:off x="9148320" y="4635360"/>
              <a:ext cx="356040" cy="357120"/>
              <a:chOff x="9148320" y="4635360"/>
              <a:chExt cx="356040" cy="357120"/>
            </a:xfrm>
          </p:grpSpPr>
          <p:sp>
            <p:nvSpPr>
              <p:cNvPr id="235" name="Google Shape;498;p18"/>
              <p:cNvSpPr/>
              <p:nvPr/>
            </p:nvSpPr>
            <p:spPr>
              <a:xfrm>
                <a:off x="9226080" y="4845600"/>
                <a:ext cx="68400" cy="68400"/>
              </a:xfrm>
              <a:custGeom>
                <a:avLst/>
                <a:gdLst>
                  <a:gd name="textAreaLeft" fmla="*/ 0 w 68400"/>
                  <a:gd name="textAreaRight" fmla="*/ 68760 w 68400"/>
                  <a:gd name="textAreaTop" fmla="*/ 0 h 68400"/>
                  <a:gd name="textAreaBottom" fmla="*/ 68760 h 68400"/>
                </a:gdLst>
                <a:ahLst/>
                <a:cxnLst/>
                <a:rect l="textAreaLeft" t="textAreaTop" r="textAreaRight" b="textAreaBottom"/>
                <a:pathLst>
                  <a:path w="99" h="99">
                    <a:moveTo>
                      <a:pt x="0" y="2"/>
                    </a:moveTo>
                    <a:cubicBezTo>
                      <a:pt x="7" y="24"/>
                      <a:pt x="19" y="45"/>
                      <a:pt x="37" y="62"/>
                    </a:cubicBezTo>
                    <a:cubicBezTo>
                      <a:pt x="54" y="80"/>
                      <a:pt x="75" y="92"/>
                      <a:pt x="97" y="99"/>
                    </a:cubicBezTo>
                    <a:cubicBezTo>
                      <a:pt x="99" y="53"/>
                      <a:pt x="46" y="0"/>
                      <a:pt x="0" y="2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4200" bIns="3420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36" name="Google Shape;499;p18"/>
              <p:cNvSpPr/>
              <p:nvPr/>
            </p:nvSpPr>
            <p:spPr>
              <a:xfrm>
                <a:off x="9357840" y="4846320"/>
                <a:ext cx="67680" cy="67320"/>
              </a:xfrm>
              <a:custGeom>
                <a:avLst/>
                <a:gdLst>
                  <a:gd name="textAreaLeft" fmla="*/ 0 w 67680"/>
                  <a:gd name="textAreaRight" fmla="*/ 68040 w 67680"/>
                  <a:gd name="textAreaTop" fmla="*/ 0 h 67320"/>
                  <a:gd name="textAreaBottom" fmla="*/ 67680 h 67320"/>
                </a:gdLst>
                <a:ahLst/>
                <a:cxnLst/>
                <a:rect l="textAreaLeft" t="textAreaTop" r="textAreaRight" b="textAreaBottom"/>
                <a:pathLst>
                  <a:path w="98" h="98">
                    <a:moveTo>
                      <a:pt x="31" y="32"/>
                    </a:moveTo>
                    <a:cubicBezTo>
                      <a:pt x="11" y="52"/>
                      <a:pt x="0" y="77"/>
                      <a:pt x="0" y="98"/>
                    </a:cubicBezTo>
                    <a:cubicBezTo>
                      <a:pt x="22" y="91"/>
                      <a:pt x="43" y="79"/>
                      <a:pt x="61" y="61"/>
                    </a:cubicBezTo>
                    <a:cubicBezTo>
                      <a:pt x="78" y="44"/>
                      <a:pt x="91" y="23"/>
                      <a:pt x="98" y="1"/>
                    </a:cubicBezTo>
                    <a:cubicBezTo>
                      <a:pt x="76" y="0"/>
                      <a:pt x="51" y="11"/>
                      <a:pt x="31" y="32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3840" bIns="338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37" name="Google Shape;500;p18"/>
              <p:cNvSpPr/>
              <p:nvPr/>
            </p:nvSpPr>
            <p:spPr>
              <a:xfrm>
                <a:off x="9226080" y="4714200"/>
                <a:ext cx="66960" cy="67680"/>
              </a:xfrm>
              <a:custGeom>
                <a:avLst/>
                <a:gdLst>
                  <a:gd name="textAreaLeft" fmla="*/ 0 w 66960"/>
                  <a:gd name="textAreaRight" fmla="*/ 67320 w 66960"/>
                  <a:gd name="textAreaTop" fmla="*/ 0 h 67680"/>
                  <a:gd name="textAreaBottom" fmla="*/ 68040 h 67680"/>
                </a:gdLst>
                <a:ahLst/>
                <a:cxnLst/>
                <a:rect l="textAreaLeft" t="textAreaTop" r="textAreaRight" b="textAreaBottom"/>
                <a:pathLst>
                  <a:path w="97" h="98">
                    <a:moveTo>
                      <a:pt x="66" y="67"/>
                    </a:moveTo>
                    <a:cubicBezTo>
                      <a:pt x="86" y="47"/>
                      <a:pt x="97" y="22"/>
                      <a:pt x="97" y="0"/>
                    </a:cubicBezTo>
                    <a:cubicBezTo>
                      <a:pt x="52" y="14"/>
                      <a:pt x="13" y="53"/>
                      <a:pt x="0" y="98"/>
                    </a:cubicBezTo>
                    <a:cubicBezTo>
                      <a:pt x="21" y="98"/>
                      <a:pt x="46" y="87"/>
                      <a:pt x="66" y="67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3840" bIns="338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38" name="Google Shape;501;p18"/>
              <p:cNvSpPr/>
              <p:nvPr/>
            </p:nvSpPr>
            <p:spPr>
              <a:xfrm>
                <a:off x="9356400" y="4714200"/>
                <a:ext cx="69120" cy="69120"/>
              </a:xfrm>
              <a:custGeom>
                <a:avLst/>
                <a:gdLst>
                  <a:gd name="textAreaLeft" fmla="*/ 0 w 69120"/>
                  <a:gd name="textAreaRight" fmla="*/ 69480 w 69120"/>
                  <a:gd name="textAreaTop" fmla="*/ 0 h 69120"/>
                  <a:gd name="textAreaBottom" fmla="*/ 69480 h 69120"/>
                </a:gdLst>
                <a:ahLst/>
                <a:cxnLst/>
                <a:rect l="textAreaLeft" t="textAreaTop" r="textAreaRight" b="textAreaBottom"/>
                <a:pathLst>
                  <a:path w="100" h="100">
                    <a:moveTo>
                      <a:pt x="100" y="98"/>
                    </a:moveTo>
                    <a:cubicBezTo>
                      <a:pt x="86" y="53"/>
                      <a:pt x="47" y="14"/>
                      <a:pt x="2" y="0"/>
                    </a:cubicBezTo>
                    <a:cubicBezTo>
                      <a:pt x="0" y="46"/>
                      <a:pt x="54" y="100"/>
                      <a:pt x="100" y="98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4560" bIns="3456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39" name="Google Shape;502;p18"/>
              <p:cNvSpPr/>
              <p:nvPr/>
            </p:nvSpPr>
            <p:spPr>
              <a:xfrm>
                <a:off x="9307440" y="4797720"/>
                <a:ext cx="36000" cy="35280"/>
              </a:xfrm>
              <a:custGeom>
                <a:avLst/>
                <a:gdLst>
                  <a:gd name="textAreaLeft" fmla="*/ 0 w 36000"/>
                  <a:gd name="textAreaRight" fmla="*/ 36360 w 36000"/>
                  <a:gd name="textAreaTop" fmla="*/ 0 h 35280"/>
                  <a:gd name="textAreaBottom" fmla="*/ 35640 h 35280"/>
                </a:gdLst>
                <a:ahLst/>
                <a:cxnLst/>
                <a:rect l="textAreaLeft" t="textAreaTop" r="textAreaRight" b="textAreaBottom"/>
                <a:pathLst>
                  <a:path w="53" h="51">
                    <a:moveTo>
                      <a:pt x="27" y="0"/>
                    </a:moveTo>
                    <a:cubicBezTo>
                      <a:pt x="21" y="0"/>
                      <a:pt x="14" y="3"/>
                      <a:pt x="10" y="7"/>
                    </a:cubicBezTo>
                    <a:cubicBezTo>
                      <a:pt x="0" y="17"/>
                      <a:pt x="0" y="32"/>
                      <a:pt x="10" y="41"/>
                    </a:cubicBezTo>
                    <a:cubicBezTo>
                      <a:pt x="19" y="51"/>
                      <a:pt x="34" y="51"/>
                      <a:pt x="44" y="41"/>
                    </a:cubicBezTo>
                    <a:cubicBezTo>
                      <a:pt x="53" y="32"/>
                      <a:pt x="53" y="17"/>
                      <a:pt x="44" y="7"/>
                    </a:cubicBezTo>
                    <a:cubicBezTo>
                      <a:pt x="39" y="3"/>
                      <a:pt x="33" y="0"/>
                      <a:pt x="27" y="0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7640" bIns="176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40" name="Google Shape;503;p18"/>
              <p:cNvSpPr/>
              <p:nvPr/>
            </p:nvSpPr>
            <p:spPr>
              <a:xfrm>
                <a:off x="9220320" y="4709520"/>
                <a:ext cx="209880" cy="209880"/>
              </a:xfrm>
              <a:custGeom>
                <a:avLst/>
                <a:gdLst>
                  <a:gd name="textAreaLeft" fmla="*/ 0 w 209880"/>
                  <a:gd name="textAreaRight" fmla="*/ 210240 w 209880"/>
                  <a:gd name="textAreaTop" fmla="*/ 0 h 209880"/>
                  <a:gd name="textAreaBottom" fmla="*/ 210240 h 209880"/>
                </a:gdLst>
                <a:ahLst/>
                <a:cxnLst/>
                <a:rect l="textAreaLeft" t="textAreaTop" r="textAreaRight" b="textAreaBottom"/>
                <a:pathLst>
                  <a:path w="303" h="303">
                    <a:moveTo>
                      <a:pt x="295" y="135"/>
                    </a:moveTo>
                    <a:cubicBezTo>
                      <a:pt x="265" y="135"/>
                      <a:pt x="233" y="120"/>
                      <a:pt x="208" y="95"/>
                    </a:cubicBezTo>
                    <a:cubicBezTo>
                      <a:pt x="192" y="79"/>
                      <a:pt x="180" y="61"/>
                      <a:pt x="174" y="41"/>
                    </a:cubicBezTo>
                    <a:cubicBezTo>
                      <a:pt x="169" y="27"/>
                      <a:pt x="168" y="14"/>
                      <a:pt x="169" y="1"/>
                    </a:cubicBezTo>
                    <a:cubicBezTo>
                      <a:pt x="158" y="0"/>
                      <a:pt x="146" y="0"/>
                      <a:pt x="135" y="1"/>
                    </a:cubicBezTo>
                    <a:cubicBezTo>
                      <a:pt x="140" y="52"/>
                      <a:pt x="93" y="114"/>
                      <a:pt x="41" y="129"/>
                    </a:cubicBezTo>
                    <a:cubicBezTo>
                      <a:pt x="28" y="134"/>
                      <a:pt x="15" y="135"/>
                      <a:pt x="1" y="134"/>
                    </a:cubicBezTo>
                    <a:cubicBezTo>
                      <a:pt x="0" y="146"/>
                      <a:pt x="0" y="157"/>
                      <a:pt x="1" y="168"/>
                    </a:cubicBezTo>
                    <a:cubicBezTo>
                      <a:pt x="68" y="161"/>
                      <a:pt x="142" y="235"/>
                      <a:pt x="135" y="302"/>
                    </a:cubicBezTo>
                    <a:cubicBezTo>
                      <a:pt x="146" y="303"/>
                      <a:pt x="157" y="303"/>
                      <a:pt x="169" y="302"/>
                    </a:cubicBezTo>
                    <a:cubicBezTo>
                      <a:pt x="166" y="270"/>
                      <a:pt x="180" y="235"/>
                      <a:pt x="208" y="207"/>
                    </a:cubicBezTo>
                    <a:cubicBezTo>
                      <a:pt x="224" y="191"/>
                      <a:pt x="242" y="180"/>
                      <a:pt x="262" y="173"/>
                    </a:cubicBezTo>
                    <a:cubicBezTo>
                      <a:pt x="275" y="169"/>
                      <a:pt x="289" y="167"/>
                      <a:pt x="302" y="168"/>
                    </a:cubicBezTo>
                    <a:cubicBezTo>
                      <a:pt x="303" y="157"/>
                      <a:pt x="303" y="146"/>
                      <a:pt x="302" y="134"/>
                    </a:cubicBezTo>
                    <a:cubicBezTo>
                      <a:pt x="300" y="134"/>
                      <a:pt x="297" y="135"/>
                      <a:pt x="295" y="135"/>
                    </a:cubicBezTo>
                    <a:close/>
                    <a:moveTo>
                      <a:pt x="190" y="190"/>
                    </a:moveTo>
                    <a:cubicBezTo>
                      <a:pt x="190" y="190"/>
                      <a:pt x="190" y="190"/>
                      <a:pt x="190" y="190"/>
                    </a:cubicBezTo>
                    <a:cubicBezTo>
                      <a:pt x="169" y="211"/>
                      <a:pt x="135" y="211"/>
                      <a:pt x="114" y="190"/>
                    </a:cubicBezTo>
                    <a:cubicBezTo>
                      <a:pt x="92" y="169"/>
                      <a:pt x="92" y="134"/>
                      <a:pt x="114" y="113"/>
                    </a:cubicBezTo>
                    <a:cubicBezTo>
                      <a:pt x="135" y="92"/>
                      <a:pt x="169" y="92"/>
                      <a:pt x="190" y="113"/>
                    </a:cubicBezTo>
                    <a:cubicBezTo>
                      <a:pt x="211" y="134"/>
                      <a:pt x="211" y="169"/>
                      <a:pt x="190" y="190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41" name="Google Shape;504;p18"/>
              <p:cNvSpPr/>
              <p:nvPr/>
            </p:nvSpPr>
            <p:spPr>
              <a:xfrm>
                <a:off x="9148320" y="4635360"/>
                <a:ext cx="356040" cy="357120"/>
              </a:xfrm>
              <a:custGeom>
                <a:avLst/>
                <a:gdLst>
                  <a:gd name="textAreaLeft" fmla="*/ 0 w 356040"/>
                  <a:gd name="textAreaRight" fmla="*/ 356400 w 356040"/>
                  <a:gd name="textAreaTop" fmla="*/ 0 h 357120"/>
                  <a:gd name="textAreaBottom" fmla="*/ 357480 h 357120"/>
                </a:gdLst>
                <a:ahLst/>
                <a:cxnLst/>
                <a:rect l="textAreaLeft" t="textAreaTop" r="textAreaRight" b="textAreaBottom"/>
                <a:pathLst>
                  <a:path w="514" h="515">
                    <a:moveTo>
                      <a:pt x="507" y="209"/>
                    </a:moveTo>
                    <a:cubicBezTo>
                      <a:pt x="506" y="200"/>
                      <a:pt x="499" y="193"/>
                      <a:pt x="490" y="192"/>
                    </a:cubicBezTo>
                    <a:cubicBezTo>
                      <a:pt x="469" y="188"/>
                      <a:pt x="469" y="188"/>
                      <a:pt x="469" y="188"/>
                    </a:cubicBezTo>
                    <a:cubicBezTo>
                      <a:pt x="467" y="188"/>
                      <a:pt x="465" y="186"/>
                      <a:pt x="464" y="184"/>
                    </a:cubicBezTo>
                    <a:cubicBezTo>
                      <a:pt x="461" y="177"/>
                      <a:pt x="458" y="170"/>
                      <a:pt x="455" y="163"/>
                    </a:cubicBezTo>
                    <a:cubicBezTo>
                      <a:pt x="454" y="161"/>
                      <a:pt x="454" y="158"/>
                      <a:pt x="456" y="157"/>
                    </a:cubicBezTo>
                    <a:cubicBezTo>
                      <a:pt x="468" y="139"/>
                      <a:pt x="468" y="139"/>
                      <a:pt x="468" y="139"/>
                    </a:cubicBezTo>
                    <a:cubicBezTo>
                      <a:pt x="473" y="132"/>
                      <a:pt x="473" y="122"/>
                      <a:pt x="468" y="115"/>
                    </a:cubicBezTo>
                    <a:cubicBezTo>
                      <a:pt x="459" y="101"/>
                      <a:pt x="448" y="89"/>
                      <a:pt x="437" y="77"/>
                    </a:cubicBezTo>
                    <a:cubicBezTo>
                      <a:pt x="424" y="64"/>
                      <a:pt x="409" y="53"/>
                      <a:pt x="394" y="43"/>
                    </a:cubicBezTo>
                    <a:cubicBezTo>
                      <a:pt x="389" y="39"/>
                      <a:pt x="382" y="39"/>
                      <a:pt x="377" y="43"/>
                    </a:cubicBezTo>
                    <a:cubicBezTo>
                      <a:pt x="357" y="58"/>
                      <a:pt x="357" y="58"/>
                      <a:pt x="357" y="58"/>
                    </a:cubicBezTo>
                    <a:cubicBezTo>
                      <a:pt x="355" y="59"/>
                      <a:pt x="352" y="60"/>
                      <a:pt x="350" y="59"/>
                    </a:cubicBezTo>
                    <a:cubicBezTo>
                      <a:pt x="343" y="55"/>
                      <a:pt x="336" y="53"/>
                      <a:pt x="329" y="50"/>
                    </a:cubicBezTo>
                    <a:cubicBezTo>
                      <a:pt x="327" y="49"/>
                      <a:pt x="326" y="47"/>
                      <a:pt x="325" y="45"/>
                    </a:cubicBezTo>
                    <a:cubicBezTo>
                      <a:pt x="321" y="20"/>
                      <a:pt x="321" y="20"/>
                      <a:pt x="321" y="20"/>
                    </a:cubicBezTo>
                    <a:cubicBezTo>
                      <a:pt x="320" y="14"/>
                      <a:pt x="315" y="9"/>
                      <a:pt x="309" y="8"/>
                    </a:cubicBezTo>
                    <a:cubicBezTo>
                      <a:pt x="274" y="0"/>
                      <a:pt x="237" y="1"/>
                      <a:pt x="201" y="8"/>
                    </a:cubicBezTo>
                    <a:cubicBezTo>
                      <a:pt x="195" y="9"/>
                      <a:pt x="191" y="14"/>
                      <a:pt x="190" y="20"/>
                    </a:cubicBezTo>
                    <a:cubicBezTo>
                      <a:pt x="186" y="45"/>
                      <a:pt x="186" y="45"/>
                      <a:pt x="186" y="45"/>
                    </a:cubicBezTo>
                    <a:cubicBezTo>
                      <a:pt x="185" y="48"/>
                      <a:pt x="184" y="49"/>
                      <a:pt x="181" y="50"/>
                    </a:cubicBezTo>
                    <a:cubicBezTo>
                      <a:pt x="174" y="53"/>
                      <a:pt x="167" y="56"/>
                      <a:pt x="160" y="59"/>
                    </a:cubicBezTo>
                    <a:cubicBezTo>
                      <a:pt x="158" y="60"/>
                      <a:pt x="156" y="60"/>
                      <a:pt x="154" y="58"/>
                    </a:cubicBezTo>
                    <a:cubicBezTo>
                      <a:pt x="133" y="44"/>
                      <a:pt x="133" y="44"/>
                      <a:pt x="133" y="44"/>
                    </a:cubicBezTo>
                    <a:cubicBezTo>
                      <a:pt x="128" y="40"/>
                      <a:pt x="121" y="40"/>
                      <a:pt x="116" y="43"/>
                    </a:cubicBezTo>
                    <a:cubicBezTo>
                      <a:pt x="101" y="53"/>
                      <a:pt x="87" y="65"/>
                      <a:pt x="75" y="77"/>
                    </a:cubicBezTo>
                    <a:cubicBezTo>
                      <a:pt x="63" y="89"/>
                      <a:pt x="52" y="102"/>
                      <a:pt x="43" y="116"/>
                    </a:cubicBezTo>
                    <a:cubicBezTo>
                      <a:pt x="38" y="123"/>
                      <a:pt x="38" y="133"/>
                      <a:pt x="43" y="140"/>
                    </a:cubicBezTo>
                    <a:cubicBezTo>
                      <a:pt x="55" y="157"/>
                      <a:pt x="55" y="157"/>
                      <a:pt x="55" y="157"/>
                    </a:cubicBezTo>
                    <a:cubicBezTo>
                      <a:pt x="57" y="159"/>
                      <a:pt x="57" y="162"/>
                      <a:pt x="56" y="164"/>
                    </a:cubicBezTo>
                    <a:cubicBezTo>
                      <a:pt x="53" y="171"/>
                      <a:pt x="50" y="178"/>
                      <a:pt x="47" y="185"/>
                    </a:cubicBezTo>
                    <a:cubicBezTo>
                      <a:pt x="47" y="187"/>
                      <a:pt x="45" y="188"/>
                      <a:pt x="42" y="189"/>
                    </a:cubicBezTo>
                    <a:cubicBezTo>
                      <a:pt x="17" y="193"/>
                      <a:pt x="17" y="193"/>
                      <a:pt x="17" y="193"/>
                    </a:cubicBezTo>
                    <a:cubicBezTo>
                      <a:pt x="11" y="194"/>
                      <a:pt x="6" y="199"/>
                      <a:pt x="5" y="205"/>
                    </a:cubicBezTo>
                    <a:cubicBezTo>
                      <a:pt x="1" y="222"/>
                      <a:pt x="0" y="240"/>
                      <a:pt x="0" y="258"/>
                    </a:cubicBezTo>
                    <a:cubicBezTo>
                      <a:pt x="0" y="275"/>
                      <a:pt x="1" y="292"/>
                      <a:pt x="4" y="308"/>
                    </a:cubicBezTo>
                    <a:cubicBezTo>
                      <a:pt x="6" y="317"/>
                      <a:pt x="13" y="324"/>
                      <a:pt x="22" y="325"/>
                    </a:cubicBezTo>
                    <a:cubicBezTo>
                      <a:pt x="43" y="329"/>
                      <a:pt x="43" y="329"/>
                      <a:pt x="43" y="329"/>
                    </a:cubicBezTo>
                    <a:cubicBezTo>
                      <a:pt x="45" y="329"/>
                      <a:pt x="47" y="331"/>
                      <a:pt x="47" y="333"/>
                    </a:cubicBezTo>
                    <a:cubicBezTo>
                      <a:pt x="50" y="340"/>
                      <a:pt x="53" y="347"/>
                      <a:pt x="56" y="353"/>
                    </a:cubicBezTo>
                    <a:cubicBezTo>
                      <a:pt x="57" y="356"/>
                      <a:pt x="57" y="358"/>
                      <a:pt x="56" y="360"/>
                    </a:cubicBezTo>
                    <a:cubicBezTo>
                      <a:pt x="43" y="377"/>
                      <a:pt x="43" y="377"/>
                      <a:pt x="43" y="377"/>
                    </a:cubicBezTo>
                    <a:cubicBezTo>
                      <a:pt x="38" y="384"/>
                      <a:pt x="38" y="394"/>
                      <a:pt x="43" y="402"/>
                    </a:cubicBezTo>
                    <a:cubicBezTo>
                      <a:pt x="62" y="430"/>
                      <a:pt x="88" y="455"/>
                      <a:pt x="117" y="474"/>
                    </a:cubicBezTo>
                    <a:cubicBezTo>
                      <a:pt x="122" y="477"/>
                      <a:pt x="129" y="477"/>
                      <a:pt x="134" y="474"/>
                    </a:cubicBezTo>
                    <a:cubicBezTo>
                      <a:pt x="154" y="459"/>
                      <a:pt x="154" y="459"/>
                      <a:pt x="154" y="459"/>
                    </a:cubicBezTo>
                    <a:cubicBezTo>
                      <a:pt x="156" y="457"/>
                      <a:pt x="159" y="457"/>
                      <a:pt x="161" y="458"/>
                    </a:cubicBezTo>
                    <a:cubicBezTo>
                      <a:pt x="168" y="461"/>
                      <a:pt x="175" y="464"/>
                      <a:pt x="182" y="467"/>
                    </a:cubicBezTo>
                    <a:cubicBezTo>
                      <a:pt x="184" y="468"/>
                      <a:pt x="186" y="469"/>
                      <a:pt x="186" y="472"/>
                    </a:cubicBezTo>
                    <a:cubicBezTo>
                      <a:pt x="190" y="493"/>
                      <a:pt x="190" y="493"/>
                      <a:pt x="190" y="493"/>
                    </a:cubicBezTo>
                    <a:cubicBezTo>
                      <a:pt x="191" y="501"/>
                      <a:pt x="198" y="508"/>
                      <a:pt x="207" y="510"/>
                    </a:cubicBezTo>
                    <a:cubicBezTo>
                      <a:pt x="223" y="513"/>
                      <a:pt x="239" y="515"/>
                      <a:pt x="256" y="515"/>
                    </a:cubicBezTo>
                    <a:cubicBezTo>
                      <a:pt x="272" y="515"/>
                      <a:pt x="289" y="513"/>
                      <a:pt x="305" y="510"/>
                    </a:cubicBezTo>
                    <a:cubicBezTo>
                      <a:pt x="314" y="508"/>
                      <a:pt x="321" y="501"/>
                      <a:pt x="322" y="492"/>
                    </a:cubicBezTo>
                    <a:cubicBezTo>
                      <a:pt x="326" y="472"/>
                      <a:pt x="326" y="472"/>
                      <a:pt x="326" y="472"/>
                    </a:cubicBezTo>
                    <a:cubicBezTo>
                      <a:pt x="326" y="469"/>
                      <a:pt x="328" y="467"/>
                      <a:pt x="330" y="467"/>
                    </a:cubicBezTo>
                    <a:cubicBezTo>
                      <a:pt x="337" y="464"/>
                      <a:pt x="344" y="461"/>
                      <a:pt x="351" y="458"/>
                    </a:cubicBezTo>
                    <a:cubicBezTo>
                      <a:pt x="353" y="457"/>
                      <a:pt x="355" y="457"/>
                      <a:pt x="357" y="458"/>
                    </a:cubicBezTo>
                    <a:cubicBezTo>
                      <a:pt x="378" y="473"/>
                      <a:pt x="378" y="473"/>
                      <a:pt x="378" y="473"/>
                    </a:cubicBezTo>
                    <a:cubicBezTo>
                      <a:pt x="383" y="477"/>
                      <a:pt x="390" y="477"/>
                      <a:pt x="395" y="474"/>
                    </a:cubicBezTo>
                    <a:cubicBezTo>
                      <a:pt x="410" y="464"/>
                      <a:pt x="424" y="452"/>
                      <a:pt x="437" y="440"/>
                    </a:cubicBezTo>
                    <a:cubicBezTo>
                      <a:pt x="449" y="428"/>
                      <a:pt x="459" y="415"/>
                      <a:pt x="469" y="401"/>
                    </a:cubicBezTo>
                    <a:cubicBezTo>
                      <a:pt x="474" y="394"/>
                      <a:pt x="474" y="384"/>
                      <a:pt x="468" y="377"/>
                    </a:cubicBezTo>
                    <a:cubicBezTo>
                      <a:pt x="456" y="360"/>
                      <a:pt x="456" y="360"/>
                      <a:pt x="456" y="360"/>
                    </a:cubicBezTo>
                    <a:cubicBezTo>
                      <a:pt x="455" y="358"/>
                      <a:pt x="454" y="355"/>
                      <a:pt x="455" y="353"/>
                    </a:cubicBezTo>
                    <a:cubicBezTo>
                      <a:pt x="459" y="346"/>
                      <a:pt x="462" y="339"/>
                      <a:pt x="464" y="332"/>
                    </a:cubicBezTo>
                    <a:cubicBezTo>
                      <a:pt x="465" y="330"/>
                      <a:pt x="467" y="328"/>
                      <a:pt x="469" y="328"/>
                    </a:cubicBezTo>
                    <a:cubicBezTo>
                      <a:pt x="494" y="324"/>
                      <a:pt x="494" y="324"/>
                      <a:pt x="494" y="324"/>
                    </a:cubicBezTo>
                    <a:cubicBezTo>
                      <a:pt x="500" y="323"/>
                      <a:pt x="505" y="318"/>
                      <a:pt x="506" y="312"/>
                    </a:cubicBezTo>
                    <a:cubicBezTo>
                      <a:pt x="513" y="278"/>
                      <a:pt x="514" y="243"/>
                      <a:pt x="507" y="209"/>
                    </a:cubicBezTo>
                    <a:close/>
                    <a:moveTo>
                      <a:pt x="384" y="387"/>
                    </a:moveTo>
                    <a:cubicBezTo>
                      <a:pt x="339" y="431"/>
                      <a:pt x="279" y="448"/>
                      <a:pt x="220" y="436"/>
                    </a:cubicBezTo>
                    <a:cubicBezTo>
                      <a:pt x="219" y="436"/>
                      <a:pt x="218" y="436"/>
                      <a:pt x="217" y="436"/>
                    </a:cubicBezTo>
                    <a:cubicBezTo>
                      <a:pt x="217" y="436"/>
                      <a:pt x="217" y="436"/>
                      <a:pt x="217" y="436"/>
                    </a:cubicBezTo>
                    <a:cubicBezTo>
                      <a:pt x="151" y="423"/>
                      <a:pt x="91" y="363"/>
                      <a:pt x="79" y="297"/>
                    </a:cubicBezTo>
                    <a:cubicBezTo>
                      <a:pt x="79" y="297"/>
                      <a:pt x="79" y="297"/>
                      <a:pt x="79" y="297"/>
                    </a:cubicBezTo>
                    <a:cubicBezTo>
                      <a:pt x="78" y="296"/>
                      <a:pt x="78" y="295"/>
                      <a:pt x="78" y="294"/>
                    </a:cubicBezTo>
                    <a:cubicBezTo>
                      <a:pt x="73" y="271"/>
                      <a:pt x="73" y="246"/>
                      <a:pt x="78" y="222"/>
                    </a:cubicBezTo>
                    <a:cubicBezTo>
                      <a:pt x="78" y="221"/>
                      <a:pt x="78" y="220"/>
                      <a:pt x="79" y="219"/>
                    </a:cubicBezTo>
                    <a:cubicBezTo>
                      <a:pt x="79" y="219"/>
                      <a:pt x="79" y="219"/>
                      <a:pt x="79" y="219"/>
                    </a:cubicBezTo>
                    <a:cubicBezTo>
                      <a:pt x="108" y="81"/>
                      <a:pt x="283" y="29"/>
                      <a:pt x="384" y="130"/>
                    </a:cubicBezTo>
                    <a:cubicBezTo>
                      <a:pt x="409" y="155"/>
                      <a:pt x="425" y="186"/>
                      <a:pt x="433" y="219"/>
                    </a:cubicBezTo>
                    <a:cubicBezTo>
                      <a:pt x="433" y="219"/>
                      <a:pt x="433" y="219"/>
                      <a:pt x="433" y="219"/>
                    </a:cubicBezTo>
                    <a:cubicBezTo>
                      <a:pt x="433" y="221"/>
                      <a:pt x="433" y="222"/>
                      <a:pt x="433" y="223"/>
                    </a:cubicBezTo>
                    <a:cubicBezTo>
                      <a:pt x="445" y="280"/>
                      <a:pt x="428" y="342"/>
                      <a:pt x="384" y="387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242" name="Google Shape;505;p18"/>
            <p:cNvGrpSpPr/>
            <p:nvPr/>
          </p:nvGrpSpPr>
          <p:grpSpPr>
            <a:xfrm>
              <a:off x="8591760" y="4953600"/>
              <a:ext cx="354600" cy="366480"/>
              <a:chOff x="8591760" y="4953600"/>
              <a:chExt cx="354600" cy="366480"/>
            </a:xfrm>
          </p:grpSpPr>
          <p:sp>
            <p:nvSpPr>
              <p:cNvPr id="243" name="Google Shape;506;p18"/>
              <p:cNvSpPr/>
              <p:nvPr/>
            </p:nvSpPr>
            <p:spPr>
              <a:xfrm>
                <a:off x="8591760" y="4953600"/>
                <a:ext cx="354600" cy="231480"/>
              </a:xfrm>
              <a:custGeom>
                <a:avLst/>
                <a:gdLst>
                  <a:gd name="textAreaLeft" fmla="*/ 0 w 354600"/>
                  <a:gd name="textAreaRight" fmla="*/ 354960 w 354600"/>
                  <a:gd name="textAreaTop" fmla="*/ 0 h 231480"/>
                  <a:gd name="textAreaBottom" fmla="*/ 231840 h 231480"/>
                </a:gdLst>
                <a:ahLst/>
                <a:cxnLst/>
                <a:rect l="textAreaLeft" t="textAreaTop" r="textAreaRight" b="textAreaBottom"/>
                <a:pathLst>
                  <a:path w="511" h="334">
                    <a:moveTo>
                      <a:pt x="470" y="187"/>
                    </a:moveTo>
                    <a:cubicBezTo>
                      <a:pt x="462" y="183"/>
                      <a:pt x="459" y="175"/>
                      <a:pt x="462" y="167"/>
                    </a:cubicBezTo>
                    <a:cubicBezTo>
                      <a:pt x="481" y="118"/>
                      <a:pt x="444" y="63"/>
                      <a:pt x="391" y="63"/>
                    </a:cubicBezTo>
                    <a:cubicBezTo>
                      <a:pt x="381" y="62"/>
                      <a:pt x="371" y="64"/>
                      <a:pt x="361" y="68"/>
                    </a:cubicBezTo>
                    <a:cubicBezTo>
                      <a:pt x="353" y="71"/>
                      <a:pt x="344" y="68"/>
                      <a:pt x="341" y="60"/>
                    </a:cubicBezTo>
                    <a:cubicBezTo>
                      <a:pt x="314" y="1"/>
                      <a:pt x="229" y="0"/>
                      <a:pt x="201" y="59"/>
                    </a:cubicBezTo>
                    <a:cubicBezTo>
                      <a:pt x="198" y="67"/>
                      <a:pt x="189" y="70"/>
                      <a:pt x="181" y="67"/>
                    </a:cubicBezTo>
                    <a:cubicBezTo>
                      <a:pt x="173" y="64"/>
                      <a:pt x="163" y="63"/>
                      <a:pt x="154" y="63"/>
                    </a:cubicBezTo>
                    <a:cubicBezTo>
                      <a:pt x="112" y="63"/>
                      <a:pt x="78" y="98"/>
                      <a:pt x="78" y="140"/>
                    </a:cubicBezTo>
                    <a:cubicBezTo>
                      <a:pt x="78" y="149"/>
                      <a:pt x="80" y="158"/>
                      <a:pt x="83" y="167"/>
                    </a:cubicBezTo>
                    <a:cubicBezTo>
                      <a:pt x="86" y="175"/>
                      <a:pt x="82" y="184"/>
                      <a:pt x="75" y="187"/>
                    </a:cubicBezTo>
                    <a:cubicBezTo>
                      <a:pt x="0" y="225"/>
                      <a:pt x="26" y="332"/>
                      <a:pt x="109" y="334"/>
                    </a:cubicBezTo>
                    <a:cubicBezTo>
                      <a:pt x="177" y="334"/>
                      <a:pt x="177" y="334"/>
                      <a:pt x="177" y="334"/>
                    </a:cubicBezTo>
                    <a:cubicBezTo>
                      <a:pt x="271" y="330"/>
                      <a:pt x="271" y="196"/>
                      <a:pt x="177" y="192"/>
                    </a:cubicBezTo>
                    <a:cubicBezTo>
                      <a:pt x="168" y="192"/>
                      <a:pt x="161" y="185"/>
                      <a:pt x="161" y="176"/>
                    </a:cubicBezTo>
                    <a:cubicBezTo>
                      <a:pt x="161" y="167"/>
                      <a:pt x="168" y="160"/>
                      <a:pt x="177" y="160"/>
                    </a:cubicBezTo>
                    <a:cubicBezTo>
                      <a:pt x="228" y="160"/>
                      <a:pt x="271" y="198"/>
                      <a:pt x="278" y="247"/>
                    </a:cubicBezTo>
                    <a:cubicBezTo>
                      <a:pt x="353" y="247"/>
                      <a:pt x="353" y="247"/>
                      <a:pt x="353" y="247"/>
                    </a:cubicBezTo>
                    <a:cubicBezTo>
                      <a:pt x="367" y="247"/>
                      <a:pt x="379" y="235"/>
                      <a:pt x="379" y="221"/>
                    </a:cubicBezTo>
                    <a:cubicBezTo>
                      <a:pt x="379" y="207"/>
                      <a:pt x="367" y="195"/>
                      <a:pt x="353" y="195"/>
                    </a:cubicBezTo>
                    <a:cubicBezTo>
                      <a:pt x="332" y="194"/>
                      <a:pt x="332" y="164"/>
                      <a:pt x="353" y="163"/>
                    </a:cubicBezTo>
                    <a:cubicBezTo>
                      <a:pt x="430" y="166"/>
                      <a:pt x="430" y="276"/>
                      <a:pt x="353" y="279"/>
                    </a:cubicBezTo>
                    <a:cubicBezTo>
                      <a:pt x="278" y="279"/>
                      <a:pt x="278" y="279"/>
                      <a:pt x="278" y="279"/>
                    </a:cubicBezTo>
                    <a:cubicBezTo>
                      <a:pt x="275" y="300"/>
                      <a:pt x="265" y="319"/>
                      <a:pt x="251" y="334"/>
                    </a:cubicBezTo>
                    <a:cubicBezTo>
                      <a:pt x="257" y="334"/>
                      <a:pt x="257" y="334"/>
                      <a:pt x="257" y="334"/>
                    </a:cubicBezTo>
                    <a:cubicBezTo>
                      <a:pt x="258" y="334"/>
                      <a:pt x="258" y="334"/>
                      <a:pt x="259" y="334"/>
                    </a:cubicBezTo>
                    <a:cubicBezTo>
                      <a:pt x="432" y="334"/>
                      <a:pt x="432" y="334"/>
                      <a:pt x="432" y="334"/>
                    </a:cubicBezTo>
                    <a:cubicBezTo>
                      <a:pt x="453" y="334"/>
                      <a:pt x="473" y="326"/>
                      <a:pt x="488" y="311"/>
                    </a:cubicBezTo>
                    <a:cubicBezTo>
                      <a:pt x="503" y="296"/>
                      <a:pt x="511" y="276"/>
                      <a:pt x="511" y="255"/>
                    </a:cubicBezTo>
                    <a:cubicBezTo>
                      <a:pt x="511" y="226"/>
                      <a:pt x="495" y="200"/>
                      <a:pt x="470" y="187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44" name="Google Shape;507;p18"/>
              <p:cNvSpPr/>
              <p:nvPr/>
            </p:nvSpPr>
            <p:spPr>
              <a:xfrm>
                <a:off x="8840160" y="5274000"/>
                <a:ext cx="44280" cy="46080"/>
              </a:xfrm>
              <a:custGeom>
                <a:avLst/>
                <a:gdLst>
                  <a:gd name="textAreaLeft" fmla="*/ 0 w 44280"/>
                  <a:gd name="textAreaRight" fmla="*/ 44640 w 44280"/>
                  <a:gd name="textAreaTop" fmla="*/ 0 h 46080"/>
                  <a:gd name="textAreaBottom" fmla="*/ 46440 h 46080"/>
                </a:gdLst>
                <a:ahLst/>
                <a:cxnLst/>
                <a:rect l="textAreaLeft" t="textAreaTop" r="textAreaRight" b="textAreaBottom"/>
                <a:pathLst>
                  <a:path w="64" h="67">
                    <a:moveTo>
                      <a:pt x="63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35"/>
                      <a:pt x="0" y="35"/>
                      <a:pt x="0" y="35"/>
                    </a:cubicBezTo>
                    <a:cubicBezTo>
                      <a:pt x="0" y="52"/>
                      <a:pt x="14" y="67"/>
                      <a:pt x="32" y="67"/>
                    </a:cubicBezTo>
                    <a:cubicBezTo>
                      <a:pt x="57" y="67"/>
                      <a:pt x="57" y="67"/>
                      <a:pt x="57" y="67"/>
                    </a:cubicBezTo>
                    <a:cubicBezTo>
                      <a:pt x="61" y="67"/>
                      <a:pt x="64" y="63"/>
                      <a:pt x="64" y="59"/>
                    </a:cubicBezTo>
                    <a:cubicBezTo>
                      <a:pt x="64" y="0"/>
                      <a:pt x="64" y="0"/>
                      <a:pt x="64" y="0"/>
                    </a:cubicBezTo>
                    <a:cubicBezTo>
                      <a:pt x="64" y="0"/>
                      <a:pt x="64" y="0"/>
                      <a:pt x="63" y="0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3040" bIns="230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45" name="Google Shape;508;p18"/>
              <p:cNvSpPr/>
              <p:nvPr/>
            </p:nvSpPr>
            <p:spPr>
              <a:xfrm>
                <a:off x="8783640" y="5203080"/>
                <a:ext cx="135000" cy="48600"/>
              </a:xfrm>
              <a:custGeom>
                <a:avLst/>
                <a:gdLst>
                  <a:gd name="textAreaLeft" fmla="*/ 0 w 135000"/>
                  <a:gd name="textAreaRight" fmla="*/ 135360 w 135000"/>
                  <a:gd name="textAreaTop" fmla="*/ 0 h 48600"/>
                  <a:gd name="textAreaBottom" fmla="*/ 48960 h 48600"/>
                </a:gdLst>
                <a:ahLst/>
                <a:cxnLst/>
                <a:rect l="textAreaLeft" t="textAreaTop" r="textAreaRight" b="textAreaBottom"/>
                <a:pathLst>
                  <a:path w="195" h="70">
                    <a:moveTo>
                      <a:pt x="195" y="19"/>
                    </a:moveTo>
                    <a:cubicBezTo>
                      <a:pt x="195" y="0"/>
                      <a:pt x="195" y="0"/>
                      <a:pt x="195" y="0"/>
                    </a:cubicBezTo>
                    <a:cubicBezTo>
                      <a:pt x="183" y="5"/>
                      <a:pt x="170" y="7"/>
                      <a:pt x="156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7" y="43"/>
                      <a:pt x="39" y="70"/>
                      <a:pt x="77" y="70"/>
                    </a:cubicBezTo>
                    <a:cubicBezTo>
                      <a:pt x="144" y="70"/>
                      <a:pt x="144" y="70"/>
                      <a:pt x="144" y="70"/>
                    </a:cubicBezTo>
                    <a:cubicBezTo>
                      <a:pt x="172" y="70"/>
                      <a:pt x="195" y="47"/>
                      <a:pt x="195" y="19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4480" bIns="2448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246" name="Google Shape;509;p18"/>
            <p:cNvGrpSpPr/>
            <p:nvPr/>
          </p:nvGrpSpPr>
          <p:grpSpPr>
            <a:xfrm>
              <a:off x="8605800" y="4336200"/>
              <a:ext cx="326880" cy="318600"/>
              <a:chOff x="8605800" y="4336200"/>
              <a:chExt cx="326880" cy="318600"/>
            </a:xfrm>
          </p:grpSpPr>
          <p:sp>
            <p:nvSpPr>
              <p:cNvPr id="247" name="Google Shape;510;p18"/>
              <p:cNvSpPr/>
              <p:nvPr/>
            </p:nvSpPr>
            <p:spPr>
              <a:xfrm>
                <a:off x="8732160" y="4633200"/>
                <a:ext cx="115920" cy="21600"/>
              </a:xfrm>
              <a:custGeom>
                <a:avLst/>
                <a:gdLst>
                  <a:gd name="textAreaLeft" fmla="*/ 0 w 115920"/>
                  <a:gd name="textAreaRight" fmla="*/ 116280 w 115920"/>
                  <a:gd name="textAreaTop" fmla="*/ 0 h 21600"/>
                  <a:gd name="textAreaBottom" fmla="*/ 21960 h 21600"/>
                </a:gdLst>
                <a:ahLst/>
                <a:cxnLst/>
                <a:rect l="textAreaLeft" t="textAreaTop" r="textAreaRight" b="textAreaBottom"/>
                <a:pathLst>
                  <a:path w="190" h="36">
                    <a:moveTo>
                      <a:pt x="1" y="14"/>
                    </a:moveTo>
                    <a:cubicBezTo>
                      <a:pt x="0" y="16"/>
                      <a:pt x="2" y="19"/>
                      <a:pt x="4" y="19"/>
                    </a:cubicBezTo>
                    <a:cubicBezTo>
                      <a:pt x="65" y="36"/>
                      <a:pt x="135" y="29"/>
                      <a:pt x="190" y="0"/>
                    </a:cubicBezTo>
                    <a:cubicBezTo>
                      <a:pt x="6" y="0"/>
                      <a:pt x="6" y="0"/>
                      <a:pt x="6" y="0"/>
                    </a:cubicBezTo>
                    <a:lnTo>
                      <a:pt x="1" y="14"/>
                    </a:ln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800" bIns="1080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48" name="Google Shape;511;p18"/>
              <p:cNvSpPr/>
              <p:nvPr/>
            </p:nvSpPr>
            <p:spPr>
              <a:xfrm>
                <a:off x="8605800" y="4454640"/>
                <a:ext cx="155880" cy="181080"/>
              </a:xfrm>
              <a:custGeom>
                <a:avLst/>
                <a:gdLst>
                  <a:gd name="textAreaLeft" fmla="*/ 0 w 155880"/>
                  <a:gd name="textAreaRight" fmla="*/ 156240 w 155880"/>
                  <a:gd name="textAreaTop" fmla="*/ 0 h 181080"/>
                  <a:gd name="textAreaBottom" fmla="*/ 181440 h 181080"/>
                </a:gdLst>
                <a:ahLst/>
                <a:cxnLst/>
                <a:rect l="textAreaLeft" t="textAreaTop" r="textAreaRight" b="textAreaBottom"/>
                <a:pathLst>
                  <a:path w="255" h="296">
                    <a:moveTo>
                      <a:pt x="251" y="72"/>
                    </a:moveTo>
                    <a:cubicBezTo>
                      <a:pt x="34" y="1"/>
                      <a:pt x="34" y="1"/>
                      <a:pt x="34" y="1"/>
                    </a:cubicBezTo>
                    <a:cubicBezTo>
                      <a:pt x="32" y="0"/>
                      <a:pt x="29" y="2"/>
                      <a:pt x="28" y="5"/>
                    </a:cubicBezTo>
                    <a:cubicBezTo>
                      <a:pt x="0" y="121"/>
                      <a:pt x="60" y="245"/>
                      <a:pt x="169" y="295"/>
                    </a:cubicBezTo>
                    <a:cubicBezTo>
                      <a:pt x="171" y="296"/>
                      <a:pt x="174" y="295"/>
                      <a:pt x="175" y="292"/>
                    </a:cubicBezTo>
                    <a:cubicBezTo>
                      <a:pt x="254" y="78"/>
                      <a:pt x="254" y="78"/>
                      <a:pt x="254" y="78"/>
                    </a:cubicBezTo>
                    <a:cubicBezTo>
                      <a:pt x="255" y="76"/>
                      <a:pt x="254" y="73"/>
                      <a:pt x="251" y="72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49" name="Google Shape;512;p18"/>
              <p:cNvSpPr/>
              <p:nvPr/>
            </p:nvSpPr>
            <p:spPr>
              <a:xfrm>
                <a:off x="8743680" y="4588920"/>
                <a:ext cx="156960" cy="23040"/>
              </a:xfrm>
              <a:custGeom>
                <a:avLst/>
                <a:gdLst>
                  <a:gd name="textAreaLeft" fmla="*/ 0 w 156960"/>
                  <a:gd name="textAreaRight" fmla="*/ 157320 w 156960"/>
                  <a:gd name="textAreaTop" fmla="*/ 0 h 23040"/>
                  <a:gd name="textAreaBottom" fmla="*/ 23400 h 23040"/>
                </a:gdLst>
                <a:ahLst/>
                <a:cxnLst/>
                <a:rect l="textAreaLeft" t="textAreaTop" r="textAreaRight" b="textAreaBottom"/>
                <a:pathLst>
                  <a:path w="257" h="38">
                    <a:moveTo>
                      <a:pt x="0" y="38"/>
                    </a:moveTo>
                    <a:cubicBezTo>
                      <a:pt x="221" y="38"/>
                      <a:pt x="221" y="38"/>
                      <a:pt x="221" y="38"/>
                    </a:cubicBezTo>
                    <a:cubicBezTo>
                      <a:pt x="234" y="26"/>
                      <a:pt x="246" y="13"/>
                      <a:pt x="257" y="0"/>
                    </a:cubicBezTo>
                    <a:cubicBezTo>
                      <a:pt x="14" y="0"/>
                      <a:pt x="14" y="0"/>
                      <a:pt x="14" y="0"/>
                    </a:cubicBezTo>
                    <a:lnTo>
                      <a:pt x="0" y="38"/>
                    </a:ln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1520" bIns="1152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50" name="Google Shape;513;p18"/>
              <p:cNvSpPr/>
              <p:nvPr/>
            </p:nvSpPr>
            <p:spPr>
              <a:xfrm>
                <a:off x="8631000" y="4336200"/>
                <a:ext cx="134280" cy="141480"/>
              </a:xfrm>
              <a:custGeom>
                <a:avLst/>
                <a:gdLst>
                  <a:gd name="textAreaLeft" fmla="*/ 0 w 134280"/>
                  <a:gd name="textAreaRight" fmla="*/ 134640 w 134280"/>
                  <a:gd name="textAreaTop" fmla="*/ 0 h 141480"/>
                  <a:gd name="textAreaBottom" fmla="*/ 141840 h 141480"/>
                </a:gdLst>
                <a:ahLst/>
                <a:cxnLst/>
                <a:rect l="textAreaLeft" t="textAreaTop" r="textAreaRight" b="textAreaBottom"/>
                <a:pathLst>
                  <a:path w="220" h="231">
                    <a:moveTo>
                      <a:pt x="4" y="162"/>
                    </a:moveTo>
                    <a:cubicBezTo>
                      <a:pt x="214" y="230"/>
                      <a:pt x="214" y="230"/>
                      <a:pt x="214" y="230"/>
                    </a:cubicBezTo>
                    <a:cubicBezTo>
                      <a:pt x="217" y="231"/>
                      <a:pt x="220" y="229"/>
                      <a:pt x="220" y="226"/>
                    </a:cubicBezTo>
                    <a:cubicBezTo>
                      <a:pt x="220" y="5"/>
                      <a:pt x="220" y="5"/>
                      <a:pt x="220" y="5"/>
                    </a:cubicBezTo>
                    <a:cubicBezTo>
                      <a:pt x="220" y="2"/>
                      <a:pt x="217" y="0"/>
                      <a:pt x="215" y="0"/>
                    </a:cubicBezTo>
                    <a:cubicBezTo>
                      <a:pt x="155" y="6"/>
                      <a:pt x="99" y="31"/>
                      <a:pt x="56" y="75"/>
                    </a:cubicBezTo>
                    <a:cubicBezTo>
                      <a:pt x="32" y="98"/>
                      <a:pt x="14" y="125"/>
                      <a:pt x="1" y="155"/>
                    </a:cubicBezTo>
                    <a:cubicBezTo>
                      <a:pt x="0" y="158"/>
                      <a:pt x="1" y="161"/>
                      <a:pt x="4" y="162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51" name="Google Shape;514;p18"/>
              <p:cNvSpPr/>
              <p:nvPr/>
            </p:nvSpPr>
            <p:spPr>
              <a:xfrm>
                <a:off x="8759520" y="4546800"/>
                <a:ext cx="164160" cy="21240"/>
              </a:xfrm>
              <a:custGeom>
                <a:avLst/>
                <a:gdLst>
                  <a:gd name="textAreaLeft" fmla="*/ 0 w 164160"/>
                  <a:gd name="textAreaRight" fmla="*/ 164520 w 164160"/>
                  <a:gd name="textAreaTop" fmla="*/ 0 h 21240"/>
                  <a:gd name="textAreaBottom" fmla="*/ 21600 h 21240"/>
                </a:gdLst>
                <a:ahLst/>
                <a:cxnLst/>
                <a:rect l="textAreaLeft" t="textAreaTop" r="textAreaRight" b="textAreaBottom"/>
                <a:pathLst>
                  <a:path w="268" h="35">
                    <a:moveTo>
                      <a:pt x="0" y="35"/>
                    </a:moveTo>
                    <a:cubicBezTo>
                      <a:pt x="253" y="35"/>
                      <a:pt x="253" y="35"/>
                      <a:pt x="253" y="35"/>
                    </a:cubicBezTo>
                    <a:cubicBezTo>
                      <a:pt x="259" y="24"/>
                      <a:pt x="264" y="12"/>
                      <a:pt x="268" y="0"/>
                    </a:cubicBezTo>
                    <a:cubicBezTo>
                      <a:pt x="13" y="0"/>
                      <a:pt x="13" y="0"/>
                      <a:pt x="13" y="0"/>
                    </a:cubicBezTo>
                    <a:lnTo>
                      <a:pt x="0" y="35"/>
                    </a:ln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800" bIns="1080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52" name="Google Shape;515;p18"/>
              <p:cNvSpPr/>
              <p:nvPr/>
            </p:nvSpPr>
            <p:spPr>
              <a:xfrm>
                <a:off x="8775000" y="4503960"/>
                <a:ext cx="157680" cy="21600"/>
              </a:xfrm>
              <a:custGeom>
                <a:avLst/>
                <a:gdLst>
                  <a:gd name="textAreaLeft" fmla="*/ 0 w 157680"/>
                  <a:gd name="textAreaRight" fmla="*/ 158040 w 157680"/>
                  <a:gd name="textAreaTop" fmla="*/ 0 h 21600"/>
                  <a:gd name="textAreaBottom" fmla="*/ 21960 h 21600"/>
                </a:gdLst>
                <a:ahLst/>
                <a:cxnLst/>
                <a:rect l="textAreaLeft" t="textAreaTop" r="textAreaRight" b="textAreaBottom"/>
                <a:pathLst>
                  <a:path w="258" h="36">
                    <a:moveTo>
                      <a:pt x="253" y="0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15" y="0"/>
                      <a:pt x="14" y="1"/>
                      <a:pt x="13" y="2"/>
                    </a:cubicBezTo>
                    <a:cubicBezTo>
                      <a:pt x="0" y="36"/>
                      <a:pt x="0" y="36"/>
                      <a:pt x="0" y="36"/>
                    </a:cubicBezTo>
                    <a:cubicBezTo>
                      <a:pt x="253" y="36"/>
                      <a:pt x="253" y="36"/>
                      <a:pt x="253" y="36"/>
                    </a:cubicBezTo>
                    <a:cubicBezTo>
                      <a:pt x="255" y="26"/>
                      <a:pt x="257" y="16"/>
                      <a:pt x="257" y="5"/>
                    </a:cubicBezTo>
                    <a:cubicBezTo>
                      <a:pt x="258" y="2"/>
                      <a:pt x="255" y="0"/>
                      <a:pt x="253" y="0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800" bIns="1080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53" name="Google Shape;516;p18"/>
              <p:cNvSpPr/>
              <p:nvPr/>
            </p:nvSpPr>
            <p:spPr>
              <a:xfrm>
                <a:off x="8804160" y="4411800"/>
                <a:ext cx="18360" cy="54720"/>
              </a:xfrm>
              <a:custGeom>
                <a:avLst/>
                <a:gdLst>
                  <a:gd name="textAreaLeft" fmla="*/ 0 w 18360"/>
                  <a:gd name="textAreaRight" fmla="*/ 18720 w 18360"/>
                  <a:gd name="textAreaTop" fmla="*/ 0 h 54720"/>
                  <a:gd name="textAreaBottom" fmla="*/ 55080 h 54720"/>
                </a:gdLst>
                <a:ahLst/>
                <a:cxnLst/>
                <a:rect l="textAreaLeft" t="textAreaTop" r="textAreaRight" b="textAreaBottom"/>
                <a:pathLst>
                  <a:path w="31" h="90">
                    <a:moveTo>
                      <a:pt x="16" y="90"/>
                    </a:moveTo>
                    <a:cubicBezTo>
                      <a:pt x="24" y="90"/>
                      <a:pt x="31" y="84"/>
                      <a:pt x="31" y="75"/>
                    </a:cubicBezTo>
                    <a:cubicBezTo>
                      <a:pt x="31" y="20"/>
                      <a:pt x="31" y="20"/>
                      <a:pt x="31" y="20"/>
                    </a:cubicBezTo>
                    <a:cubicBezTo>
                      <a:pt x="30" y="0"/>
                      <a:pt x="1" y="0"/>
                      <a:pt x="0" y="20"/>
                    </a:cubicBezTo>
                    <a:cubicBezTo>
                      <a:pt x="0" y="75"/>
                      <a:pt x="0" y="75"/>
                      <a:pt x="0" y="75"/>
                    </a:cubicBezTo>
                    <a:cubicBezTo>
                      <a:pt x="0" y="84"/>
                      <a:pt x="7" y="90"/>
                      <a:pt x="16" y="90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7360" bIns="2736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54" name="Google Shape;517;p18"/>
              <p:cNvSpPr/>
              <p:nvPr/>
            </p:nvSpPr>
            <p:spPr>
              <a:xfrm>
                <a:off x="8841600" y="4390920"/>
                <a:ext cx="18000" cy="75600"/>
              </a:xfrm>
              <a:custGeom>
                <a:avLst/>
                <a:gdLst>
                  <a:gd name="textAreaLeft" fmla="*/ 0 w 18000"/>
                  <a:gd name="textAreaRight" fmla="*/ 18360 w 18000"/>
                  <a:gd name="textAreaTop" fmla="*/ 0 h 75600"/>
                  <a:gd name="textAreaBottom" fmla="*/ 75960 h 75600"/>
                </a:gdLst>
                <a:ahLst/>
                <a:cxnLst/>
                <a:rect l="textAreaLeft" t="textAreaTop" r="textAreaRight" b="textAreaBottom"/>
                <a:pathLst>
                  <a:path w="30" h="124">
                    <a:moveTo>
                      <a:pt x="15" y="124"/>
                    </a:moveTo>
                    <a:cubicBezTo>
                      <a:pt x="24" y="124"/>
                      <a:pt x="30" y="118"/>
                      <a:pt x="30" y="109"/>
                    </a:cubicBezTo>
                    <a:cubicBezTo>
                      <a:pt x="30" y="20"/>
                      <a:pt x="30" y="20"/>
                      <a:pt x="30" y="20"/>
                    </a:cubicBezTo>
                    <a:cubicBezTo>
                      <a:pt x="30" y="0"/>
                      <a:pt x="1" y="0"/>
                      <a:pt x="0" y="20"/>
                    </a:cubicBezTo>
                    <a:cubicBezTo>
                      <a:pt x="0" y="109"/>
                      <a:pt x="0" y="109"/>
                      <a:pt x="0" y="109"/>
                    </a:cubicBezTo>
                    <a:cubicBezTo>
                      <a:pt x="0" y="118"/>
                      <a:pt x="7" y="124"/>
                      <a:pt x="15" y="124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7800" bIns="3780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55" name="Google Shape;518;p18"/>
              <p:cNvSpPr/>
              <p:nvPr/>
            </p:nvSpPr>
            <p:spPr>
              <a:xfrm>
                <a:off x="8879040" y="4362120"/>
                <a:ext cx="18360" cy="104400"/>
              </a:xfrm>
              <a:custGeom>
                <a:avLst/>
                <a:gdLst>
                  <a:gd name="textAreaLeft" fmla="*/ 0 w 18360"/>
                  <a:gd name="textAreaRight" fmla="*/ 18720 w 18360"/>
                  <a:gd name="textAreaTop" fmla="*/ 0 h 104400"/>
                  <a:gd name="textAreaBottom" fmla="*/ 104760 h 104400"/>
                </a:gdLst>
                <a:ahLst/>
                <a:cxnLst/>
                <a:rect l="textAreaLeft" t="textAreaTop" r="textAreaRight" b="textAreaBottom"/>
                <a:pathLst>
                  <a:path w="30" h="171">
                    <a:moveTo>
                      <a:pt x="15" y="171"/>
                    </a:moveTo>
                    <a:cubicBezTo>
                      <a:pt x="23" y="171"/>
                      <a:pt x="30" y="165"/>
                      <a:pt x="30" y="156"/>
                    </a:cubicBezTo>
                    <a:cubicBezTo>
                      <a:pt x="30" y="20"/>
                      <a:pt x="30" y="20"/>
                      <a:pt x="30" y="20"/>
                    </a:cubicBezTo>
                    <a:cubicBezTo>
                      <a:pt x="29" y="0"/>
                      <a:pt x="1" y="0"/>
                      <a:pt x="0" y="20"/>
                    </a:cubicBezTo>
                    <a:cubicBezTo>
                      <a:pt x="0" y="156"/>
                      <a:pt x="0" y="156"/>
                      <a:pt x="0" y="156"/>
                    </a:cubicBezTo>
                    <a:cubicBezTo>
                      <a:pt x="0" y="165"/>
                      <a:pt x="7" y="171"/>
                      <a:pt x="15" y="171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sp>
        <p:nvSpPr>
          <p:cNvPr id="256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  <p:transition spd="slow">
    <p:push dir="u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8"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3" name="Google Shape;578;p20"/>
          <p:cNvPicPr/>
          <p:nvPr/>
        </p:nvPicPr>
        <p:blipFill>
          <a:blip r:embed="rId2"/>
          <a:srcRect t="1844" r="1844"/>
          <a:stretch/>
        </p:blipFill>
        <p:spPr>
          <a:xfrm rot="10800000">
            <a:off x="36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94" name="Google Shape;579;p20"/>
          <p:cNvPicPr/>
          <p:nvPr/>
        </p:nvPicPr>
        <p:blipFill>
          <a:blip r:embed="rId3"/>
          <a:srcRect l="7208" r="48305" b="45432"/>
          <a:stretch/>
        </p:blipFill>
        <p:spPr>
          <a:xfrm rot="10800000" flipH="1">
            <a:off x="12960" y="-10080"/>
            <a:ext cx="1218960" cy="285408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295" name="Google Shape;580;p20"/>
          <p:cNvGrpSpPr/>
          <p:nvPr/>
        </p:nvGrpSpPr>
        <p:grpSpPr>
          <a:xfrm>
            <a:off x="-1712520" y="-2171520"/>
            <a:ext cx="12926160" cy="9305280"/>
            <a:chOff x="-1712520" y="-2171520"/>
            <a:chExt cx="12926160" cy="9305280"/>
          </a:xfrm>
        </p:grpSpPr>
        <p:pic>
          <p:nvPicPr>
            <p:cNvPr id="296" name="Google Shape;581;p20"/>
            <p:cNvPicPr/>
            <p:nvPr/>
          </p:nvPicPr>
          <p:blipFill>
            <a:blip r:embed="rId4">
              <a:alphaModFix amt="50000"/>
            </a:blip>
            <a:stretch/>
          </p:blipFill>
          <p:spPr>
            <a:xfrm rot="7507200">
              <a:off x="7163280" y="3111480"/>
              <a:ext cx="3409920" cy="333576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297" name="Google Shape;582;p20"/>
            <p:cNvPicPr/>
            <p:nvPr/>
          </p:nvPicPr>
          <p:blipFill>
            <a:blip r:embed="rId4">
              <a:alphaModFix amt="50000"/>
            </a:blip>
            <a:stretch/>
          </p:blipFill>
          <p:spPr>
            <a:xfrm rot="3138600">
              <a:off x="-1029600" y="-1443240"/>
              <a:ext cx="3541680" cy="346464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298" name="Google Shape;583;p20"/>
          <p:cNvGrpSpPr/>
          <p:nvPr/>
        </p:nvGrpSpPr>
        <p:grpSpPr>
          <a:xfrm>
            <a:off x="-298440" y="-442440"/>
            <a:ext cx="9732600" cy="6075360"/>
            <a:chOff x="-298440" y="-442440"/>
            <a:chExt cx="9732600" cy="6075360"/>
          </a:xfrm>
        </p:grpSpPr>
        <p:grpSp>
          <p:nvGrpSpPr>
            <p:cNvPr id="299" name="Google Shape;584;p20"/>
            <p:cNvGrpSpPr/>
            <p:nvPr/>
          </p:nvGrpSpPr>
          <p:grpSpPr>
            <a:xfrm>
              <a:off x="7427160" y="-442440"/>
              <a:ext cx="2007000" cy="1963080"/>
              <a:chOff x="7427160" y="-442440"/>
              <a:chExt cx="2007000" cy="1963080"/>
            </a:xfrm>
          </p:grpSpPr>
          <p:pic>
            <p:nvPicPr>
              <p:cNvPr id="300" name="Google Shape;585;p20"/>
              <p:cNvPicPr/>
              <p:nvPr/>
            </p:nvPicPr>
            <p:blipFill>
              <a:blip r:embed="rId5">
                <a:alphaModFix amt="50000"/>
              </a:blip>
              <a:stretch/>
            </p:blipFill>
            <p:spPr>
              <a:xfrm>
                <a:off x="7427160" y="-442440"/>
                <a:ext cx="2007000" cy="196308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grpSp>
            <p:nvGrpSpPr>
              <p:cNvPr id="301" name="Google Shape;586;p20"/>
              <p:cNvGrpSpPr/>
              <p:nvPr/>
            </p:nvGrpSpPr>
            <p:grpSpPr>
              <a:xfrm>
                <a:off x="7989840" y="469440"/>
                <a:ext cx="356040" cy="357120"/>
                <a:chOff x="7989840" y="469440"/>
                <a:chExt cx="356040" cy="357120"/>
              </a:xfrm>
            </p:grpSpPr>
            <p:sp>
              <p:nvSpPr>
                <p:cNvPr id="302" name="Google Shape;587;p20"/>
                <p:cNvSpPr/>
                <p:nvPr/>
              </p:nvSpPr>
              <p:spPr>
                <a:xfrm>
                  <a:off x="8067600" y="679320"/>
                  <a:ext cx="68400" cy="68400"/>
                </a:xfrm>
                <a:custGeom>
                  <a:avLst/>
                  <a:gdLst>
                    <a:gd name="textAreaLeft" fmla="*/ 0 w 68400"/>
                    <a:gd name="textAreaRight" fmla="*/ 68760 w 68400"/>
                    <a:gd name="textAreaTop" fmla="*/ 0 h 68400"/>
                    <a:gd name="textAreaBottom" fmla="*/ 68760 h 68400"/>
                  </a:gdLst>
                  <a:ahLst/>
                  <a:cxnLst/>
                  <a:rect l="textAreaLeft" t="textAreaTop" r="textAreaRight" b="textAreaBottom"/>
                  <a:pathLst>
                    <a:path w="99" h="99">
                      <a:moveTo>
                        <a:pt x="0" y="2"/>
                      </a:moveTo>
                      <a:cubicBezTo>
                        <a:pt x="7" y="24"/>
                        <a:pt x="19" y="45"/>
                        <a:pt x="37" y="62"/>
                      </a:cubicBezTo>
                      <a:cubicBezTo>
                        <a:pt x="54" y="80"/>
                        <a:pt x="75" y="92"/>
                        <a:pt x="97" y="99"/>
                      </a:cubicBezTo>
                      <a:cubicBezTo>
                        <a:pt x="99" y="53"/>
                        <a:pt x="46" y="0"/>
                        <a:pt x="0" y="2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4200" bIns="3420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03" name="Google Shape;588;p20"/>
                <p:cNvSpPr/>
                <p:nvPr/>
              </p:nvSpPr>
              <p:spPr>
                <a:xfrm>
                  <a:off x="8199720" y="680400"/>
                  <a:ext cx="67680" cy="67320"/>
                </a:xfrm>
                <a:custGeom>
                  <a:avLst/>
                  <a:gdLst>
                    <a:gd name="textAreaLeft" fmla="*/ 0 w 67680"/>
                    <a:gd name="textAreaRight" fmla="*/ 68040 w 67680"/>
                    <a:gd name="textAreaTop" fmla="*/ 0 h 67320"/>
                    <a:gd name="textAreaBottom" fmla="*/ 67680 h 67320"/>
                  </a:gdLst>
                  <a:ahLst/>
                  <a:cxnLst/>
                  <a:rect l="textAreaLeft" t="textAreaTop" r="textAreaRight" b="textAreaBottom"/>
                  <a:pathLst>
                    <a:path w="98" h="98">
                      <a:moveTo>
                        <a:pt x="31" y="32"/>
                      </a:moveTo>
                      <a:cubicBezTo>
                        <a:pt x="11" y="52"/>
                        <a:pt x="0" y="77"/>
                        <a:pt x="0" y="98"/>
                      </a:cubicBezTo>
                      <a:cubicBezTo>
                        <a:pt x="22" y="91"/>
                        <a:pt x="43" y="79"/>
                        <a:pt x="61" y="61"/>
                      </a:cubicBezTo>
                      <a:cubicBezTo>
                        <a:pt x="78" y="44"/>
                        <a:pt x="91" y="23"/>
                        <a:pt x="98" y="1"/>
                      </a:cubicBezTo>
                      <a:cubicBezTo>
                        <a:pt x="76" y="0"/>
                        <a:pt x="51" y="11"/>
                        <a:pt x="31" y="32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3840" bIns="3384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04" name="Google Shape;589;p20"/>
                <p:cNvSpPr/>
                <p:nvPr/>
              </p:nvSpPr>
              <p:spPr>
                <a:xfrm>
                  <a:off x="8067600" y="548280"/>
                  <a:ext cx="66960" cy="67680"/>
                </a:xfrm>
                <a:custGeom>
                  <a:avLst/>
                  <a:gdLst>
                    <a:gd name="textAreaLeft" fmla="*/ 0 w 66960"/>
                    <a:gd name="textAreaRight" fmla="*/ 67320 w 66960"/>
                    <a:gd name="textAreaTop" fmla="*/ 0 h 67680"/>
                    <a:gd name="textAreaBottom" fmla="*/ 68040 h 67680"/>
                  </a:gdLst>
                  <a:ahLst/>
                  <a:cxnLst/>
                  <a:rect l="textAreaLeft" t="textAreaTop" r="textAreaRight" b="textAreaBottom"/>
                  <a:pathLst>
                    <a:path w="97" h="98">
                      <a:moveTo>
                        <a:pt x="66" y="67"/>
                      </a:moveTo>
                      <a:cubicBezTo>
                        <a:pt x="86" y="47"/>
                        <a:pt x="97" y="22"/>
                        <a:pt x="97" y="0"/>
                      </a:cubicBezTo>
                      <a:cubicBezTo>
                        <a:pt x="52" y="14"/>
                        <a:pt x="13" y="53"/>
                        <a:pt x="0" y="98"/>
                      </a:cubicBezTo>
                      <a:cubicBezTo>
                        <a:pt x="21" y="98"/>
                        <a:pt x="46" y="87"/>
                        <a:pt x="66" y="67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3840" bIns="3384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05" name="Google Shape;590;p20"/>
                <p:cNvSpPr/>
                <p:nvPr/>
              </p:nvSpPr>
              <p:spPr>
                <a:xfrm>
                  <a:off x="8197920" y="548280"/>
                  <a:ext cx="69120" cy="69120"/>
                </a:xfrm>
                <a:custGeom>
                  <a:avLst/>
                  <a:gdLst>
                    <a:gd name="textAreaLeft" fmla="*/ 0 w 69120"/>
                    <a:gd name="textAreaRight" fmla="*/ 69480 w 69120"/>
                    <a:gd name="textAreaTop" fmla="*/ 0 h 69120"/>
                    <a:gd name="textAreaBottom" fmla="*/ 69480 h 69120"/>
                  </a:gdLst>
                  <a:ahLst/>
                  <a:cxnLst/>
                  <a:rect l="textAreaLeft" t="textAreaTop" r="textAreaRight" b="textAreaBottom"/>
                  <a:pathLst>
                    <a:path w="100" h="100">
                      <a:moveTo>
                        <a:pt x="100" y="98"/>
                      </a:moveTo>
                      <a:cubicBezTo>
                        <a:pt x="86" y="53"/>
                        <a:pt x="47" y="14"/>
                        <a:pt x="2" y="0"/>
                      </a:cubicBezTo>
                      <a:cubicBezTo>
                        <a:pt x="0" y="46"/>
                        <a:pt x="54" y="100"/>
                        <a:pt x="100" y="98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4560" bIns="3456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06" name="Google Shape;591;p20"/>
                <p:cNvSpPr/>
                <p:nvPr/>
              </p:nvSpPr>
              <p:spPr>
                <a:xfrm>
                  <a:off x="8148960" y="631440"/>
                  <a:ext cx="36000" cy="35280"/>
                </a:xfrm>
                <a:custGeom>
                  <a:avLst/>
                  <a:gdLst>
                    <a:gd name="textAreaLeft" fmla="*/ 0 w 36000"/>
                    <a:gd name="textAreaRight" fmla="*/ 36360 w 36000"/>
                    <a:gd name="textAreaTop" fmla="*/ 0 h 35280"/>
                    <a:gd name="textAreaBottom" fmla="*/ 35640 h 35280"/>
                  </a:gdLst>
                  <a:ahLst/>
                  <a:cxnLst/>
                  <a:rect l="textAreaLeft" t="textAreaTop" r="textAreaRight" b="textAreaBottom"/>
                  <a:pathLst>
                    <a:path w="53" h="51">
                      <a:moveTo>
                        <a:pt x="27" y="0"/>
                      </a:moveTo>
                      <a:cubicBezTo>
                        <a:pt x="21" y="0"/>
                        <a:pt x="14" y="3"/>
                        <a:pt x="10" y="7"/>
                      </a:cubicBezTo>
                      <a:cubicBezTo>
                        <a:pt x="0" y="17"/>
                        <a:pt x="0" y="32"/>
                        <a:pt x="10" y="41"/>
                      </a:cubicBezTo>
                      <a:cubicBezTo>
                        <a:pt x="19" y="51"/>
                        <a:pt x="34" y="51"/>
                        <a:pt x="44" y="41"/>
                      </a:cubicBezTo>
                      <a:cubicBezTo>
                        <a:pt x="53" y="32"/>
                        <a:pt x="53" y="17"/>
                        <a:pt x="44" y="7"/>
                      </a:cubicBezTo>
                      <a:cubicBezTo>
                        <a:pt x="39" y="3"/>
                        <a:pt x="33" y="0"/>
                        <a:pt x="27" y="0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7640" bIns="1764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07" name="Google Shape;592;p20"/>
                <p:cNvSpPr/>
                <p:nvPr/>
              </p:nvSpPr>
              <p:spPr>
                <a:xfrm>
                  <a:off x="8062200" y="543600"/>
                  <a:ext cx="209880" cy="209880"/>
                </a:xfrm>
                <a:custGeom>
                  <a:avLst/>
                  <a:gdLst>
                    <a:gd name="textAreaLeft" fmla="*/ 0 w 209880"/>
                    <a:gd name="textAreaRight" fmla="*/ 210240 w 209880"/>
                    <a:gd name="textAreaTop" fmla="*/ 0 h 209880"/>
                    <a:gd name="textAreaBottom" fmla="*/ 210240 h 209880"/>
                  </a:gdLst>
                  <a:ahLst/>
                  <a:cxnLst/>
                  <a:rect l="textAreaLeft" t="textAreaTop" r="textAreaRight" b="textAreaBottom"/>
                  <a:pathLst>
                    <a:path w="303" h="303">
                      <a:moveTo>
                        <a:pt x="295" y="135"/>
                      </a:moveTo>
                      <a:cubicBezTo>
                        <a:pt x="265" y="135"/>
                        <a:pt x="233" y="120"/>
                        <a:pt x="208" y="95"/>
                      </a:cubicBezTo>
                      <a:cubicBezTo>
                        <a:pt x="192" y="79"/>
                        <a:pt x="180" y="61"/>
                        <a:pt x="174" y="41"/>
                      </a:cubicBezTo>
                      <a:cubicBezTo>
                        <a:pt x="169" y="27"/>
                        <a:pt x="168" y="14"/>
                        <a:pt x="169" y="1"/>
                      </a:cubicBezTo>
                      <a:cubicBezTo>
                        <a:pt x="158" y="0"/>
                        <a:pt x="146" y="0"/>
                        <a:pt x="135" y="1"/>
                      </a:cubicBezTo>
                      <a:cubicBezTo>
                        <a:pt x="140" y="52"/>
                        <a:pt x="93" y="114"/>
                        <a:pt x="41" y="129"/>
                      </a:cubicBezTo>
                      <a:cubicBezTo>
                        <a:pt x="28" y="134"/>
                        <a:pt x="15" y="135"/>
                        <a:pt x="1" y="134"/>
                      </a:cubicBezTo>
                      <a:cubicBezTo>
                        <a:pt x="0" y="146"/>
                        <a:pt x="0" y="157"/>
                        <a:pt x="1" y="168"/>
                      </a:cubicBezTo>
                      <a:cubicBezTo>
                        <a:pt x="68" y="161"/>
                        <a:pt x="142" y="235"/>
                        <a:pt x="135" y="302"/>
                      </a:cubicBezTo>
                      <a:cubicBezTo>
                        <a:pt x="146" y="303"/>
                        <a:pt x="157" y="303"/>
                        <a:pt x="169" y="302"/>
                      </a:cubicBezTo>
                      <a:cubicBezTo>
                        <a:pt x="166" y="270"/>
                        <a:pt x="180" y="235"/>
                        <a:pt x="208" y="207"/>
                      </a:cubicBezTo>
                      <a:cubicBezTo>
                        <a:pt x="224" y="191"/>
                        <a:pt x="242" y="180"/>
                        <a:pt x="262" y="173"/>
                      </a:cubicBezTo>
                      <a:cubicBezTo>
                        <a:pt x="275" y="169"/>
                        <a:pt x="289" y="167"/>
                        <a:pt x="302" y="168"/>
                      </a:cubicBezTo>
                      <a:cubicBezTo>
                        <a:pt x="303" y="157"/>
                        <a:pt x="303" y="146"/>
                        <a:pt x="302" y="134"/>
                      </a:cubicBezTo>
                      <a:cubicBezTo>
                        <a:pt x="300" y="134"/>
                        <a:pt x="297" y="135"/>
                        <a:pt x="295" y="135"/>
                      </a:cubicBezTo>
                      <a:close/>
                      <a:moveTo>
                        <a:pt x="190" y="190"/>
                      </a:moveTo>
                      <a:cubicBezTo>
                        <a:pt x="190" y="190"/>
                        <a:pt x="190" y="190"/>
                        <a:pt x="190" y="190"/>
                      </a:cubicBezTo>
                      <a:cubicBezTo>
                        <a:pt x="169" y="211"/>
                        <a:pt x="135" y="211"/>
                        <a:pt x="114" y="190"/>
                      </a:cubicBezTo>
                      <a:cubicBezTo>
                        <a:pt x="92" y="169"/>
                        <a:pt x="92" y="134"/>
                        <a:pt x="114" y="113"/>
                      </a:cubicBezTo>
                      <a:cubicBezTo>
                        <a:pt x="135" y="92"/>
                        <a:pt x="169" y="92"/>
                        <a:pt x="190" y="113"/>
                      </a:cubicBezTo>
                      <a:cubicBezTo>
                        <a:pt x="211" y="134"/>
                        <a:pt x="211" y="169"/>
                        <a:pt x="190" y="190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08" name="Google Shape;593;p20"/>
                <p:cNvSpPr/>
                <p:nvPr/>
              </p:nvSpPr>
              <p:spPr>
                <a:xfrm>
                  <a:off x="7989840" y="469440"/>
                  <a:ext cx="356040" cy="357120"/>
                </a:xfrm>
                <a:custGeom>
                  <a:avLst/>
                  <a:gdLst>
                    <a:gd name="textAreaLeft" fmla="*/ 0 w 356040"/>
                    <a:gd name="textAreaRight" fmla="*/ 356400 w 356040"/>
                    <a:gd name="textAreaTop" fmla="*/ 0 h 357120"/>
                    <a:gd name="textAreaBottom" fmla="*/ 357480 h 357120"/>
                  </a:gdLst>
                  <a:ahLst/>
                  <a:cxnLst/>
                  <a:rect l="textAreaLeft" t="textAreaTop" r="textAreaRight" b="textAreaBottom"/>
                  <a:pathLst>
                    <a:path w="514" h="515">
                      <a:moveTo>
                        <a:pt x="507" y="209"/>
                      </a:moveTo>
                      <a:cubicBezTo>
                        <a:pt x="506" y="200"/>
                        <a:pt x="499" y="193"/>
                        <a:pt x="490" y="192"/>
                      </a:cubicBezTo>
                      <a:cubicBezTo>
                        <a:pt x="469" y="188"/>
                        <a:pt x="469" y="188"/>
                        <a:pt x="469" y="188"/>
                      </a:cubicBezTo>
                      <a:cubicBezTo>
                        <a:pt x="467" y="188"/>
                        <a:pt x="465" y="186"/>
                        <a:pt x="464" y="184"/>
                      </a:cubicBezTo>
                      <a:cubicBezTo>
                        <a:pt x="461" y="177"/>
                        <a:pt x="458" y="170"/>
                        <a:pt x="455" y="163"/>
                      </a:cubicBezTo>
                      <a:cubicBezTo>
                        <a:pt x="454" y="161"/>
                        <a:pt x="454" y="158"/>
                        <a:pt x="456" y="157"/>
                      </a:cubicBezTo>
                      <a:cubicBezTo>
                        <a:pt x="468" y="139"/>
                        <a:pt x="468" y="139"/>
                        <a:pt x="468" y="139"/>
                      </a:cubicBezTo>
                      <a:cubicBezTo>
                        <a:pt x="473" y="132"/>
                        <a:pt x="473" y="122"/>
                        <a:pt x="468" y="115"/>
                      </a:cubicBezTo>
                      <a:cubicBezTo>
                        <a:pt x="459" y="101"/>
                        <a:pt x="448" y="89"/>
                        <a:pt x="437" y="77"/>
                      </a:cubicBezTo>
                      <a:cubicBezTo>
                        <a:pt x="424" y="64"/>
                        <a:pt x="409" y="53"/>
                        <a:pt x="394" y="43"/>
                      </a:cubicBezTo>
                      <a:cubicBezTo>
                        <a:pt x="389" y="39"/>
                        <a:pt x="382" y="39"/>
                        <a:pt x="377" y="43"/>
                      </a:cubicBezTo>
                      <a:cubicBezTo>
                        <a:pt x="357" y="58"/>
                        <a:pt x="357" y="58"/>
                        <a:pt x="357" y="58"/>
                      </a:cubicBezTo>
                      <a:cubicBezTo>
                        <a:pt x="355" y="59"/>
                        <a:pt x="352" y="60"/>
                        <a:pt x="350" y="59"/>
                      </a:cubicBezTo>
                      <a:cubicBezTo>
                        <a:pt x="343" y="55"/>
                        <a:pt x="336" y="53"/>
                        <a:pt x="329" y="50"/>
                      </a:cubicBezTo>
                      <a:cubicBezTo>
                        <a:pt x="327" y="49"/>
                        <a:pt x="326" y="47"/>
                        <a:pt x="325" y="45"/>
                      </a:cubicBezTo>
                      <a:cubicBezTo>
                        <a:pt x="321" y="20"/>
                        <a:pt x="321" y="20"/>
                        <a:pt x="321" y="20"/>
                      </a:cubicBezTo>
                      <a:cubicBezTo>
                        <a:pt x="320" y="14"/>
                        <a:pt x="315" y="9"/>
                        <a:pt x="309" y="8"/>
                      </a:cubicBezTo>
                      <a:cubicBezTo>
                        <a:pt x="274" y="0"/>
                        <a:pt x="237" y="1"/>
                        <a:pt x="201" y="8"/>
                      </a:cubicBezTo>
                      <a:cubicBezTo>
                        <a:pt x="195" y="9"/>
                        <a:pt x="191" y="14"/>
                        <a:pt x="190" y="20"/>
                      </a:cubicBezTo>
                      <a:cubicBezTo>
                        <a:pt x="186" y="45"/>
                        <a:pt x="186" y="45"/>
                        <a:pt x="186" y="45"/>
                      </a:cubicBezTo>
                      <a:cubicBezTo>
                        <a:pt x="185" y="48"/>
                        <a:pt x="184" y="49"/>
                        <a:pt x="181" y="50"/>
                      </a:cubicBezTo>
                      <a:cubicBezTo>
                        <a:pt x="174" y="53"/>
                        <a:pt x="167" y="56"/>
                        <a:pt x="160" y="59"/>
                      </a:cubicBezTo>
                      <a:cubicBezTo>
                        <a:pt x="158" y="60"/>
                        <a:pt x="156" y="60"/>
                        <a:pt x="154" y="58"/>
                      </a:cubicBezTo>
                      <a:cubicBezTo>
                        <a:pt x="133" y="44"/>
                        <a:pt x="133" y="44"/>
                        <a:pt x="133" y="44"/>
                      </a:cubicBezTo>
                      <a:cubicBezTo>
                        <a:pt x="128" y="40"/>
                        <a:pt x="121" y="40"/>
                        <a:pt x="116" y="43"/>
                      </a:cubicBezTo>
                      <a:cubicBezTo>
                        <a:pt x="101" y="53"/>
                        <a:pt x="87" y="65"/>
                        <a:pt x="75" y="77"/>
                      </a:cubicBezTo>
                      <a:cubicBezTo>
                        <a:pt x="63" y="89"/>
                        <a:pt x="52" y="102"/>
                        <a:pt x="43" y="116"/>
                      </a:cubicBezTo>
                      <a:cubicBezTo>
                        <a:pt x="38" y="123"/>
                        <a:pt x="38" y="133"/>
                        <a:pt x="43" y="140"/>
                      </a:cubicBezTo>
                      <a:cubicBezTo>
                        <a:pt x="55" y="157"/>
                        <a:pt x="55" y="157"/>
                        <a:pt x="55" y="157"/>
                      </a:cubicBezTo>
                      <a:cubicBezTo>
                        <a:pt x="57" y="159"/>
                        <a:pt x="57" y="162"/>
                        <a:pt x="56" y="164"/>
                      </a:cubicBezTo>
                      <a:cubicBezTo>
                        <a:pt x="53" y="171"/>
                        <a:pt x="50" y="178"/>
                        <a:pt x="47" y="185"/>
                      </a:cubicBezTo>
                      <a:cubicBezTo>
                        <a:pt x="47" y="187"/>
                        <a:pt x="45" y="188"/>
                        <a:pt x="42" y="189"/>
                      </a:cubicBezTo>
                      <a:cubicBezTo>
                        <a:pt x="17" y="193"/>
                        <a:pt x="17" y="193"/>
                        <a:pt x="17" y="193"/>
                      </a:cubicBezTo>
                      <a:cubicBezTo>
                        <a:pt x="11" y="194"/>
                        <a:pt x="6" y="199"/>
                        <a:pt x="5" y="205"/>
                      </a:cubicBezTo>
                      <a:cubicBezTo>
                        <a:pt x="1" y="222"/>
                        <a:pt x="0" y="240"/>
                        <a:pt x="0" y="258"/>
                      </a:cubicBezTo>
                      <a:cubicBezTo>
                        <a:pt x="0" y="275"/>
                        <a:pt x="1" y="292"/>
                        <a:pt x="4" y="308"/>
                      </a:cubicBezTo>
                      <a:cubicBezTo>
                        <a:pt x="6" y="317"/>
                        <a:pt x="13" y="324"/>
                        <a:pt x="22" y="325"/>
                      </a:cubicBezTo>
                      <a:cubicBezTo>
                        <a:pt x="43" y="329"/>
                        <a:pt x="43" y="329"/>
                        <a:pt x="43" y="329"/>
                      </a:cubicBezTo>
                      <a:cubicBezTo>
                        <a:pt x="45" y="329"/>
                        <a:pt x="47" y="331"/>
                        <a:pt x="47" y="333"/>
                      </a:cubicBezTo>
                      <a:cubicBezTo>
                        <a:pt x="50" y="340"/>
                        <a:pt x="53" y="347"/>
                        <a:pt x="56" y="353"/>
                      </a:cubicBezTo>
                      <a:cubicBezTo>
                        <a:pt x="57" y="356"/>
                        <a:pt x="57" y="358"/>
                        <a:pt x="56" y="360"/>
                      </a:cubicBezTo>
                      <a:cubicBezTo>
                        <a:pt x="43" y="377"/>
                        <a:pt x="43" y="377"/>
                        <a:pt x="43" y="377"/>
                      </a:cubicBezTo>
                      <a:cubicBezTo>
                        <a:pt x="38" y="384"/>
                        <a:pt x="38" y="394"/>
                        <a:pt x="43" y="402"/>
                      </a:cubicBezTo>
                      <a:cubicBezTo>
                        <a:pt x="62" y="430"/>
                        <a:pt x="88" y="455"/>
                        <a:pt x="117" y="474"/>
                      </a:cubicBezTo>
                      <a:cubicBezTo>
                        <a:pt x="122" y="477"/>
                        <a:pt x="129" y="477"/>
                        <a:pt x="134" y="474"/>
                      </a:cubicBezTo>
                      <a:cubicBezTo>
                        <a:pt x="154" y="459"/>
                        <a:pt x="154" y="459"/>
                        <a:pt x="154" y="459"/>
                      </a:cubicBezTo>
                      <a:cubicBezTo>
                        <a:pt x="156" y="457"/>
                        <a:pt x="159" y="457"/>
                        <a:pt x="161" y="458"/>
                      </a:cubicBezTo>
                      <a:cubicBezTo>
                        <a:pt x="168" y="461"/>
                        <a:pt x="175" y="464"/>
                        <a:pt x="182" y="467"/>
                      </a:cubicBezTo>
                      <a:cubicBezTo>
                        <a:pt x="184" y="468"/>
                        <a:pt x="186" y="469"/>
                        <a:pt x="186" y="472"/>
                      </a:cubicBezTo>
                      <a:cubicBezTo>
                        <a:pt x="190" y="493"/>
                        <a:pt x="190" y="493"/>
                        <a:pt x="190" y="493"/>
                      </a:cubicBezTo>
                      <a:cubicBezTo>
                        <a:pt x="191" y="501"/>
                        <a:pt x="198" y="508"/>
                        <a:pt x="207" y="510"/>
                      </a:cubicBezTo>
                      <a:cubicBezTo>
                        <a:pt x="223" y="513"/>
                        <a:pt x="239" y="515"/>
                        <a:pt x="256" y="515"/>
                      </a:cubicBezTo>
                      <a:cubicBezTo>
                        <a:pt x="272" y="515"/>
                        <a:pt x="289" y="513"/>
                        <a:pt x="305" y="510"/>
                      </a:cubicBezTo>
                      <a:cubicBezTo>
                        <a:pt x="314" y="508"/>
                        <a:pt x="321" y="501"/>
                        <a:pt x="322" y="492"/>
                      </a:cubicBezTo>
                      <a:cubicBezTo>
                        <a:pt x="326" y="472"/>
                        <a:pt x="326" y="472"/>
                        <a:pt x="326" y="472"/>
                      </a:cubicBezTo>
                      <a:cubicBezTo>
                        <a:pt x="326" y="469"/>
                        <a:pt x="328" y="467"/>
                        <a:pt x="330" y="467"/>
                      </a:cubicBezTo>
                      <a:cubicBezTo>
                        <a:pt x="337" y="464"/>
                        <a:pt x="344" y="461"/>
                        <a:pt x="351" y="458"/>
                      </a:cubicBezTo>
                      <a:cubicBezTo>
                        <a:pt x="353" y="457"/>
                        <a:pt x="355" y="457"/>
                        <a:pt x="357" y="458"/>
                      </a:cubicBezTo>
                      <a:cubicBezTo>
                        <a:pt x="378" y="473"/>
                        <a:pt x="378" y="473"/>
                        <a:pt x="378" y="473"/>
                      </a:cubicBezTo>
                      <a:cubicBezTo>
                        <a:pt x="383" y="477"/>
                        <a:pt x="390" y="477"/>
                        <a:pt x="395" y="474"/>
                      </a:cubicBezTo>
                      <a:cubicBezTo>
                        <a:pt x="410" y="464"/>
                        <a:pt x="424" y="452"/>
                        <a:pt x="437" y="440"/>
                      </a:cubicBezTo>
                      <a:cubicBezTo>
                        <a:pt x="449" y="428"/>
                        <a:pt x="459" y="415"/>
                        <a:pt x="469" y="401"/>
                      </a:cubicBezTo>
                      <a:cubicBezTo>
                        <a:pt x="474" y="394"/>
                        <a:pt x="474" y="384"/>
                        <a:pt x="468" y="377"/>
                      </a:cubicBezTo>
                      <a:cubicBezTo>
                        <a:pt x="456" y="360"/>
                        <a:pt x="456" y="360"/>
                        <a:pt x="456" y="360"/>
                      </a:cubicBezTo>
                      <a:cubicBezTo>
                        <a:pt x="455" y="358"/>
                        <a:pt x="454" y="355"/>
                        <a:pt x="455" y="353"/>
                      </a:cubicBezTo>
                      <a:cubicBezTo>
                        <a:pt x="459" y="346"/>
                        <a:pt x="462" y="339"/>
                        <a:pt x="464" y="332"/>
                      </a:cubicBezTo>
                      <a:cubicBezTo>
                        <a:pt x="465" y="330"/>
                        <a:pt x="467" y="328"/>
                        <a:pt x="469" y="328"/>
                      </a:cubicBezTo>
                      <a:cubicBezTo>
                        <a:pt x="494" y="324"/>
                        <a:pt x="494" y="324"/>
                        <a:pt x="494" y="324"/>
                      </a:cubicBezTo>
                      <a:cubicBezTo>
                        <a:pt x="500" y="323"/>
                        <a:pt x="505" y="318"/>
                        <a:pt x="506" y="312"/>
                      </a:cubicBezTo>
                      <a:cubicBezTo>
                        <a:pt x="513" y="278"/>
                        <a:pt x="514" y="243"/>
                        <a:pt x="507" y="209"/>
                      </a:cubicBezTo>
                      <a:close/>
                      <a:moveTo>
                        <a:pt x="384" y="387"/>
                      </a:moveTo>
                      <a:cubicBezTo>
                        <a:pt x="339" y="431"/>
                        <a:pt x="279" y="448"/>
                        <a:pt x="220" y="436"/>
                      </a:cubicBezTo>
                      <a:cubicBezTo>
                        <a:pt x="219" y="436"/>
                        <a:pt x="218" y="436"/>
                        <a:pt x="217" y="436"/>
                      </a:cubicBezTo>
                      <a:cubicBezTo>
                        <a:pt x="217" y="436"/>
                        <a:pt x="217" y="436"/>
                        <a:pt x="217" y="436"/>
                      </a:cubicBezTo>
                      <a:cubicBezTo>
                        <a:pt x="151" y="423"/>
                        <a:pt x="91" y="363"/>
                        <a:pt x="79" y="297"/>
                      </a:cubicBezTo>
                      <a:cubicBezTo>
                        <a:pt x="79" y="297"/>
                        <a:pt x="79" y="297"/>
                        <a:pt x="79" y="297"/>
                      </a:cubicBezTo>
                      <a:cubicBezTo>
                        <a:pt x="78" y="296"/>
                        <a:pt x="78" y="295"/>
                        <a:pt x="78" y="294"/>
                      </a:cubicBezTo>
                      <a:cubicBezTo>
                        <a:pt x="73" y="271"/>
                        <a:pt x="73" y="246"/>
                        <a:pt x="78" y="222"/>
                      </a:cubicBezTo>
                      <a:cubicBezTo>
                        <a:pt x="78" y="221"/>
                        <a:pt x="78" y="220"/>
                        <a:pt x="79" y="219"/>
                      </a:cubicBezTo>
                      <a:cubicBezTo>
                        <a:pt x="79" y="219"/>
                        <a:pt x="79" y="219"/>
                        <a:pt x="79" y="219"/>
                      </a:cubicBezTo>
                      <a:cubicBezTo>
                        <a:pt x="108" y="81"/>
                        <a:pt x="283" y="29"/>
                        <a:pt x="384" y="130"/>
                      </a:cubicBezTo>
                      <a:cubicBezTo>
                        <a:pt x="409" y="155"/>
                        <a:pt x="425" y="186"/>
                        <a:pt x="433" y="219"/>
                      </a:cubicBezTo>
                      <a:cubicBezTo>
                        <a:pt x="433" y="219"/>
                        <a:pt x="433" y="219"/>
                        <a:pt x="433" y="219"/>
                      </a:cubicBezTo>
                      <a:cubicBezTo>
                        <a:pt x="433" y="221"/>
                        <a:pt x="433" y="222"/>
                        <a:pt x="433" y="223"/>
                      </a:cubicBezTo>
                      <a:cubicBezTo>
                        <a:pt x="445" y="280"/>
                        <a:pt x="428" y="342"/>
                        <a:pt x="384" y="387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309" name="Google Shape;594;p20"/>
              <p:cNvGrpSpPr/>
              <p:nvPr/>
            </p:nvGrpSpPr>
            <p:grpSpPr>
              <a:xfrm>
                <a:off x="8254080" y="-139680"/>
                <a:ext cx="430560" cy="444960"/>
                <a:chOff x="8254080" y="-139680"/>
                <a:chExt cx="430560" cy="444960"/>
              </a:xfrm>
            </p:grpSpPr>
            <p:sp>
              <p:nvSpPr>
                <p:cNvPr id="310" name="Google Shape;595;p20"/>
                <p:cNvSpPr/>
                <p:nvPr/>
              </p:nvSpPr>
              <p:spPr>
                <a:xfrm>
                  <a:off x="8254080" y="-139680"/>
                  <a:ext cx="430560" cy="281520"/>
                </a:xfrm>
                <a:custGeom>
                  <a:avLst/>
                  <a:gdLst>
                    <a:gd name="textAreaLeft" fmla="*/ 0 w 430560"/>
                    <a:gd name="textAreaRight" fmla="*/ 430920 w 430560"/>
                    <a:gd name="textAreaTop" fmla="*/ 0 h 281520"/>
                    <a:gd name="textAreaBottom" fmla="*/ 281880 h 281520"/>
                  </a:gdLst>
                  <a:ahLst/>
                  <a:cxnLst/>
                  <a:rect l="textAreaLeft" t="textAreaTop" r="textAreaRight" b="textAreaBottom"/>
                  <a:pathLst>
                    <a:path w="511" h="334">
                      <a:moveTo>
                        <a:pt x="470" y="187"/>
                      </a:moveTo>
                      <a:cubicBezTo>
                        <a:pt x="462" y="183"/>
                        <a:pt x="459" y="175"/>
                        <a:pt x="462" y="167"/>
                      </a:cubicBezTo>
                      <a:cubicBezTo>
                        <a:pt x="481" y="118"/>
                        <a:pt x="444" y="63"/>
                        <a:pt x="391" y="63"/>
                      </a:cubicBezTo>
                      <a:cubicBezTo>
                        <a:pt x="381" y="62"/>
                        <a:pt x="371" y="64"/>
                        <a:pt x="361" y="68"/>
                      </a:cubicBezTo>
                      <a:cubicBezTo>
                        <a:pt x="353" y="71"/>
                        <a:pt x="344" y="68"/>
                        <a:pt x="341" y="60"/>
                      </a:cubicBezTo>
                      <a:cubicBezTo>
                        <a:pt x="314" y="1"/>
                        <a:pt x="229" y="0"/>
                        <a:pt x="201" y="59"/>
                      </a:cubicBezTo>
                      <a:cubicBezTo>
                        <a:pt x="198" y="67"/>
                        <a:pt x="189" y="70"/>
                        <a:pt x="181" y="67"/>
                      </a:cubicBezTo>
                      <a:cubicBezTo>
                        <a:pt x="173" y="64"/>
                        <a:pt x="163" y="63"/>
                        <a:pt x="154" y="63"/>
                      </a:cubicBezTo>
                      <a:cubicBezTo>
                        <a:pt x="112" y="63"/>
                        <a:pt x="78" y="98"/>
                        <a:pt x="78" y="140"/>
                      </a:cubicBezTo>
                      <a:cubicBezTo>
                        <a:pt x="78" y="149"/>
                        <a:pt x="80" y="158"/>
                        <a:pt x="83" y="167"/>
                      </a:cubicBezTo>
                      <a:cubicBezTo>
                        <a:pt x="86" y="175"/>
                        <a:pt x="82" y="184"/>
                        <a:pt x="75" y="187"/>
                      </a:cubicBezTo>
                      <a:cubicBezTo>
                        <a:pt x="0" y="225"/>
                        <a:pt x="26" y="332"/>
                        <a:pt x="109" y="334"/>
                      </a:cubicBezTo>
                      <a:cubicBezTo>
                        <a:pt x="177" y="334"/>
                        <a:pt x="177" y="334"/>
                        <a:pt x="177" y="334"/>
                      </a:cubicBezTo>
                      <a:cubicBezTo>
                        <a:pt x="271" y="330"/>
                        <a:pt x="271" y="196"/>
                        <a:pt x="177" y="192"/>
                      </a:cubicBezTo>
                      <a:cubicBezTo>
                        <a:pt x="168" y="192"/>
                        <a:pt x="161" y="185"/>
                        <a:pt x="161" y="176"/>
                      </a:cubicBezTo>
                      <a:cubicBezTo>
                        <a:pt x="161" y="167"/>
                        <a:pt x="168" y="160"/>
                        <a:pt x="177" y="160"/>
                      </a:cubicBezTo>
                      <a:cubicBezTo>
                        <a:pt x="228" y="160"/>
                        <a:pt x="271" y="198"/>
                        <a:pt x="278" y="247"/>
                      </a:cubicBezTo>
                      <a:cubicBezTo>
                        <a:pt x="353" y="247"/>
                        <a:pt x="353" y="247"/>
                        <a:pt x="353" y="247"/>
                      </a:cubicBezTo>
                      <a:cubicBezTo>
                        <a:pt x="367" y="247"/>
                        <a:pt x="379" y="235"/>
                        <a:pt x="379" y="221"/>
                      </a:cubicBezTo>
                      <a:cubicBezTo>
                        <a:pt x="379" y="207"/>
                        <a:pt x="367" y="195"/>
                        <a:pt x="353" y="195"/>
                      </a:cubicBezTo>
                      <a:cubicBezTo>
                        <a:pt x="332" y="194"/>
                        <a:pt x="332" y="164"/>
                        <a:pt x="353" y="163"/>
                      </a:cubicBezTo>
                      <a:cubicBezTo>
                        <a:pt x="430" y="166"/>
                        <a:pt x="430" y="276"/>
                        <a:pt x="353" y="279"/>
                      </a:cubicBezTo>
                      <a:cubicBezTo>
                        <a:pt x="278" y="279"/>
                        <a:pt x="278" y="279"/>
                        <a:pt x="278" y="279"/>
                      </a:cubicBezTo>
                      <a:cubicBezTo>
                        <a:pt x="275" y="300"/>
                        <a:pt x="265" y="319"/>
                        <a:pt x="251" y="334"/>
                      </a:cubicBezTo>
                      <a:cubicBezTo>
                        <a:pt x="257" y="334"/>
                        <a:pt x="257" y="334"/>
                        <a:pt x="257" y="334"/>
                      </a:cubicBezTo>
                      <a:cubicBezTo>
                        <a:pt x="258" y="334"/>
                        <a:pt x="258" y="334"/>
                        <a:pt x="259" y="334"/>
                      </a:cubicBezTo>
                      <a:cubicBezTo>
                        <a:pt x="432" y="334"/>
                        <a:pt x="432" y="334"/>
                        <a:pt x="432" y="334"/>
                      </a:cubicBezTo>
                      <a:cubicBezTo>
                        <a:pt x="453" y="334"/>
                        <a:pt x="473" y="326"/>
                        <a:pt x="488" y="311"/>
                      </a:cubicBezTo>
                      <a:cubicBezTo>
                        <a:pt x="503" y="296"/>
                        <a:pt x="511" y="276"/>
                        <a:pt x="511" y="255"/>
                      </a:cubicBezTo>
                      <a:cubicBezTo>
                        <a:pt x="511" y="226"/>
                        <a:pt x="495" y="200"/>
                        <a:pt x="470" y="187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11" name="Google Shape;596;p20"/>
                <p:cNvSpPr/>
                <p:nvPr/>
              </p:nvSpPr>
              <p:spPr>
                <a:xfrm>
                  <a:off x="8555400" y="249120"/>
                  <a:ext cx="53640" cy="56160"/>
                </a:xfrm>
                <a:custGeom>
                  <a:avLst/>
                  <a:gdLst>
                    <a:gd name="textAreaLeft" fmla="*/ 0 w 53640"/>
                    <a:gd name="textAreaRight" fmla="*/ 54000 w 53640"/>
                    <a:gd name="textAreaTop" fmla="*/ 0 h 56160"/>
                    <a:gd name="textAreaBottom" fmla="*/ 56520 h 56160"/>
                  </a:gdLst>
                  <a:ahLst/>
                  <a:cxnLst/>
                  <a:rect l="textAreaLeft" t="textAreaTop" r="textAreaRight" b="textAreaBottom"/>
                  <a:pathLst>
                    <a:path w="64" h="67">
                      <a:moveTo>
                        <a:pt x="63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35"/>
                        <a:pt x="0" y="35"/>
                        <a:pt x="0" y="35"/>
                      </a:cubicBezTo>
                      <a:cubicBezTo>
                        <a:pt x="0" y="52"/>
                        <a:pt x="14" y="67"/>
                        <a:pt x="32" y="67"/>
                      </a:cubicBezTo>
                      <a:cubicBezTo>
                        <a:pt x="57" y="67"/>
                        <a:pt x="57" y="67"/>
                        <a:pt x="57" y="67"/>
                      </a:cubicBezTo>
                      <a:cubicBezTo>
                        <a:pt x="61" y="67"/>
                        <a:pt x="64" y="63"/>
                        <a:pt x="64" y="59"/>
                      </a:cubicBezTo>
                      <a:cubicBezTo>
                        <a:pt x="64" y="0"/>
                        <a:pt x="64" y="0"/>
                        <a:pt x="64" y="0"/>
                      </a:cubicBezTo>
                      <a:cubicBezTo>
                        <a:pt x="64" y="0"/>
                        <a:pt x="64" y="0"/>
                        <a:pt x="63" y="0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8080" bIns="2808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12" name="Google Shape;597;p20"/>
                <p:cNvSpPr/>
                <p:nvPr/>
              </p:nvSpPr>
              <p:spPr>
                <a:xfrm>
                  <a:off x="8487000" y="163080"/>
                  <a:ext cx="164160" cy="59040"/>
                </a:xfrm>
                <a:custGeom>
                  <a:avLst/>
                  <a:gdLst>
                    <a:gd name="textAreaLeft" fmla="*/ 0 w 164160"/>
                    <a:gd name="textAreaRight" fmla="*/ 164520 w 164160"/>
                    <a:gd name="textAreaTop" fmla="*/ 0 h 59040"/>
                    <a:gd name="textAreaBottom" fmla="*/ 59400 h 59040"/>
                  </a:gdLst>
                  <a:ahLst/>
                  <a:cxnLst/>
                  <a:rect l="textAreaLeft" t="textAreaTop" r="textAreaRight" b="textAreaBottom"/>
                  <a:pathLst>
                    <a:path w="195" h="70">
                      <a:moveTo>
                        <a:pt x="195" y="19"/>
                      </a:moveTo>
                      <a:cubicBezTo>
                        <a:pt x="195" y="0"/>
                        <a:pt x="195" y="0"/>
                        <a:pt x="195" y="0"/>
                      </a:cubicBezTo>
                      <a:cubicBezTo>
                        <a:pt x="183" y="5"/>
                        <a:pt x="170" y="7"/>
                        <a:pt x="156" y="7"/>
                      </a:cubicBezTo>
                      <a:cubicBezTo>
                        <a:pt x="0" y="7"/>
                        <a:pt x="0" y="7"/>
                        <a:pt x="0" y="7"/>
                      </a:cubicBezTo>
                      <a:cubicBezTo>
                        <a:pt x="7" y="43"/>
                        <a:pt x="39" y="70"/>
                        <a:pt x="77" y="70"/>
                      </a:cubicBezTo>
                      <a:cubicBezTo>
                        <a:pt x="144" y="70"/>
                        <a:pt x="144" y="70"/>
                        <a:pt x="144" y="70"/>
                      </a:cubicBezTo>
                      <a:cubicBezTo>
                        <a:pt x="172" y="70"/>
                        <a:pt x="195" y="47"/>
                        <a:pt x="195" y="19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9520" bIns="2952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</p:grpSp>
        <p:grpSp>
          <p:nvGrpSpPr>
            <p:cNvPr id="313" name="Google Shape;598;p20"/>
            <p:cNvGrpSpPr/>
            <p:nvPr/>
          </p:nvGrpSpPr>
          <p:grpSpPr>
            <a:xfrm>
              <a:off x="-298440" y="3575160"/>
              <a:ext cx="1963080" cy="2057760"/>
              <a:chOff x="-298440" y="3575160"/>
              <a:chExt cx="1963080" cy="2057760"/>
            </a:xfrm>
          </p:grpSpPr>
          <p:pic>
            <p:nvPicPr>
              <p:cNvPr id="314" name="Google Shape;599;p20"/>
              <p:cNvPicPr/>
              <p:nvPr/>
            </p:nvPicPr>
            <p:blipFill>
              <a:blip r:embed="rId5">
                <a:alphaModFix amt="50000"/>
              </a:blip>
              <a:stretch/>
            </p:blipFill>
            <p:spPr>
              <a:xfrm rot="16200000">
                <a:off x="-320040" y="3597120"/>
                <a:ext cx="2007000" cy="196308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grpSp>
            <p:nvGrpSpPr>
              <p:cNvPr id="315" name="Google Shape;600;p20"/>
              <p:cNvGrpSpPr/>
              <p:nvPr/>
            </p:nvGrpSpPr>
            <p:grpSpPr>
              <a:xfrm>
                <a:off x="650160" y="5315760"/>
                <a:ext cx="344160" cy="317160"/>
                <a:chOff x="650160" y="5315760"/>
                <a:chExt cx="344160" cy="317160"/>
              </a:xfrm>
            </p:grpSpPr>
            <p:sp>
              <p:nvSpPr>
                <p:cNvPr id="316" name="Google Shape;601;p20"/>
                <p:cNvSpPr/>
                <p:nvPr/>
              </p:nvSpPr>
              <p:spPr>
                <a:xfrm>
                  <a:off x="765000" y="5369400"/>
                  <a:ext cx="148320" cy="149040"/>
                </a:xfrm>
                <a:custGeom>
                  <a:avLst/>
                  <a:gdLst>
                    <a:gd name="textAreaLeft" fmla="*/ 0 w 148320"/>
                    <a:gd name="textAreaRight" fmla="*/ 148680 w 148320"/>
                    <a:gd name="textAreaTop" fmla="*/ 0 h 149040"/>
                    <a:gd name="textAreaBottom" fmla="*/ 149400 h 149040"/>
                  </a:gdLst>
                  <a:ahLst/>
                  <a:cxnLst/>
                  <a:rect l="textAreaLeft" t="textAreaTop" r="textAreaRight" b="textAreaBottom"/>
                  <a:pathLst>
                    <a:path w="251" h="252">
                      <a:moveTo>
                        <a:pt x="197" y="142"/>
                      </a:moveTo>
                      <a:cubicBezTo>
                        <a:pt x="176" y="141"/>
                        <a:pt x="176" y="110"/>
                        <a:pt x="197" y="110"/>
                      </a:cubicBezTo>
                      <a:cubicBezTo>
                        <a:pt x="251" y="109"/>
                        <a:pt x="251" y="109"/>
                        <a:pt x="251" y="109"/>
                      </a:cubicBezTo>
                      <a:cubicBezTo>
                        <a:pt x="245" y="55"/>
                        <a:pt x="197" y="6"/>
                        <a:pt x="142" y="0"/>
                      </a:cubicBezTo>
                      <a:cubicBezTo>
                        <a:pt x="141" y="54"/>
                        <a:pt x="141" y="54"/>
                        <a:pt x="141" y="54"/>
                      </a:cubicBezTo>
                      <a:cubicBezTo>
                        <a:pt x="141" y="63"/>
                        <a:pt x="134" y="70"/>
                        <a:pt x="125" y="70"/>
                      </a:cubicBezTo>
                      <a:cubicBezTo>
                        <a:pt x="125" y="70"/>
                        <a:pt x="125" y="70"/>
                        <a:pt x="125" y="70"/>
                      </a:cubicBezTo>
                      <a:cubicBezTo>
                        <a:pt x="116" y="70"/>
                        <a:pt x="109" y="63"/>
                        <a:pt x="109" y="54"/>
                      </a:cubicBezTo>
                      <a:cubicBezTo>
                        <a:pt x="109" y="0"/>
                        <a:pt x="109" y="0"/>
                        <a:pt x="109" y="0"/>
                      </a:cubicBezTo>
                      <a:cubicBezTo>
                        <a:pt x="53" y="6"/>
                        <a:pt x="5" y="55"/>
                        <a:pt x="0" y="110"/>
                      </a:cubicBezTo>
                      <a:cubicBezTo>
                        <a:pt x="53" y="110"/>
                        <a:pt x="53" y="110"/>
                        <a:pt x="53" y="110"/>
                      </a:cubicBezTo>
                      <a:cubicBezTo>
                        <a:pt x="53" y="110"/>
                        <a:pt x="53" y="110"/>
                        <a:pt x="53" y="110"/>
                      </a:cubicBezTo>
                      <a:cubicBezTo>
                        <a:pt x="74" y="111"/>
                        <a:pt x="74" y="141"/>
                        <a:pt x="53" y="142"/>
                      </a:cubicBezTo>
                      <a:cubicBezTo>
                        <a:pt x="0" y="142"/>
                        <a:pt x="0" y="142"/>
                        <a:pt x="0" y="142"/>
                      </a:cubicBezTo>
                      <a:cubicBezTo>
                        <a:pt x="5" y="197"/>
                        <a:pt x="53" y="246"/>
                        <a:pt x="109" y="252"/>
                      </a:cubicBezTo>
                      <a:cubicBezTo>
                        <a:pt x="109" y="198"/>
                        <a:pt x="109" y="198"/>
                        <a:pt x="109" y="198"/>
                      </a:cubicBezTo>
                      <a:cubicBezTo>
                        <a:pt x="109" y="189"/>
                        <a:pt x="116" y="182"/>
                        <a:pt x="125" y="182"/>
                      </a:cubicBezTo>
                      <a:cubicBezTo>
                        <a:pt x="125" y="182"/>
                        <a:pt x="125" y="182"/>
                        <a:pt x="125" y="182"/>
                      </a:cubicBezTo>
                      <a:cubicBezTo>
                        <a:pt x="134" y="182"/>
                        <a:pt x="141" y="189"/>
                        <a:pt x="141" y="198"/>
                      </a:cubicBezTo>
                      <a:cubicBezTo>
                        <a:pt x="141" y="252"/>
                        <a:pt x="141" y="252"/>
                        <a:pt x="141" y="252"/>
                      </a:cubicBezTo>
                      <a:cubicBezTo>
                        <a:pt x="197" y="246"/>
                        <a:pt x="245" y="197"/>
                        <a:pt x="251" y="142"/>
                      </a:cubicBezTo>
                      <a:cubicBezTo>
                        <a:pt x="197" y="142"/>
                        <a:pt x="197" y="142"/>
                        <a:pt x="197" y="142"/>
                      </a:cubicBezTo>
                      <a:cubicBezTo>
                        <a:pt x="197" y="142"/>
                        <a:pt x="197" y="142"/>
                        <a:pt x="197" y="142"/>
                      </a:cubicBezTo>
                      <a:close/>
                      <a:moveTo>
                        <a:pt x="125" y="142"/>
                      </a:moveTo>
                      <a:cubicBezTo>
                        <a:pt x="104" y="141"/>
                        <a:pt x="104" y="111"/>
                        <a:pt x="125" y="110"/>
                      </a:cubicBezTo>
                      <a:cubicBezTo>
                        <a:pt x="147" y="110"/>
                        <a:pt x="147" y="141"/>
                        <a:pt x="125" y="142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17" name="Google Shape;602;p20"/>
                <p:cNvSpPr/>
                <p:nvPr/>
              </p:nvSpPr>
              <p:spPr>
                <a:xfrm>
                  <a:off x="650160" y="5554440"/>
                  <a:ext cx="77760" cy="78480"/>
                </a:xfrm>
                <a:custGeom>
                  <a:avLst/>
                  <a:gdLst>
                    <a:gd name="textAreaLeft" fmla="*/ 0 w 77760"/>
                    <a:gd name="textAreaRight" fmla="*/ 78120 w 77760"/>
                    <a:gd name="textAreaTop" fmla="*/ 0 h 78480"/>
                    <a:gd name="textAreaBottom" fmla="*/ 78840 h 78480"/>
                  </a:gdLst>
                  <a:ahLst/>
                  <a:cxnLst/>
                  <a:rect l="textAreaLeft" t="textAreaTop" r="textAreaRight" b="textAreaBottom"/>
                  <a:pathLst>
                    <a:path w="132" h="133">
                      <a:moveTo>
                        <a:pt x="75" y="0"/>
                      </a:moveTo>
                      <a:cubicBezTo>
                        <a:pt x="15" y="60"/>
                        <a:pt x="15" y="60"/>
                        <a:pt x="15" y="60"/>
                      </a:cubicBezTo>
                      <a:cubicBezTo>
                        <a:pt x="0" y="76"/>
                        <a:pt x="0" y="101"/>
                        <a:pt x="15" y="117"/>
                      </a:cubicBezTo>
                      <a:cubicBezTo>
                        <a:pt x="31" y="133"/>
                        <a:pt x="56" y="133"/>
                        <a:pt x="72" y="117"/>
                      </a:cubicBezTo>
                      <a:cubicBezTo>
                        <a:pt x="132" y="57"/>
                        <a:pt x="132" y="57"/>
                        <a:pt x="132" y="57"/>
                      </a:cubicBezTo>
                      <a:cubicBezTo>
                        <a:pt x="132" y="57"/>
                        <a:pt x="132" y="57"/>
                        <a:pt x="132" y="57"/>
                      </a:cubicBezTo>
                      <a:lnTo>
                        <a:pt x="75" y="0"/>
                      </a:ln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9240" bIns="3924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18" name="Google Shape;603;p20"/>
                <p:cNvSpPr/>
                <p:nvPr/>
              </p:nvSpPr>
              <p:spPr>
                <a:xfrm>
                  <a:off x="683280" y="5315760"/>
                  <a:ext cx="311040" cy="245520"/>
                </a:xfrm>
                <a:custGeom>
                  <a:avLst/>
                  <a:gdLst>
                    <a:gd name="textAreaLeft" fmla="*/ 0 w 311040"/>
                    <a:gd name="textAreaRight" fmla="*/ 311400 w 311040"/>
                    <a:gd name="textAreaTop" fmla="*/ 0 h 245520"/>
                    <a:gd name="textAreaBottom" fmla="*/ 245880 h 245520"/>
                  </a:gdLst>
                  <a:ahLst/>
                  <a:cxnLst/>
                  <a:rect l="textAreaLeft" t="textAreaTop" r="textAreaRight" b="textAreaBottom"/>
                  <a:pathLst>
                    <a:path w="526" h="415">
                      <a:moveTo>
                        <a:pt x="402" y="77"/>
                      </a:moveTo>
                      <a:cubicBezTo>
                        <a:pt x="329" y="1"/>
                        <a:pt x="197" y="0"/>
                        <a:pt x="124" y="77"/>
                      </a:cubicBezTo>
                      <a:cubicBezTo>
                        <a:pt x="0" y="200"/>
                        <a:pt x="89" y="415"/>
                        <a:pt x="263" y="414"/>
                      </a:cubicBezTo>
                      <a:cubicBezTo>
                        <a:pt x="437" y="415"/>
                        <a:pt x="526" y="200"/>
                        <a:pt x="402" y="77"/>
                      </a:cubicBezTo>
                      <a:close/>
                      <a:moveTo>
                        <a:pt x="376" y="329"/>
                      </a:moveTo>
                      <a:cubicBezTo>
                        <a:pt x="312" y="393"/>
                        <a:pt x="211" y="390"/>
                        <a:pt x="151" y="329"/>
                      </a:cubicBezTo>
                      <a:cubicBezTo>
                        <a:pt x="120" y="299"/>
                        <a:pt x="105" y="259"/>
                        <a:pt x="104" y="219"/>
                      </a:cubicBezTo>
                      <a:cubicBezTo>
                        <a:pt x="104" y="218"/>
                        <a:pt x="104" y="218"/>
                        <a:pt x="104" y="217"/>
                      </a:cubicBezTo>
                      <a:cubicBezTo>
                        <a:pt x="104" y="216"/>
                        <a:pt x="104" y="216"/>
                        <a:pt x="104" y="215"/>
                      </a:cubicBezTo>
                      <a:cubicBezTo>
                        <a:pt x="103" y="131"/>
                        <a:pt x="177" y="56"/>
                        <a:pt x="263" y="57"/>
                      </a:cubicBezTo>
                      <a:cubicBezTo>
                        <a:pt x="409" y="60"/>
                        <a:pt x="473" y="231"/>
                        <a:pt x="376" y="329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19" name="Google Shape;604;p20"/>
                <p:cNvSpPr/>
                <p:nvPr/>
              </p:nvSpPr>
              <p:spPr>
                <a:xfrm>
                  <a:off x="708120" y="5521680"/>
                  <a:ext cx="52560" cy="52560"/>
                </a:xfrm>
                <a:custGeom>
                  <a:avLst/>
                  <a:gdLst>
                    <a:gd name="textAreaLeft" fmla="*/ 0 w 52560"/>
                    <a:gd name="textAreaRight" fmla="*/ 52920 w 52560"/>
                    <a:gd name="textAreaTop" fmla="*/ 0 h 52560"/>
                    <a:gd name="textAreaBottom" fmla="*/ 52920 h 52560"/>
                  </a:gdLst>
                  <a:ahLst/>
                  <a:cxnLst/>
                  <a:rect l="textAreaLeft" t="textAreaTop" r="textAreaRight" b="textAreaBottom"/>
                  <a:pathLst>
                    <a:path w="89" h="89">
                      <a:moveTo>
                        <a:pt x="33" y="0"/>
                      </a:moveTo>
                      <a:cubicBezTo>
                        <a:pt x="0" y="32"/>
                        <a:pt x="0" y="32"/>
                        <a:pt x="0" y="32"/>
                      </a:cubicBezTo>
                      <a:cubicBezTo>
                        <a:pt x="57" y="89"/>
                        <a:pt x="57" y="89"/>
                        <a:pt x="57" y="89"/>
                      </a:cubicBezTo>
                      <a:cubicBezTo>
                        <a:pt x="89" y="57"/>
                        <a:pt x="89" y="57"/>
                        <a:pt x="89" y="57"/>
                      </a:cubicBezTo>
                      <a:cubicBezTo>
                        <a:pt x="67" y="41"/>
                        <a:pt x="48" y="22"/>
                        <a:pt x="33" y="0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6280" bIns="2628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320" name="Google Shape;605;p20"/>
              <p:cNvGrpSpPr/>
              <p:nvPr/>
            </p:nvGrpSpPr>
            <p:grpSpPr>
              <a:xfrm>
                <a:off x="665280" y="4041360"/>
                <a:ext cx="314280" cy="314640"/>
                <a:chOff x="665280" y="4041360"/>
                <a:chExt cx="314280" cy="314640"/>
              </a:xfrm>
            </p:grpSpPr>
            <p:sp>
              <p:nvSpPr>
                <p:cNvPr id="321" name="Google Shape;606;p20"/>
                <p:cNvSpPr/>
                <p:nvPr/>
              </p:nvSpPr>
              <p:spPr>
                <a:xfrm>
                  <a:off x="704520" y="4071600"/>
                  <a:ext cx="185760" cy="186480"/>
                </a:xfrm>
                <a:custGeom>
                  <a:avLst/>
                  <a:gdLst>
                    <a:gd name="textAreaLeft" fmla="*/ 0 w 185760"/>
                    <a:gd name="textAreaRight" fmla="*/ 186120 w 185760"/>
                    <a:gd name="textAreaTop" fmla="*/ 0 h 186480"/>
                    <a:gd name="textAreaBottom" fmla="*/ 186840 h 186480"/>
                  </a:gdLst>
                  <a:ahLst/>
                  <a:cxnLst/>
                  <a:rect l="textAreaLeft" t="textAreaTop" r="textAreaRight" b="textAreaBottom"/>
                  <a:pathLst>
                    <a:path w="306" h="307">
                      <a:moveTo>
                        <a:pt x="23" y="169"/>
                      </a:moveTo>
                      <a:cubicBezTo>
                        <a:pt x="0" y="169"/>
                        <a:pt x="0" y="169"/>
                        <a:pt x="0" y="169"/>
                      </a:cubicBezTo>
                      <a:cubicBezTo>
                        <a:pt x="7" y="242"/>
                        <a:pt x="65" y="299"/>
                        <a:pt x="137" y="307"/>
                      </a:cubicBezTo>
                      <a:cubicBezTo>
                        <a:pt x="137" y="284"/>
                        <a:pt x="137" y="284"/>
                        <a:pt x="137" y="284"/>
                      </a:cubicBezTo>
                      <a:cubicBezTo>
                        <a:pt x="138" y="263"/>
                        <a:pt x="168" y="263"/>
                        <a:pt x="168" y="284"/>
                      </a:cubicBezTo>
                      <a:cubicBezTo>
                        <a:pt x="168" y="307"/>
                        <a:pt x="168" y="307"/>
                        <a:pt x="168" y="307"/>
                      </a:cubicBezTo>
                      <a:cubicBezTo>
                        <a:pt x="241" y="299"/>
                        <a:pt x="299" y="242"/>
                        <a:pt x="306" y="169"/>
                      </a:cubicBezTo>
                      <a:cubicBezTo>
                        <a:pt x="283" y="169"/>
                        <a:pt x="283" y="169"/>
                        <a:pt x="283" y="169"/>
                      </a:cubicBezTo>
                      <a:cubicBezTo>
                        <a:pt x="262" y="168"/>
                        <a:pt x="262" y="139"/>
                        <a:pt x="283" y="138"/>
                      </a:cubicBezTo>
                      <a:cubicBezTo>
                        <a:pt x="306" y="138"/>
                        <a:pt x="306" y="138"/>
                        <a:pt x="306" y="138"/>
                      </a:cubicBezTo>
                      <a:cubicBezTo>
                        <a:pt x="299" y="65"/>
                        <a:pt x="241" y="8"/>
                        <a:pt x="168" y="0"/>
                      </a:cubicBezTo>
                      <a:cubicBezTo>
                        <a:pt x="168" y="24"/>
                        <a:pt x="168" y="24"/>
                        <a:pt x="168" y="24"/>
                      </a:cubicBezTo>
                      <a:cubicBezTo>
                        <a:pt x="167" y="44"/>
                        <a:pt x="138" y="44"/>
                        <a:pt x="137" y="24"/>
                      </a:cubicBezTo>
                      <a:cubicBezTo>
                        <a:pt x="137" y="0"/>
                        <a:pt x="137" y="0"/>
                        <a:pt x="137" y="0"/>
                      </a:cubicBezTo>
                      <a:cubicBezTo>
                        <a:pt x="65" y="8"/>
                        <a:pt x="7" y="65"/>
                        <a:pt x="0" y="138"/>
                      </a:cubicBezTo>
                      <a:cubicBezTo>
                        <a:pt x="23" y="138"/>
                        <a:pt x="23" y="138"/>
                        <a:pt x="23" y="138"/>
                      </a:cubicBezTo>
                      <a:cubicBezTo>
                        <a:pt x="43" y="139"/>
                        <a:pt x="43" y="168"/>
                        <a:pt x="23" y="169"/>
                      </a:cubicBezTo>
                      <a:close/>
                      <a:moveTo>
                        <a:pt x="103" y="138"/>
                      </a:moveTo>
                      <a:cubicBezTo>
                        <a:pt x="109" y="138"/>
                        <a:pt x="109" y="138"/>
                        <a:pt x="109" y="138"/>
                      </a:cubicBezTo>
                      <a:cubicBezTo>
                        <a:pt x="116" y="107"/>
                        <a:pt x="144" y="84"/>
                        <a:pt x="177" y="84"/>
                      </a:cubicBezTo>
                      <a:cubicBezTo>
                        <a:pt x="186" y="84"/>
                        <a:pt x="193" y="91"/>
                        <a:pt x="193" y="99"/>
                      </a:cubicBezTo>
                      <a:cubicBezTo>
                        <a:pt x="193" y="108"/>
                        <a:pt x="186" y="115"/>
                        <a:pt x="177" y="115"/>
                      </a:cubicBezTo>
                      <a:cubicBezTo>
                        <a:pt x="161" y="115"/>
                        <a:pt x="147" y="124"/>
                        <a:pt x="141" y="138"/>
                      </a:cubicBezTo>
                      <a:cubicBezTo>
                        <a:pt x="177" y="138"/>
                        <a:pt x="177" y="138"/>
                        <a:pt x="177" y="138"/>
                      </a:cubicBezTo>
                      <a:cubicBezTo>
                        <a:pt x="198" y="139"/>
                        <a:pt x="198" y="169"/>
                        <a:pt x="177" y="170"/>
                      </a:cubicBezTo>
                      <a:cubicBezTo>
                        <a:pt x="141" y="170"/>
                        <a:pt x="141" y="170"/>
                        <a:pt x="141" y="170"/>
                      </a:cubicBezTo>
                      <a:cubicBezTo>
                        <a:pt x="147" y="183"/>
                        <a:pt x="161" y="193"/>
                        <a:pt x="177" y="193"/>
                      </a:cubicBezTo>
                      <a:cubicBezTo>
                        <a:pt x="186" y="193"/>
                        <a:pt x="193" y="200"/>
                        <a:pt x="193" y="209"/>
                      </a:cubicBezTo>
                      <a:cubicBezTo>
                        <a:pt x="193" y="217"/>
                        <a:pt x="186" y="224"/>
                        <a:pt x="177" y="224"/>
                      </a:cubicBezTo>
                      <a:cubicBezTo>
                        <a:pt x="144" y="224"/>
                        <a:pt x="116" y="201"/>
                        <a:pt x="109" y="170"/>
                      </a:cubicBezTo>
                      <a:cubicBezTo>
                        <a:pt x="103" y="170"/>
                        <a:pt x="103" y="170"/>
                        <a:pt x="103" y="170"/>
                      </a:cubicBezTo>
                      <a:cubicBezTo>
                        <a:pt x="82" y="169"/>
                        <a:pt x="82" y="139"/>
                        <a:pt x="103" y="138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22" name="Google Shape;607;p20"/>
                <p:cNvSpPr/>
                <p:nvPr/>
              </p:nvSpPr>
              <p:spPr>
                <a:xfrm>
                  <a:off x="665280" y="4041360"/>
                  <a:ext cx="314280" cy="314640"/>
                </a:xfrm>
                <a:custGeom>
                  <a:avLst/>
                  <a:gdLst>
                    <a:gd name="textAreaLeft" fmla="*/ 0 w 314280"/>
                    <a:gd name="textAreaRight" fmla="*/ 314640 w 314280"/>
                    <a:gd name="textAreaTop" fmla="*/ 0 h 314640"/>
                    <a:gd name="textAreaBottom" fmla="*/ 315000 h 314640"/>
                  </a:gdLst>
                  <a:ahLst/>
                  <a:cxnLst/>
                  <a:rect l="textAreaLeft" t="textAreaTop" r="textAreaRight" b="textAreaBottom"/>
                  <a:pathLst>
                    <a:path w="517" h="517">
                      <a:moveTo>
                        <a:pt x="497" y="487"/>
                      </a:moveTo>
                      <a:cubicBezTo>
                        <a:pt x="30" y="487"/>
                        <a:pt x="30" y="487"/>
                        <a:pt x="30" y="487"/>
                      </a:cubicBezTo>
                      <a:cubicBezTo>
                        <a:pt x="30" y="453"/>
                        <a:pt x="30" y="453"/>
                        <a:pt x="30" y="453"/>
                      </a:cubicBezTo>
                      <a:cubicBezTo>
                        <a:pt x="208" y="453"/>
                        <a:pt x="208" y="453"/>
                        <a:pt x="208" y="453"/>
                      </a:cubicBezTo>
                      <a:cubicBezTo>
                        <a:pt x="350" y="453"/>
                        <a:pt x="468" y="342"/>
                        <a:pt x="475" y="200"/>
                      </a:cubicBezTo>
                      <a:cubicBezTo>
                        <a:pt x="479" y="129"/>
                        <a:pt x="479" y="129"/>
                        <a:pt x="479" y="129"/>
                      </a:cubicBezTo>
                      <a:cubicBezTo>
                        <a:pt x="485" y="136"/>
                        <a:pt x="485" y="136"/>
                        <a:pt x="485" y="136"/>
                      </a:cubicBezTo>
                      <a:cubicBezTo>
                        <a:pt x="488" y="140"/>
                        <a:pt x="492" y="141"/>
                        <a:pt x="497" y="141"/>
                      </a:cubicBezTo>
                      <a:cubicBezTo>
                        <a:pt x="500" y="141"/>
                        <a:pt x="504" y="140"/>
                        <a:pt x="506" y="137"/>
                      </a:cubicBezTo>
                      <a:cubicBezTo>
                        <a:pt x="513" y="132"/>
                        <a:pt x="513" y="122"/>
                        <a:pt x="508" y="116"/>
                      </a:cubicBezTo>
                      <a:cubicBezTo>
                        <a:pt x="477" y="82"/>
                        <a:pt x="477" y="82"/>
                        <a:pt x="477" y="82"/>
                      </a:cubicBezTo>
                      <a:cubicBezTo>
                        <a:pt x="472" y="77"/>
                        <a:pt x="462" y="75"/>
                        <a:pt x="456" y="81"/>
                      </a:cubicBezTo>
                      <a:cubicBezTo>
                        <a:pt x="424" y="110"/>
                        <a:pt x="424" y="110"/>
                        <a:pt x="424" y="110"/>
                      </a:cubicBezTo>
                      <a:cubicBezTo>
                        <a:pt x="410" y="124"/>
                        <a:pt x="429" y="145"/>
                        <a:pt x="444" y="132"/>
                      </a:cubicBezTo>
                      <a:cubicBezTo>
                        <a:pt x="449" y="128"/>
                        <a:pt x="449" y="128"/>
                        <a:pt x="449" y="128"/>
                      </a:cubicBezTo>
                      <a:cubicBezTo>
                        <a:pt x="445" y="198"/>
                        <a:pt x="445" y="198"/>
                        <a:pt x="445" y="198"/>
                      </a:cubicBezTo>
                      <a:cubicBezTo>
                        <a:pt x="439" y="324"/>
                        <a:pt x="334" y="423"/>
                        <a:pt x="208" y="423"/>
                      </a:cubicBezTo>
                      <a:cubicBezTo>
                        <a:pt x="30" y="423"/>
                        <a:pt x="30" y="423"/>
                        <a:pt x="30" y="423"/>
                      </a:cubicBezTo>
                      <a:cubicBezTo>
                        <a:pt x="30" y="20"/>
                        <a:pt x="30" y="20"/>
                        <a:pt x="30" y="20"/>
                      </a:cubicBezTo>
                      <a:cubicBezTo>
                        <a:pt x="29" y="0"/>
                        <a:pt x="0" y="0"/>
                        <a:pt x="0" y="20"/>
                      </a:cubicBezTo>
                      <a:cubicBezTo>
                        <a:pt x="0" y="502"/>
                        <a:pt x="0" y="502"/>
                        <a:pt x="0" y="502"/>
                      </a:cubicBezTo>
                      <a:cubicBezTo>
                        <a:pt x="0" y="510"/>
                        <a:pt x="6" y="517"/>
                        <a:pt x="15" y="517"/>
                      </a:cubicBezTo>
                      <a:cubicBezTo>
                        <a:pt x="497" y="517"/>
                        <a:pt x="497" y="517"/>
                        <a:pt x="497" y="517"/>
                      </a:cubicBezTo>
                      <a:cubicBezTo>
                        <a:pt x="517" y="516"/>
                        <a:pt x="517" y="487"/>
                        <a:pt x="497" y="487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323" name="Google Shape;608;p20"/>
              <p:cNvGrpSpPr/>
              <p:nvPr/>
            </p:nvGrpSpPr>
            <p:grpSpPr>
              <a:xfrm>
                <a:off x="644400" y="4657320"/>
                <a:ext cx="356040" cy="357120"/>
                <a:chOff x="644400" y="4657320"/>
                <a:chExt cx="356040" cy="357120"/>
              </a:xfrm>
            </p:grpSpPr>
            <p:sp>
              <p:nvSpPr>
                <p:cNvPr id="324" name="Google Shape;609;p20"/>
                <p:cNvSpPr/>
                <p:nvPr/>
              </p:nvSpPr>
              <p:spPr>
                <a:xfrm>
                  <a:off x="722160" y="4867560"/>
                  <a:ext cx="68400" cy="68400"/>
                </a:xfrm>
                <a:custGeom>
                  <a:avLst/>
                  <a:gdLst>
                    <a:gd name="textAreaLeft" fmla="*/ 0 w 68400"/>
                    <a:gd name="textAreaRight" fmla="*/ 68760 w 68400"/>
                    <a:gd name="textAreaTop" fmla="*/ 0 h 68400"/>
                    <a:gd name="textAreaBottom" fmla="*/ 68760 h 68400"/>
                  </a:gdLst>
                  <a:ahLst/>
                  <a:cxnLst/>
                  <a:rect l="textAreaLeft" t="textAreaTop" r="textAreaRight" b="textAreaBottom"/>
                  <a:pathLst>
                    <a:path w="99" h="99">
                      <a:moveTo>
                        <a:pt x="0" y="2"/>
                      </a:moveTo>
                      <a:cubicBezTo>
                        <a:pt x="7" y="24"/>
                        <a:pt x="19" y="45"/>
                        <a:pt x="37" y="62"/>
                      </a:cubicBezTo>
                      <a:cubicBezTo>
                        <a:pt x="54" y="80"/>
                        <a:pt x="75" y="92"/>
                        <a:pt x="97" y="99"/>
                      </a:cubicBezTo>
                      <a:cubicBezTo>
                        <a:pt x="99" y="53"/>
                        <a:pt x="46" y="0"/>
                        <a:pt x="0" y="2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4200" bIns="3420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25" name="Google Shape;610;p20"/>
                <p:cNvSpPr/>
                <p:nvPr/>
              </p:nvSpPr>
              <p:spPr>
                <a:xfrm>
                  <a:off x="853920" y="4868280"/>
                  <a:ext cx="67680" cy="67320"/>
                </a:xfrm>
                <a:custGeom>
                  <a:avLst/>
                  <a:gdLst>
                    <a:gd name="textAreaLeft" fmla="*/ 0 w 67680"/>
                    <a:gd name="textAreaRight" fmla="*/ 68040 w 67680"/>
                    <a:gd name="textAreaTop" fmla="*/ 0 h 67320"/>
                    <a:gd name="textAreaBottom" fmla="*/ 67680 h 67320"/>
                  </a:gdLst>
                  <a:ahLst/>
                  <a:cxnLst/>
                  <a:rect l="textAreaLeft" t="textAreaTop" r="textAreaRight" b="textAreaBottom"/>
                  <a:pathLst>
                    <a:path w="98" h="98">
                      <a:moveTo>
                        <a:pt x="31" y="32"/>
                      </a:moveTo>
                      <a:cubicBezTo>
                        <a:pt x="11" y="52"/>
                        <a:pt x="0" y="77"/>
                        <a:pt x="0" y="98"/>
                      </a:cubicBezTo>
                      <a:cubicBezTo>
                        <a:pt x="22" y="91"/>
                        <a:pt x="43" y="79"/>
                        <a:pt x="61" y="61"/>
                      </a:cubicBezTo>
                      <a:cubicBezTo>
                        <a:pt x="78" y="44"/>
                        <a:pt x="91" y="23"/>
                        <a:pt x="98" y="1"/>
                      </a:cubicBezTo>
                      <a:cubicBezTo>
                        <a:pt x="76" y="0"/>
                        <a:pt x="51" y="11"/>
                        <a:pt x="31" y="32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3840" bIns="3384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26" name="Google Shape;611;p20"/>
                <p:cNvSpPr/>
                <p:nvPr/>
              </p:nvSpPr>
              <p:spPr>
                <a:xfrm>
                  <a:off x="722160" y="4736160"/>
                  <a:ext cx="66960" cy="67680"/>
                </a:xfrm>
                <a:custGeom>
                  <a:avLst/>
                  <a:gdLst>
                    <a:gd name="textAreaLeft" fmla="*/ 0 w 66960"/>
                    <a:gd name="textAreaRight" fmla="*/ 67320 w 66960"/>
                    <a:gd name="textAreaTop" fmla="*/ 0 h 67680"/>
                    <a:gd name="textAreaBottom" fmla="*/ 68040 h 67680"/>
                  </a:gdLst>
                  <a:ahLst/>
                  <a:cxnLst/>
                  <a:rect l="textAreaLeft" t="textAreaTop" r="textAreaRight" b="textAreaBottom"/>
                  <a:pathLst>
                    <a:path w="97" h="98">
                      <a:moveTo>
                        <a:pt x="66" y="67"/>
                      </a:moveTo>
                      <a:cubicBezTo>
                        <a:pt x="86" y="47"/>
                        <a:pt x="97" y="22"/>
                        <a:pt x="97" y="0"/>
                      </a:cubicBezTo>
                      <a:cubicBezTo>
                        <a:pt x="52" y="14"/>
                        <a:pt x="13" y="53"/>
                        <a:pt x="0" y="98"/>
                      </a:cubicBezTo>
                      <a:cubicBezTo>
                        <a:pt x="21" y="98"/>
                        <a:pt x="46" y="87"/>
                        <a:pt x="66" y="67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3840" bIns="3384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27" name="Google Shape;612;p20"/>
                <p:cNvSpPr/>
                <p:nvPr/>
              </p:nvSpPr>
              <p:spPr>
                <a:xfrm>
                  <a:off x="852480" y="4736160"/>
                  <a:ext cx="69120" cy="69120"/>
                </a:xfrm>
                <a:custGeom>
                  <a:avLst/>
                  <a:gdLst>
                    <a:gd name="textAreaLeft" fmla="*/ 0 w 69120"/>
                    <a:gd name="textAreaRight" fmla="*/ 69480 w 69120"/>
                    <a:gd name="textAreaTop" fmla="*/ 0 h 69120"/>
                    <a:gd name="textAreaBottom" fmla="*/ 69480 h 69120"/>
                  </a:gdLst>
                  <a:ahLst/>
                  <a:cxnLst/>
                  <a:rect l="textAreaLeft" t="textAreaTop" r="textAreaRight" b="textAreaBottom"/>
                  <a:pathLst>
                    <a:path w="100" h="100">
                      <a:moveTo>
                        <a:pt x="100" y="98"/>
                      </a:moveTo>
                      <a:cubicBezTo>
                        <a:pt x="86" y="53"/>
                        <a:pt x="47" y="14"/>
                        <a:pt x="2" y="0"/>
                      </a:cubicBezTo>
                      <a:cubicBezTo>
                        <a:pt x="0" y="46"/>
                        <a:pt x="54" y="100"/>
                        <a:pt x="100" y="98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4560" bIns="3456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28" name="Google Shape;613;p20"/>
                <p:cNvSpPr/>
                <p:nvPr/>
              </p:nvSpPr>
              <p:spPr>
                <a:xfrm>
                  <a:off x="803160" y="4819680"/>
                  <a:ext cx="36000" cy="35280"/>
                </a:xfrm>
                <a:custGeom>
                  <a:avLst/>
                  <a:gdLst>
                    <a:gd name="textAreaLeft" fmla="*/ 0 w 36000"/>
                    <a:gd name="textAreaRight" fmla="*/ 36360 w 36000"/>
                    <a:gd name="textAreaTop" fmla="*/ 0 h 35280"/>
                    <a:gd name="textAreaBottom" fmla="*/ 35640 h 35280"/>
                  </a:gdLst>
                  <a:ahLst/>
                  <a:cxnLst/>
                  <a:rect l="textAreaLeft" t="textAreaTop" r="textAreaRight" b="textAreaBottom"/>
                  <a:pathLst>
                    <a:path w="53" h="51">
                      <a:moveTo>
                        <a:pt x="27" y="0"/>
                      </a:moveTo>
                      <a:cubicBezTo>
                        <a:pt x="21" y="0"/>
                        <a:pt x="14" y="3"/>
                        <a:pt x="10" y="7"/>
                      </a:cubicBezTo>
                      <a:cubicBezTo>
                        <a:pt x="0" y="17"/>
                        <a:pt x="0" y="32"/>
                        <a:pt x="10" y="41"/>
                      </a:cubicBezTo>
                      <a:cubicBezTo>
                        <a:pt x="19" y="51"/>
                        <a:pt x="34" y="51"/>
                        <a:pt x="44" y="41"/>
                      </a:cubicBezTo>
                      <a:cubicBezTo>
                        <a:pt x="53" y="32"/>
                        <a:pt x="53" y="17"/>
                        <a:pt x="44" y="7"/>
                      </a:cubicBezTo>
                      <a:cubicBezTo>
                        <a:pt x="39" y="3"/>
                        <a:pt x="33" y="0"/>
                        <a:pt x="27" y="0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7640" bIns="1764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29" name="Google Shape;614;p20"/>
                <p:cNvSpPr/>
                <p:nvPr/>
              </p:nvSpPr>
              <p:spPr>
                <a:xfrm>
                  <a:off x="716400" y="4731480"/>
                  <a:ext cx="209880" cy="209880"/>
                </a:xfrm>
                <a:custGeom>
                  <a:avLst/>
                  <a:gdLst>
                    <a:gd name="textAreaLeft" fmla="*/ 0 w 209880"/>
                    <a:gd name="textAreaRight" fmla="*/ 210240 w 209880"/>
                    <a:gd name="textAreaTop" fmla="*/ 0 h 209880"/>
                    <a:gd name="textAreaBottom" fmla="*/ 210240 h 209880"/>
                  </a:gdLst>
                  <a:ahLst/>
                  <a:cxnLst/>
                  <a:rect l="textAreaLeft" t="textAreaTop" r="textAreaRight" b="textAreaBottom"/>
                  <a:pathLst>
                    <a:path w="303" h="303">
                      <a:moveTo>
                        <a:pt x="295" y="135"/>
                      </a:moveTo>
                      <a:cubicBezTo>
                        <a:pt x="265" y="135"/>
                        <a:pt x="233" y="120"/>
                        <a:pt x="208" y="95"/>
                      </a:cubicBezTo>
                      <a:cubicBezTo>
                        <a:pt x="192" y="79"/>
                        <a:pt x="180" y="61"/>
                        <a:pt x="174" y="41"/>
                      </a:cubicBezTo>
                      <a:cubicBezTo>
                        <a:pt x="169" y="27"/>
                        <a:pt x="168" y="14"/>
                        <a:pt x="169" y="1"/>
                      </a:cubicBezTo>
                      <a:cubicBezTo>
                        <a:pt x="158" y="0"/>
                        <a:pt x="146" y="0"/>
                        <a:pt x="135" y="1"/>
                      </a:cubicBezTo>
                      <a:cubicBezTo>
                        <a:pt x="140" y="52"/>
                        <a:pt x="93" y="114"/>
                        <a:pt x="41" y="129"/>
                      </a:cubicBezTo>
                      <a:cubicBezTo>
                        <a:pt x="28" y="134"/>
                        <a:pt x="15" y="135"/>
                        <a:pt x="1" y="134"/>
                      </a:cubicBezTo>
                      <a:cubicBezTo>
                        <a:pt x="0" y="146"/>
                        <a:pt x="0" y="157"/>
                        <a:pt x="1" y="168"/>
                      </a:cubicBezTo>
                      <a:cubicBezTo>
                        <a:pt x="68" y="161"/>
                        <a:pt x="142" y="235"/>
                        <a:pt x="135" y="302"/>
                      </a:cubicBezTo>
                      <a:cubicBezTo>
                        <a:pt x="146" y="303"/>
                        <a:pt x="157" y="303"/>
                        <a:pt x="169" y="302"/>
                      </a:cubicBezTo>
                      <a:cubicBezTo>
                        <a:pt x="166" y="270"/>
                        <a:pt x="180" y="235"/>
                        <a:pt x="208" y="207"/>
                      </a:cubicBezTo>
                      <a:cubicBezTo>
                        <a:pt x="224" y="191"/>
                        <a:pt x="242" y="180"/>
                        <a:pt x="262" y="173"/>
                      </a:cubicBezTo>
                      <a:cubicBezTo>
                        <a:pt x="275" y="169"/>
                        <a:pt x="289" y="167"/>
                        <a:pt x="302" y="168"/>
                      </a:cubicBezTo>
                      <a:cubicBezTo>
                        <a:pt x="303" y="157"/>
                        <a:pt x="303" y="146"/>
                        <a:pt x="302" y="134"/>
                      </a:cubicBezTo>
                      <a:cubicBezTo>
                        <a:pt x="300" y="134"/>
                        <a:pt x="297" y="135"/>
                        <a:pt x="295" y="135"/>
                      </a:cubicBezTo>
                      <a:close/>
                      <a:moveTo>
                        <a:pt x="190" y="190"/>
                      </a:moveTo>
                      <a:cubicBezTo>
                        <a:pt x="190" y="190"/>
                        <a:pt x="190" y="190"/>
                        <a:pt x="190" y="190"/>
                      </a:cubicBezTo>
                      <a:cubicBezTo>
                        <a:pt x="169" y="211"/>
                        <a:pt x="135" y="211"/>
                        <a:pt x="114" y="190"/>
                      </a:cubicBezTo>
                      <a:cubicBezTo>
                        <a:pt x="92" y="169"/>
                        <a:pt x="92" y="134"/>
                        <a:pt x="114" y="113"/>
                      </a:cubicBezTo>
                      <a:cubicBezTo>
                        <a:pt x="135" y="92"/>
                        <a:pt x="169" y="92"/>
                        <a:pt x="190" y="113"/>
                      </a:cubicBezTo>
                      <a:cubicBezTo>
                        <a:pt x="211" y="134"/>
                        <a:pt x="211" y="169"/>
                        <a:pt x="190" y="190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30" name="Google Shape;615;p20"/>
                <p:cNvSpPr/>
                <p:nvPr/>
              </p:nvSpPr>
              <p:spPr>
                <a:xfrm>
                  <a:off x="644400" y="4657320"/>
                  <a:ext cx="356040" cy="357120"/>
                </a:xfrm>
                <a:custGeom>
                  <a:avLst/>
                  <a:gdLst>
                    <a:gd name="textAreaLeft" fmla="*/ 0 w 356040"/>
                    <a:gd name="textAreaRight" fmla="*/ 356400 w 356040"/>
                    <a:gd name="textAreaTop" fmla="*/ 0 h 357120"/>
                    <a:gd name="textAreaBottom" fmla="*/ 357480 h 357120"/>
                  </a:gdLst>
                  <a:ahLst/>
                  <a:cxnLst/>
                  <a:rect l="textAreaLeft" t="textAreaTop" r="textAreaRight" b="textAreaBottom"/>
                  <a:pathLst>
                    <a:path w="514" h="515">
                      <a:moveTo>
                        <a:pt x="507" y="209"/>
                      </a:moveTo>
                      <a:cubicBezTo>
                        <a:pt x="506" y="200"/>
                        <a:pt x="499" y="193"/>
                        <a:pt x="490" y="192"/>
                      </a:cubicBezTo>
                      <a:cubicBezTo>
                        <a:pt x="469" y="188"/>
                        <a:pt x="469" y="188"/>
                        <a:pt x="469" y="188"/>
                      </a:cubicBezTo>
                      <a:cubicBezTo>
                        <a:pt x="467" y="188"/>
                        <a:pt x="465" y="186"/>
                        <a:pt x="464" y="184"/>
                      </a:cubicBezTo>
                      <a:cubicBezTo>
                        <a:pt x="461" y="177"/>
                        <a:pt x="458" y="170"/>
                        <a:pt x="455" y="163"/>
                      </a:cubicBezTo>
                      <a:cubicBezTo>
                        <a:pt x="454" y="161"/>
                        <a:pt x="454" y="158"/>
                        <a:pt x="456" y="157"/>
                      </a:cubicBezTo>
                      <a:cubicBezTo>
                        <a:pt x="468" y="139"/>
                        <a:pt x="468" y="139"/>
                        <a:pt x="468" y="139"/>
                      </a:cubicBezTo>
                      <a:cubicBezTo>
                        <a:pt x="473" y="132"/>
                        <a:pt x="473" y="122"/>
                        <a:pt x="468" y="115"/>
                      </a:cubicBezTo>
                      <a:cubicBezTo>
                        <a:pt x="459" y="101"/>
                        <a:pt x="448" y="89"/>
                        <a:pt x="437" y="77"/>
                      </a:cubicBezTo>
                      <a:cubicBezTo>
                        <a:pt x="424" y="64"/>
                        <a:pt x="409" y="53"/>
                        <a:pt x="394" y="43"/>
                      </a:cubicBezTo>
                      <a:cubicBezTo>
                        <a:pt x="389" y="39"/>
                        <a:pt x="382" y="39"/>
                        <a:pt x="377" y="43"/>
                      </a:cubicBezTo>
                      <a:cubicBezTo>
                        <a:pt x="357" y="58"/>
                        <a:pt x="357" y="58"/>
                        <a:pt x="357" y="58"/>
                      </a:cubicBezTo>
                      <a:cubicBezTo>
                        <a:pt x="355" y="59"/>
                        <a:pt x="352" y="60"/>
                        <a:pt x="350" y="59"/>
                      </a:cubicBezTo>
                      <a:cubicBezTo>
                        <a:pt x="343" y="55"/>
                        <a:pt x="336" y="53"/>
                        <a:pt x="329" y="50"/>
                      </a:cubicBezTo>
                      <a:cubicBezTo>
                        <a:pt x="327" y="49"/>
                        <a:pt x="326" y="47"/>
                        <a:pt x="325" y="45"/>
                      </a:cubicBezTo>
                      <a:cubicBezTo>
                        <a:pt x="321" y="20"/>
                        <a:pt x="321" y="20"/>
                        <a:pt x="321" y="20"/>
                      </a:cubicBezTo>
                      <a:cubicBezTo>
                        <a:pt x="320" y="14"/>
                        <a:pt x="315" y="9"/>
                        <a:pt x="309" y="8"/>
                      </a:cubicBezTo>
                      <a:cubicBezTo>
                        <a:pt x="274" y="0"/>
                        <a:pt x="237" y="1"/>
                        <a:pt x="201" y="8"/>
                      </a:cubicBezTo>
                      <a:cubicBezTo>
                        <a:pt x="195" y="9"/>
                        <a:pt x="191" y="14"/>
                        <a:pt x="190" y="20"/>
                      </a:cubicBezTo>
                      <a:cubicBezTo>
                        <a:pt x="186" y="45"/>
                        <a:pt x="186" y="45"/>
                        <a:pt x="186" y="45"/>
                      </a:cubicBezTo>
                      <a:cubicBezTo>
                        <a:pt x="185" y="48"/>
                        <a:pt x="184" y="49"/>
                        <a:pt x="181" y="50"/>
                      </a:cubicBezTo>
                      <a:cubicBezTo>
                        <a:pt x="174" y="53"/>
                        <a:pt x="167" y="56"/>
                        <a:pt x="160" y="59"/>
                      </a:cubicBezTo>
                      <a:cubicBezTo>
                        <a:pt x="158" y="60"/>
                        <a:pt x="156" y="60"/>
                        <a:pt x="154" y="58"/>
                      </a:cubicBezTo>
                      <a:cubicBezTo>
                        <a:pt x="133" y="44"/>
                        <a:pt x="133" y="44"/>
                        <a:pt x="133" y="44"/>
                      </a:cubicBezTo>
                      <a:cubicBezTo>
                        <a:pt x="128" y="40"/>
                        <a:pt x="121" y="40"/>
                        <a:pt x="116" y="43"/>
                      </a:cubicBezTo>
                      <a:cubicBezTo>
                        <a:pt x="101" y="53"/>
                        <a:pt x="87" y="65"/>
                        <a:pt x="75" y="77"/>
                      </a:cubicBezTo>
                      <a:cubicBezTo>
                        <a:pt x="63" y="89"/>
                        <a:pt x="52" y="102"/>
                        <a:pt x="43" y="116"/>
                      </a:cubicBezTo>
                      <a:cubicBezTo>
                        <a:pt x="38" y="123"/>
                        <a:pt x="38" y="133"/>
                        <a:pt x="43" y="140"/>
                      </a:cubicBezTo>
                      <a:cubicBezTo>
                        <a:pt x="55" y="157"/>
                        <a:pt x="55" y="157"/>
                        <a:pt x="55" y="157"/>
                      </a:cubicBezTo>
                      <a:cubicBezTo>
                        <a:pt x="57" y="159"/>
                        <a:pt x="57" y="162"/>
                        <a:pt x="56" y="164"/>
                      </a:cubicBezTo>
                      <a:cubicBezTo>
                        <a:pt x="53" y="171"/>
                        <a:pt x="50" y="178"/>
                        <a:pt x="47" y="185"/>
                      </a:cubicBezTo>
                      <a:cubicBezTo>
                        <a:pt x="47" y="187"/>
                        <a:pt x="45" y="188"/>
                        <a:pt x="42" y="189"/>
                      </a:cubicBezTo>
                      <a:cubicBezTo>
                        <a:pt x="17" y="193"/>
                        <a:pt x="17" y="193"/>
                        <a:pt x="17" y="193"/>
                      </a:cubicBezTo>
                      <a:cubicBezTo>
                        <a:pt x="11" y="194"/>
                        <a:pt x="6" y="199"/>
                        <a:pt x="5" y="205"/>
                      </a:cubicBezTo>
                      <a:cubicBezTo>
                        <a:pt x="1" y="222"/>
                        <a:pt x="0" y="240"/>
                        <a:pt x="0" y="258"/>
                      </a:cubicBezTo>
                      <a:cubicBezTo>
                        <a:pt x="0" y="275"/>
                        <a:pt x="1" y="292"/>
                        <a:pt x="4" y="308"/>
                      </a:cubicBezTo>
                      <a:cubicBezTo>
                        <a:pt x="6" y="317"/>
                        <a:pt x="13" y="324"/>
                        <a:pt x="22" y="325"/>
                      </a:cubicBezTo>
                      <a:cubicBezTo>
                        <a:pt x="43" y="329"/>
                        <a:pt x="43" y="329"/>
                        <a:pt x="43" y="329"/>
                      </a:cubicBezTo>
                      <a:cubicBezTo>
                        <a:pt x="45" y="329"/>
                        <a:pt x="47" y="331"/>
                        <a:pt x="47" y="333"/>
                      </a:cubicBezTo>
                      <a:cubicBezTo>
                        <a:pt x="50" y="340"/>
                        <a:pt x="53" y="347"/>
                        <a:pt x="56" y="353"/>
                      </a:cubicBezTo>
                      <a:cubicBezTo>
                        <a:pt x="57" y="356"/>
                        <a:pt x="57" y="358"/>
                        <a:pt x="56" y="360"/>
                      </a:cubicBezTo>
                      <a:cubicBezTo>
                        <a:pt x="43" y="377"/>
                        <a:pt x="43" y="377"/>
                        <a:pt x="43" y="377"/>
                      </a:cubicBezTo>
                      <a:cubicBezTo>
                        <a:pt x="38" y="384"/>
                        <a:pt x="38" y="394"/>
                        <a:pt x="43" y="402"/>
                      </a:cubicBezTo>
                      <a:cubicBezTo>
                        <a:pt x="62" y="430"/>
                        <a:pt x="88" y="455"/>
                        <a:pt x="117" y="474"/>
                      </a:cubicBezTo>
                      <a:cubicBezTo>
                        <a:pt x="122" y="477"/>
                        <a:pt x="129" y="477"/>
                        <a:pt x="134" y="474"/>
                      </a:cubicBezTo>
                      <a:cubicBezTo>
                        <a:pt x="154" y="459"/>
                        <a:pt x="154" y="459"/>
                        <a:pt x="154" y="459"/>
                      </a:cubicBezTo>
                      <a:cubicBezTo>
                        <a:pt x="156" y="457"/>
                        <a:pt x="159" y="457"/>
                        <a:pt x="161" y="458"/>
                      </a:cubicBezTo>
                      <a:cubicBezTo>
                        <a:pt x="168" y="461"/>
                        <a:pt x="175" y="464"/>
                        <a:pt x="182" y="467"/>
                      </a:cubicBezTo>
                      <a:cubicBezTo>
                        <a:pt x="184" y="468"/>
                        <a:pt x="186" y="469"/>
                        <a:pt x="186" y="472"/>
                      </a:cubicBezTo>
                      <a:cubicBezTo>
                        <a:pt x="190" y="493"/>
                        <a:pt x="190" y="493"/>
                        <a:pt x="190" y="493"/>
                      </a:cubicBezTo>
                      <a:cubicBezTo>
                        <a:pt x="191" y="501"/>
                        <a:pt x="198" y="508"/>
                        <a:pt x="207" y="510"/>
                      </a:cubicBezTo>
                      <a:cubicBezTo>
                        <a:pt x="223" y="513"/>
                        <a:pt x="239" y="515"/>
                        <a:pt x="256" y="515"/>
                      </a:cubicBezTo>
                      <a:cubicBezTo>
                        <a:pt x="272" y="515"/>
                        <a:pt x="289" y="513"/>
                        <a:pt x="305" y="510"/>
                      </a:cubicBezTo>
                      <a:cubicBezTo>
                        <a:pt x="314" y="508"/>
                        <a:pt x="321" y="501"/>
                        <a:pt x="322" y="492"/>
                      </a:cubicBezTo>
                      <a:cubicBezTo>
                        <a:pt x="326" y="472"/>
                        <a:pt x="326" y="472"/>
                        <a:pt x="326" y="472"/>
                      </a:cubicBezTo>
                      <a:cubicBezTo>
                        <a:pt x="326" y="469"/>
                        <a:pt x="328" y="467"/>
                        <a:pt x="330" y="467"/>
                      </a:cubicBezTo>
                      <a:cubicBezTo>
                        <a:pt x="337" y="464"/>
                        <a:pt x="344" y="461"/>
                        <a:pt x="351" y="458"/>
                      </a:cubicBezTo>
                      <a:cubicBezTo>
                        <a:pt x="353" y="457"/>
                        <a:pt x="355" y="457"/>
                        <a:pt x="357" y="458"/>
                      </a:cubicBezTo>
                      <a:cubicBezTo>
                        <a:pt x="378" y="473"/>
                        <a:pt x="378" y="473"/>
                        <a:pt x="378" y="473"/>
                      </a:cubicBezTo>
                      <a:cubicBezTo>
                        <a:pt x="383" y="477"/>
                        <a:pt x="390" y="477"/>
                        <a:pt x="395" y="474"/>
                      </a:cubicBezTo>
                      <a:cubicBezTo>
                        <a:pt x="410" y="464"/>
                        <a:pt x="424" y="452"/>
                        <a:pt x="437" y="440"/>
                      </a:cubicBezTo>
                      <a:cubicBezTo>
                        <a:pt x="449" y="428"/>
                        <a:pt x="459" y="415"/>
                        <a:pt x="469" y="401"/>
                      </a:cubicBezTo>
                      <a:cubicBezTo>
                        <a:pt x="474" y="394"/>
                        <a:pt x="474" y="384"/>
                        <a:pt x="468" y="377"/>
                      </a:cubicBezTo>
                      <a:cubicBezTo>
                        <a:pt x="456" y="360"/>
                        <a:pt x="456" y="360"/>
                        <a:pt x="456" y="360"/>
                      </a:cubicBezTo>
                      <a:cubicBezTo>
                        <a:pt x="455" y="358"/>
                        <a:pt x="454" y="355"/>
                        <a:pt x="455" y="353"/>
                      </a:cubicBezTo>
                      <a:cubicBezTo>
                        <a:pt x="459" y="346"/>
                        <a:pt x="462" y="339"/>
                        <a:pt x="464" y="332"/>
                      </a:cubicBezTo>
                      <a:cubicBezTo>
                        <a:pt x="465" y="330"/>
                        <a:pt x="467" y="328"/>
                        <a:pt x="469" y="328"/>
                      </a:cubicBezTo>
                      <a:cubicBezTo>
                        <a:pt x="494" y="324"/>
                        <a:pt x="494" y="324"/>
                        <a:pt x="494" y="324"/>
                      </a:cubicBezTo>
                      <a:cubicBezTo>
                        <a:pt x="500" y="323"/>
                        <a:pt x="505" y="318"/>
                        <a:pt x="506" y="312"/>
                      </a:cubicBezTo>
                      <a:cubicBezTo>
                        <a:pt x="513" y="278"/>
                        <a:pt x="514" y="243"/>
                        <a:pt x="507" y="209"/>
                      </a:cubicBezTo>
                      <a:close/>
                      <a:moveTo>
                        <a:pt x="384" y="387"/>
                      </a:moveTo>
                      <a:cubicBezTo>
                        <a:pt x="339" y="431"/>
                        <a:pt x="279" y="448"/>
                        <a:pt x="220" y="436"/>
                      </a:cubicBezTo>
                      <a:cubicBezTo>
                        <a:pt x="219" y="436"/>
                        <a:pt x="218" y="436"/>
                        <a:pt x="217" y="436"/>
                      </a:cubicBezTo>
                      <a:cubicBezTo>
                        <a:pt x="217" y="436"/>
                        <a:pt x="217" y="436"/>
                        <a:pt x="217" y="436"/>
                      </a:cubicBezTo>
                      <a:cubicBezTo>
                        <a:pt x="151" y="423"/>
                        <a:pt x="91" y="363"/>
                        <a:pt x="79" y="297"/>
                      </a:cubicBezTo>
                      <a:cubicBezTo>
                        <a:pt x="79" y="297"/>
                        <a:pt x="79" y="297"/>
                        <a:pt x="79" y="297"/>
                      </a:cubicBezTo>
                      <a:cubicBezTo>
                        <a:pt x="78" y="296"/>
                        <a:pt x="78" y="295"/>
                        <a:pt x="78" y="294"/>
                      </a:cubicBezTo>
                      <a:cubicBezTo>
                        <a:pt x="73" y="271"/>
                        <a:pt x="73" y="246"/>
                        <a:pt x="78" y="222"/>
                      </a:cubicBezTo>
                      <a:cubicBezTo>
                        <a:pt x="78" y="221"/>
                        <a:pt x="78" y="220"/>
                        <a:pt x="79" y="219"/>
                      </a:cubicBezTo>
                      <a:cubicBezTo>
                        <a:pt x="79" y="219"/>
                        <a:pt x="79" y="219"/>
                        <a:pt x="79" y="219"/>
                      </a:cubicBezTo>
                      <a:cubicBezTo>
                        <a:pt x="108" y="81"/>
                        <a:pt x="283" y="29"/>
                        <a:pt x="384" y="130"/>
                      </a:cubicBezTo>
                      <a:cubicBezTo>
                        <a:pt x="409" y="155"/>
                        <a:pt x="425" y="186"/>
                        <a:pt x="433" y="219"/>
                      </a:cubicBezTo>
                      <a:cubicBezTo>
                        <a:pt x="433" y="219"/>
                        <a:pt x="433" y="219"/>
                        <a:pt x="433" y="219"/>
                      </a:cubicBezTo>
                      <a:cubicBezTo>
                        <a:pt x="433" y="221"/>
                        <a:pt x="433" y="222"/>
                        <a:pt x="433" y="223"/>
                      </a:cubicBezTo>
                      <a:cubicBezTo>
                        <a:pt x="445" y="280"/>
                        <a:pt x="428" y="342"/>
                        <a:pt x="384" y="387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331" name="Google Shape;616;p20"/>
              <p:cNvGrpSpPr/>
              <p:nvPr/>
            </p:nvGrpSpPr>
            <p:grpSpPr>
              <a:xfrm>
                <a:off x="87840" y="4975560"/>
                <a:ext cx="354600" cy="366480"/>
                <a:chOff x="87840" y="4975560"/>
                <a:chExt cx="354600" cy="366480"/>
              </a:xfrm>
            </p:grpSpPr>
            <p:sp>
              <p:nvSpPr>
                <p:cNvPr id="332" name="Google Shape;617;p20"/>
                <p:cNvSpPr/>
                <p:nvPr/>
              </p:nvSpPr>
              <p:spPr>
                <a:xfrm>
                  <a:off x="87840" y="4975560"/>
                  <a:ext cx="354600" cy="231480"/>
                </a:xfrm>
                <a:custGeom>
                  <a:avLst/>
                  <a:gdLst>
                    <a:gd name="textAreaLeft" fmla="*/ 0 w 354600"/>
                    <a:gd name="textAreaRight" fmla="*/ 354960 w 354600"/>
                    <a:gd name="textAreaTop" fmla="*/ 0 h 231480"/>
                    <a:gd name="textAreaBottom" fmla="*/ 231840 h 231480"/>
                  </a:gdLst>
                  <a:ahLst/>
                  <a:cxnLst/>
                  <a:rect l="textAreaLeft" t="textAreaTop" r="textAreaRight" b="textAreaBottom"/>
                  <a:pathLst>
                    <a:path w="511" h="334">
                      <a:moveTo>
                        <a:pt x="470" y="187"/>
                      </a:moveTo>
                      <a:cubicBezTo>
                        <a:pt x="462" y="183"/>
                        <a:pt x="459" y="175"/>
                        <a:pt x="462" y="167"/>
                      </a:cubicBezTo>
                      <a:cubicBezTo>
                        <a:pt x="481" y="118"/>
                        <a:pt x="444" y="63"/>
                        <a:pt x="391" y="63"/>
                      </a:cubicBezTo>
                      <a:cubicBezTo>
                        <a:pt x="381" y="62"/>
                        <a:pt x="371" y="64"/>
                        <a:pt x="361" y="68"/>
                      </a:cubicBezTo>
                      <a:cubicBezTo>
                        <a:pt x="353" y="71"/>
                        <a:pt x="344" y="68"/>
                        <a:pt x="341" y="60"/>
                      </a:cubicBezTo>
                      <a:cubicBezTo>
                        <a:pt x="314" y="1"/>
                        <a:pt x="229" y="0"/>
                        <a:pt x="201" y="59"/>
                      </a:cubicBezTo>
                      <a:cubicBezTo>
                        <a:pt x="198" y="67"/>
                        <a:pt x="189" y="70"/>
                        <a:pt x="181" y="67"/>
                      </a:cubicBezTo>
                      <a:cubicBezTo>
                        <a:pt x="173" y="64"/>
                        <a:pt x="163" y="63"/>
                        <a:pt x="154" y="63"/>
                      </a:cubicBezTo>
                      <a:cubicBezTo>
                        <a:pt x="112" y="63"/>
                        <a:pt x="78" y="98"/>
                        <a:pt x="78" y="140"/>
                      </a:cubicBezTo>
                      <a:cubicBezTo>
                        <a:pt x="78" y="149"/>
                        <a:pt x="80" y="158"/>
                        <a:pt x="83" y="167"/>
                      </a:cubicBezTo>
                      <a:cubicBezTo>
                        <a:pt x="86" y="175"/>
                        <a:pt x="82" y="184"/>
                        <a:pt x="75" y="187"/>
                      </a:cubicBezTo>
                      <a:cubicBezTo>
                        <a:pt x="0" y="225"/>
                        <a:pt x="26" y="332"/>
                        <a:pt x="109" y="334"/>
                      </a:cubicBezTo>
                      <a:cubicBezTo>
                        <a:pt x="177" y="334"/>
                        <a:pt x="177" y="334"/>
                        <a:pt x="177" y="334"/>
                      </a:cubicBezTo>
                      <a:cubicBezTo>
                        <a:pt x="271" y="330"/>
                        <a:pt x="271" y="196"/>
                        <a:pt x="177" y="192"/>
                      </a:cubicBezTo>
                      <a:cubicBezTo>
                        <a:pt x="168" y="192"/>
                        <a:pt x="161" y="185"/>
                        <a:pt x="161" y="176"/>
                      </a:cubicBezTo>
                      <a:cubicBezTo>
                        <a:pt x="161" y="167"/>
                        <a:pt x="168" y="160"/>
                        <a:pt x="177" y="160"/>
                      </a:cubicBezTo>
                      <a:cubicBezTo>
                        <a:pt x="228" y="160"/>
                        <a:pt x="271" y="198"/>
                        <a:pt x="278" y="247"/>
                      </a:cubicBezTo>
                      <a:cubicBezTo>
                        <a:pt x="353" y="247"/>
                        <a:pt x="353" y="247"/>
                        <a:pt x="353" y="247"/>
                      </a:cubicBezTo>
                      <a:cubicBezTo>
                        <a:pt x="367" y="247"/>
                        <a:pt x="379" y="235"/>
                        <a:pt x="379" y="221"/>
                      </a:cubicBezTo>
                      <a:cubicBezTo>
                        <a:pt x="379" y="207"/>
                        <a:pt x="367" y="195"/>
                        <a:pt x="353" y="195"/>
                      </a:cubicBezTo>
                      <a:cubicBezTo>
                        <a:pt x="332" y="194"/>
                        <a:pt x="332" y="164"/>
                        <a:pt x="353" y="163"/>
                      </a:cubicBezTo>
                      <a:cubicBezTo>
                        <a:pt x="430" y="166"/>
                        <a:pt x="430" y="276"/>
                        <a:pt x="353" y="279"/>
                      </a:cubicBezTo>
                      <a:cubicBezTo>
                        <a:pt x="278" y="279"/>
                        <a:pt x="278" y="279"/>
                        <a:pt x="278" y="279"/>
                      </a:cubicBezTo>
                      <a:cubicBezTo>
                        <a:pt x="275" y="300"/>
                        <a:pt x="265" y="319"/>
                        <a:pt x="251" y="334"/>
                      </a:cubicBezTo>
                      <a:cubicBezTo>
                        <a:pt x="257" y="334"/>
                        <a:pt x="257" y="334"/>
                        <a:pt x="257" y="334"/>
                      </a:cubicBezTo>
                      <a:cubicBezTo>
                        <a:pt x="258" y="334"/>
                        <a:pt x="258" y="334"/>
                        <a:pt x="259" y="334"/>
                      </a:cubicBezTo>
                      <a:cubicBezTo>
                        <a:pt x="432" y="334"/>
                        <a:pt x="432" y="334"/>
                        <a:pt x="432" y="334"/>
                      </a:cubicBezTo>
                      <a:cubicBezTo>
                        <a:pt x="453" y="334"/>
                        <a:pt x="473" y="326"/>
                        <a:pt x="488" y="311"/>
                      </a:cubicBezTo>
                      <a:cubicBezTo>
                        <a:pt x="503" y="296"/>
                        <a:pt x="511" y="276"/>
                        <a:pt x="511" y="255"/>
                      </a:cubicBezTo>
                      <a:cubicBezTo>
                        <a:pt x="511" y="226"/>
                        <a:pt x="495" y="200"/>
                        <a:pt x="470" y="187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33" name="Google Shape;618;p20"/>
                <p:cNvSpPr/>
                <p:nvPr/>
              </p:nvSpPr>
              <p:spPr>
                <a:xfrm>
                  <a:off x="335880" y="5295960"/>
                  <a:ext cx="44280" cy="46080"/>
                </a:xfrm>
                <a:custGeom>
                  <a:avLst/>
                  <a:gdLst>
                    <a:gd name="textAreaLeft" fmla="*/ 0 w 44280"/>
                    <a:gd name="textAreaRight" fmla="*/ 44640 w 44280"/>
                    <a:gd name="textAreaTop" fmla="*/ 0 h 46080"/>
                    <a:gd name="textAreaBottom" fmla="*/ 46440 h 46080"/>
                  </a:gdLst>
                  <a:ahLst/>
                  <a:cxnLst/>
                  <a:rect l="textAreaLeft" t="textAreaTop" r="textAreaRight" b="textAreaBottom"/>
                  <a:pathLst>
                    <a:path w="64" h="67">
                      <a:moveTo>
                        <a:pt x="63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35"/>
                        <a:pt x="0" y="35"/>
                        <a:pt x="0" y="35"/>
                      </a:cubicBezTo>
                      <a:cubicBezTo>
                        <a:pt x="0" y="52"/>
                        <a:pt x="14" y="67"/>
                        <a:pt x="32" y="67"/>
                      </a:cubicBezTo>
                      <a:cubicBezTo>
                        <a:pt x="57" y="67"/>
                        <a:pt x="57" y="67"/>
                        <a:pt x="57" y="67"/>
                      </a:cubicBezTo>
                      <a:cubicBezTo>
                        <a:pt x="61" y="67"/>
                        <a:pt x="64" y="63"/>
                        <a:pt x="64" y="59"/>
                      </a:cubicBezTo>
                      <a:cubicBezTo>
                        <a:pt x="64" y="0"/>
                        <a:pt x="64" y="0"/>
                        <a:pt x="64" y="0"/>
                      </a:cubicBezTo>
                      <a:cubicBezTo>
                        <a:pt x="64" y="0"/>
                        <a:pt x="64" y="0"/>
                        <a:pt x="63" y="0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3040" bIns="2304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34" name="Google Shape;619;p20"/>
                <p:cNvSpPr/>
                <p:nvPr/>
              </p:nvSpPr>
              <p:spPr>
                <a:xfrm>
                  <a:off x="279360" y="5225040"/>
                  <a:ext cx="135000" cy="48600"/>
                </a:xfrm>
                <a:custGeom>
                  <a:avLst/>
                  <a:gdLst>
                    <a:gd name="textAreaLeft" fmla="*/ 0 w 135000"/>
                    <a:gd name="textAreaRight" fmla="*/ 135360 w 135000"/>
                    <a:gd name="textAreaTop" fmla="*/ 0 h 48600"/>
                    <a:gd name="textAreaBottom" fmla="*/ 48960 h 48600"/>
                  </a:gdLst>
                  <a:ahLst/>
                  <a:cxnLst/>
                  <a:rect l="textAreaLeft" t="textAreaTop" r="textAreaRight" b="textAreaBottom"/>
                  <a:pathLst>
                    <a:path w="195" h="70">
                      <a:moveTo>
                        <a:pt x="195" y="19"/>
                      </a:moveTo>
                      <a:cubicBezTo>
                        <a:pt x="195" y="0"/>
                        <a:pt x="195" y="0"/>
                        <a:pt x="195" y="0"/>
                      </a:cubicBezTo>
                      <a:cubicBezTo>
                        <a:pt x="183" y="5"/>
                        <a:pt x="170" y="7"/>
                        <a:pt x="156" y="7"/>
                      </a:cubicBezTo>
                      <a:cubicBezTo>
                        <a:pt x="0" y="7"/>
                        <a:pt x="0" y="7"/>
                        <a:pt x="0" y="7"/>
                      </a:cubicBezTo>
                      <a:cubicBezTo>
                        <a:pt x="7" y="43"/>
                        <a:pt x="39" y="70"/>
                        <a:pt x="77" y="70"/>
                      </a:cubicBezTo>
                      <a:cubicBezTo>
                        <a:pt x="144" y="70"/>
                        <a:pt x="144" y="70"/>
                        <a:pt x="144" y="70"/>
                      </a:cubicBezTo>
                      <a:cubicBezTo>
                        <a:pt x="172" y="70"/>
                        <a:pt x="195" y="47"/>
                        <a:pt x="195" y="19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4480" bIns="2448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335" name="Google Shape;620;p20"/>
              <p:cNvGrpSpPr/>
              <p:nvPr/>
            </p:nvGrpSpPr>
            <p:grpSpPr>
              <a:xfrm>
                <a:off x="101880" y="4358160"/>
                <a:ext cx="326520" cy="318600"/>
                <a:chOff x="101880" y="4358160"/>
                <a:chExt cx="326520" cy="318600"/>
              </a:xfrm>
            </p:grpSpPr>
            <p:sp>
              <p:nvSpPr>
                <p:cNvPr id="336" name="Google Shape;621;p20"/>
                <p:cNvSpPr/>
                <p:nvPr/>
              </p:nvSpPr>
              <p:spPr>
                <a:xfrm>
                  <a:off x="227880" y="4655160"/>
                  <a:ext cx="115920" cy="21600"/>
                </a:xfrm>
                <a:custGeom>
                  <a:avLst/>
                  <a:gdLst>
                    <a:gd name="textAreaLeft" fmla="*/ 0 w 115920"/>
                    <a:gd name="textAreaRight" fmla="*/ 116280 w 115920"/>
                    <a:gd name="textAreaTop" fmla="*/ 0 h 21600"/>
                    <a:gd name="textAreaBottom" fmla="*/ 21960 h 21600"/>
                  </a:gdLst>
                  <a:ahLst/>
                  <a:cxnLst/>
                  <a:rect l="textAreaLeft" t="textAreaTop" r="textAreaRight" b="textAreaBottom"/>
                  <a:pathLst>
                    <a:path w="190" h="36">
                      <a:moveTo>
                        <a:pt x="1" y="14"/>
                      </a:moveTo>
                      <a:cubicBezTo>
                        <a:pt x="0" y="16"/>
                        <a:pt x="2" y="19"/>
                        <a:pt x="4" y="19"/>
                      </a:cubicBezTo>
                      <a:cubicBezTo>
                        <a:pt x="65" y="36"/>
                        <a:pt x="135" y="29"/>
                        <a:pt x="190" y="0"/>
                      </a:cubicBezTo>
                      <a:cubicBezTo>
                        <a:pt x="6" y="0"/>
                        <a:pt x="6" y="0"/>
                        <a:pt x="6" y="0"/>
                      </a:cubicBezTo>
                      <a:lnTo>
                        <a:pt x="1" y="14"/>
                      </a:ln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0800" bIns="1080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37" name="Google Shape;622;p20"/>
                <p:cNvSpPr/>
                <p:nvPr/>
              </p:nvSpPr>
              <p:spPr>
                <a:xfrm>
                  <a:off x="101880" y="4476600"/>
                  <a:ext cx="155880" cy="181080"/>
                </a:xfrm>
                <a:custGeom>
                  <a:avLst/>
                  <a:gdLst>
                    <a:gd name="textAreaLeft" fmla="*/ 0 w 155880"/>
                    <a:gd name="textAreaRight" fmla="*/ 156240 w 155880"/>
                    <a:gd name="textAreaTop" fmla="*/ 0 h 181080"/>
                    <a:gd name="textAreaBottom" fmla="*/ 181440 h 181080"/>
                  </a:gdLst>
                  <a:ahLst/>
                  <a:cxnLst/>
                  <a:rect l="textAreaLeft" t="textAreaTop" r="textAreaRight" b="textAreaBottom"/>
                  <a:pathLst>
                    <a:path w="255" h="296">
                      <a:moveTo>
                        <a:pt x="251" y="72"/>
                      </a:moveTo>
                      <a:cubicBezTo>
                        <a:pt x="34" y="1"/>
                        <a:pt x="34" y="1"/>
                        <a:pt x="34" y="1"/>
                      </a:cubicBezTo>
                      <a:cubicBezTo>
                        <a:pt x="32" y="0"/>
                        <a:pt x="29" y="2"/>
                        <a:pt x="28" y="5"/>
                      </a:cubicBezTo>
                      <a:cubicBezTo>
                        <a:pt x="0" y="121"/>
                        <a:pt x="60" y="245"/>
                        <a:pt x="169" y="295"/>
                      </a:cubicBezTo>
                      <a:cubicBezTo>
                        <a:pt x="171" y="296"/>
                        <a:pt x="174" y="295"/>
                        <a:pt x="175" y="292"/>
                      </a:cubicBezTo>
                      <a:cubicBezTo>
                        <a:pt x="254" y="78"/>
                        <a:pt x="254" y="78"/>
                        <a:pt x="254" y="78"/>
                      </a:cubicBezTo>
                      <a:cubicBezTo>
                        <a:pt x="255" y="76"/>
                        <a:pt x="254" y="73"/>
                        <a:pt x="251" y="72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38" name="Google Shape;623;p20"/>
                <p:cNvSpPr/>
                <p:nvPr/>
              </p:nvSpPr>
              <p:spPr>
                <a:xfrm>
                  <a:off x="239760" y="4610880"/>
                  <a:ext cx="156960" cy="23040"/>
                </a:xfrm>
                <a:custGeom>
                  <a:avLst/>
                  <a:gdLst>
                    <a:gd name="textAreaLeft" fmla="*/ 0 w 156960"/>
                    <a:gd name="textAreaRight" fmla="*/ 157320 w 156960"/>
                    <a:gd name="textAreaTop" fmla="*/ 0 h 23040"/>
                    <a:gd name="textAreaBottom" fmla="*/ 23400 h 23040"/>
                  </a:gdLst>
                  <a:ahLst/>
                  <a:cxnLst/>
                  <a:rect l="textAreaLeft" t="textAreaTop" r="textAreaRight" b="textAreaBottom"/>
                  <a:pathLst>
                    <a:path w="257" h="38">
                      <a:moveTo>
                        <a:pt x="0" y="38"/>
                      </a:moveTo>
                      <a:cubicBezTo>
                        <a:pt x="221" y="38"/>
                        <a:pt x="221" y="38"/>
                        <a:pt x="221" y="38"/>
                      </a:cubicBezTo>
                      <a:cubicBezTo>
                        <a:pt x="234" y="26"/>
                        <a:pt x="246" y="13"/>
                        <a:pt x="257" y="0"/>
                      </a:cubicBezTo>
                      <a:cubicBezTo>
                        <a:pt x="14" y="0"/>
                        <a:pt x="14" y="0"/>
                        <a:pt x="14" y="0"/>
                      </a:cubicBezTo>
                      <a:lnTo>
                        <a:pt x="0" y="38"/>
                      </a:ln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1520" bIns="1152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39" name="Google Shape;624;p20"/>
                <p:cNvSpPr/>
                <p:nvPr/>
              </p:nvSpPr>
              <p:spPr>
                <a:xfrm>
                  <a:off x="126720" y="4358160"/>
                  <a:ext cx="134280" cy="141480"/>
                </a:xfrm>
                <a:custGeom>
                  <a:avLst/>
                  <a:gdLst>
                    <a:gd name="textAreaLeft" fmla="*/ 0 w 134280"/>
                    <a:gd name="textAreaRight" fmla="*/ 134640 w 134280"/>
                    <a:gd name="textAreaTop" fmla="*/ 0 h 141480"/>
                    <a:gd name="textAreaBottom" fmla="*/ 141840 h 141480"/>
                  </a:gdLst>
                  <a:ahLst/>
                  <a:cxnLst/>
                  <a:rect l="textAreaLeft" t="textAreaTop" r="textAreaRight" b="textAreaBottom"/>
                  <a:pathLst>
                    <a:path w="220" h="231">
                      <a:moveTo>
                        <a:pt x="4" y="162"/>
                      </a:moveTo>
                      <a:cubicBezTo>
                        <a:pt x="214" y="230"/>
                        <a:pt x="214" y="230"/>
                        <a:pt x="214" y="230"/>
                      </a:cubicBezTo>
                      <a:cubicBezTo>
                        <a:pt x="217" y="231"/>
                        <a:pt x="220" y="229"/>
                        <a:pt x="220" y="226"/>
                      </a:cubicBezTo>
                      <a:cubicBezTo>
                        <a:pt x="220" y="5"/>
                        <a:pt x="220" y="5"/>
                        <a:pt x="220" y="5"/>
                      </a:cubicBezTo>
                      <a:cubicBezTo>
                        <a:pt x="220" y="2"/>
                        <a:pt x="217" y="0"/>
                        <a:pt x="215" y="0"/>
                      </a:cubicBezTo>
                      <a:cubicBezTo>
                        <a:pt x="155" y="6"/>
                        <a:pt x="99" y="31"/>
                        <a:pt x="56" y="75"/>
                      </a:cubicBezTo>
                      <a:cubicBezTo>
                        <a:pt x="32" y="98"/>
                        <a:pt x="14" y="125"/>
                        <a:pt x="1" y="155"/>
                      </a:cubicBezTo>
                      <a:cubicBezTo>
                        <a:pt x="0" y="158"/>
                        <a:pt x="1" y="161"/>
                        <a:pt x="4" y="162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40" name="Google Shape;625;p20"/>
                <p:cNvSpPr/>
                <p:nvPr/>
              </p:nvSpPr>
              <p:spPr>
                <a:xfrm>
                  <a:off x="255240" y="4568760"/>
                  <a:ext cx="164160" cy="21240"/>
                </a:xfrm>
                <a:custGeom>
                  <a:avLst/>
                  <a:gdLst>
                    <a:gd name="textAreaLeft" fmla="*/ 0 w 164160"/>
                    <a:gd name="textAreaRight" fmla="*/ 164520 w 164160"/>
                    <a:gd name="textAreaTop" fmla="*/ 0 h 21240"/>
                    <a:gd name="textAreaBottom" fmla="*/ 21600 h 21240"/>
                  </a:gdLst>
                  <a:ahLst/>
                  <a:cxnLst/>
                  <a:rect l="textAreaLeft" t="textAreaTop" r="textAreaRight" b="textAreaBottom"/>
                  <a:pathLst>
                    <a:path w="268" h="35">
                      <a:moveTo>
                        <a:pt x="0" y="35"/>
                      </a:moveTo>
                      <a:cubicBezTo>
                        <a:pt x="253" y="35"/>
                        <a:pt x="253" y="35"/>
                        <a:pt x="253" y="35"/>
                      </a:cubicBezTo>
                      <a:cubicBezTo>
                        <a:pt x="259" y="24"/>
                        <a:pt x="264" y="12"/>
                        <a:pt x="268" y="0"/>
                      </a:cubicBezTo>
                      <a:cubicBezTo>
                        <a:pt x="13" y="0"/>
                        <a:pt x="13" y="0"/>
                        <a:pt x="13" y="0"/>
                      </a:cubicBezTo>
                      <a:lnTo>
                        <a:pt x="0" y="35"/>
                      </a:ln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0800" bIns="1080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41" name="Google Shape;626;p20"/>
                <p:cNvSpPr/>
                <p:nvPr/>
              </p:nvSpPr>
              <p:spPr>
                <a:xfrm>
                  <a:off x="270720" y="4525920"/>
                  <a:ext cx="157680" cy="21600"/>
                </a:xfrm>
                <a:custGeom>
                  <a:avLst/>
                  <a:gdLst>
                    <a:gd name="textAreaLeft" fmla="*/ 0 w 157680"/>
                    <a:gd name="textAreaRight" fmla="*/ 158040 w 157680"/>
                    <a:gd name="textAreaTop" fmla="*/ 0 h 21600"/>
                    <a:gd name="textAreaBottom" fmla="*/ 21960 h 21600"/>
                  </a:gdLst>
                  <a:ahLst/>
                  <a:cxnLst/>
                  <a:rect l="textAreaLeft" t="textAreaTop" r="textAreaRight" b="textAreaBottom"/>
                  <a:pathLst>
                    <a:path w="258" h="36">
                      <a:moveTo>
                        <a:pt x="253" y="0"/>
                      </a:moveTo>
                      <a:cubicBezTo>
                        <a:pt x="16" y="0"/>
                        <a:pt x="16" y="0"/>
                        <a:pt x="16" y="0"/>
                      </a:cubicBezTo>
                      <a:cubicBezTo>
                        <a:pt x="15" y="0"/>
                        <a:pt x="14" y="1"/>
                        <a:pt x="13" y="2"/>
                      </a:cubicBezTo>
                      <a:cubicBezTo>
                        <a:pt x="0" y="36"/>
                        <a:pt x="0" y="36"/>
                        <a:pt x="0" y="36"/>
                      </a:cubicBezTo>
                      <a:cubicBezTo>
                        <a:pt x="253" y="36"/>
                        <a:pt x="253" y="36"/>
                        <a:pt x="253" y="36"/>
                      </a:cubicBezTo>
                      <a:cubicBezTo>
                        <a:pt x="255" y="26"/>
                        <a:pt x="257" y="16"/>
                        <a:pt x="257" y="5"/>
                      </a:cubicBezTo>
                      <a:cubicBezTo>
                        <a:pt x="258" y="2"/>
                        <a:pt x="255" y="0"/>
                        <a:pt x="253" y="0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0800" bIns="1080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42" name="Google Shape;627;p20"/>
                <p:cNvSpPr/>
                <p:nvPr/>
              </p:nvSpPr>
              <p:spPr>
                <a:xfrm>
                  <a:off x="300240" y="4433760"/>
                  <a:ext cx="18360" cy="54720"/>
                </a:xfrm>
                <a:custGeom>
                  <a:avLst/>
                  <a:gdLst>
                    <a:gd name="textAreaLeft" fmla="*/ 0 w 18360"/>
                    <a:gd name="textAreaRight" fmla="*/ 18720 w 18360"/>
                    <a:gd name="textAreaTop" fmla="*/ 0 h 54720"/>
                    <a:gd name="textAreaBottom" fmla="*/ 55080 h 54720"/>
                  </a:gdLst>
                  <a:ahLst/>
                  <a:cxnLst/>
                  <a:rect l="textAreaLeft" t="textAreaTop" r="textAreaRight" b="textAreaBottom"/>
                  <a:pathLst>
                    <a:path w="31" h="90">
                      <a:moveTo>
                        <a:pt x="16" y="90"/>
                      </a:moveTo>
                      <a:cubicBezTo>
                        <a:pt x="24" y="90"/>
                        <a:pt x="31" y="84"/>
                        <a:pt x="31" y="75"/>
                      </a:cubicBezTo>
                      <a:cubicBezTo>
                        <a:pt x="31" y="20"/>
                        <a:pt x="31" y="20"/>
                        <a:pt x="31" y="20"/>
                      </a:cubicBezTo>
                      <a:cubicBezTo>
                        <a:pt x="30" y="0"/>
                        <a:pt x="1" y="0"/>
                        <a:pt x="0" y="20"/>
                      </a:cubicBezTo>
                      <a:cubicBezTo>
                        <a:pt x="0" y="75"/>
                        <a:pt x="0" y="75"/>
                        <a:pt x="0" y="75"/>
                      </a:cubicBezTo>
                      <a:cubicBezTo>
                        <a:pt x="0" y="84"/>
                        <a:pt x="7" y="90"/>
                        <a:pt x="16" y="90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7360" bIns="2736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43" name="Google Shape;628;p20"/>
                <p:cNvSpPr/>
                <p:nvPr/>
              </p:nvSpPr>
              <p:spPr>
                <a:xfrm>
                  <a:off x="337680" y="4412880"/>
                  <a:ext cx="18000" cy="75600"/>
                </a:xfrm>
                <a:custGeom>
                  <a:avLst/>
                  <a:gdLst>
                    <a:gd name="textAreaLeft" fmla="*/ 0 w 18000"/>
                    <a:gd name="textAreaRight" fmla="*/ 18360 w 18000"/>
                    <a:gd name="textAreaTop" fmla="*/ 0 h 75600"/>
                    <a:gd name="textAreaBottom" fmla="*/ 75960 h 75600"/>
                  </a:gdLst>
                  <a:ahLst/>
                  <a:cxnLst/>
                  <a:rect l="textAreaLeft" t="textAreaTop" r="textAreaRight" b="textAreaBottom"/>
                  <a:pathLst>
                    <a:path w="30" h="124">
                      <a:moveTo>
                        <a:pt x="15" y="124"/>
                      </a:moveTo>
                      <a:cubicBezTo>
                        <a:pt x="24" y="124"/>
                        <a:pt x="30" y="118"/>
                        <a:pt x="30" y="109"/>
                      </a:cubicBezTo>
                      <a:cubicBezTo>
                        <a:pt x="30" y="20"/>
                        <a:pt x="30" y="20"/>
                        <a:pt x="30" y="20"/>
                      </a:cubicBezTo>
                      <a:cubicBezTo>
                        <a:pt x="30" y="0"/>
                        <a:pt x="1" y="0"/>
                        <a:pt x="0" y="20"/>
                      </a:cubicBezTo>
                      <a:cubicBezTo>
                        <a:pt x="0" y="109"/>
                        <a:pt x="0" y="109"/>
                        <a:pt x="0" y="109"/>
                      </a:cubicBezTo>
                      <a:cubicBezTo>
                        <a:pt x="0" y="118"/>
                        <a:pt x="7" y="124"/>
                        <a:pt x="15" y="124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7800" bIns="3780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44" name="Google Shape;629;p20"/>
                <p:cNvSpPr/>
                <p:nvPr/>
              </p:nvSpPr>
              <p:spPr>
                <a:xfrm>
                  <a:off x="374760" y="4384080"/>
                  <a:ext cx="18360" cy="104400"/>
                </a:xfrm>
                <a:custGeom>
                  <a:avLst/>
                  <a:gdLst>
                    <a:gd name="textAreaLeft" fmla="*/ 0 w 18360"/>
                    <a:gd name="textAreaRight" fmla="*/ 18720 w 18360"/>
                    <a:gd name="textAreaTop" fmla="*/ 0 h 104400"/>
                    <a:gd name="textAreaBottom" fmla="*/ 104760 h 104400"/>
                  </a:gdLst>
                  <a:ahLst/>
                  <a:cxnLst/>
                  <a:rect l="textAreaLeft" t="textAreaTop" r="textAreaRight" b="textAreaBottom"/>
                  <a:pathLst>
                    <a:path w="30" h="171">
                      <a:moveTo>
                        <a:pt x="15" y="171"/>
                      </a:moveTo>
                      <a:cubicBezTo>
                        <a:pt x="23" y="171"/>
                        <a:pt x="30" y="165"/>
                        <a:pt x="30" y="156"/>
                      </a:cubicBezTo>
                      <a:cubicBezTo>
                        <a:pt x="30" y="20"/>
                        <a:pt x="30" y="20"/>
                        <a:pt x="30" y="20"/>
                      </a:cubicBezTo>
                      <a:cubicBezTo>
                        <a:pt x="29" y="0"/>
                        <a:pt x="1" y="0"/>
                        <a:pt x="0" y="20"/>
                      </a:cubicBezTo>
                      <a:cubicBezTo>
                        <a:pt x="0" y="156"/>
                        <a:pt x="0" y="156"/>
                        <a:pt x="0" y="156"/>
                      </a:cubicBezTo>
                      <a:cubicBezTo>
                        <a:pt x="0" y="165"/>
                        <a:pt x="7" y="171"/>
                        <a:pt x="15" y="171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</p:grpSp>
      </p:grpSp>
      <p:sp>
        <p:nvSpPr>
          <p:cNvPr id="345" name="PlaceHolder 1"/>
          <p:cNvSpPr>
            <a:spLocks noGrp="1"/>
          </p:cNvSpPr>
          <p:nvPr>
            <p:ph type="title"/>
          </p:nvPr>
        </p:nvSpPr>
        <p:spPr>
          <a:xfrm>
            <a:off x="1665000" y="2743200"/>
            <a:ext cx="2689920" cy="7686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4000" b="1" u="none" strike="noStrike">
                <a:solidFill>
                  <a:schemeClr val="dk1"/>
                </a:solidFill>
                <a:effectLst/>
                <a:uFillTx/>
                <a:latin typeface="Montserrat"/>
                <a:ea typeface="Montserrat"/>
              </a:rPr>
              <a:t>xx%</a:t>
            </a:r>
            <a:endParaRPr lang="fr-FR" sz="4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46" name="PlaceHolder 2"/>
          <p:cNvSpPr>
            <a:spLocks noGrp="1"/>
          </p:cNvSpPr>
          <p:nvPr>
            <p:ph type="title"/>
          </p:nvPr>
        </p:nvSpPr>
        <p:spPr>
          <a:xfrm>
            <a:off x="3226680" y="1032480"/>
            <a:ext cx="2689920" cy="7686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4000" b="0" u="none" strike="noStrike">
                <a:solidFill>
                  <a:schemeClr val="dk1"/>
                </a:solidFill>
                <a:effectLst/>
                <a:uFillTx/>
                <a:latin typeface="Montserrat"/>
                <a:ea typeface="Montserrat"/>
              </a:rPr>
              <a:t>xx%</a:t>
            </a:r>
            <a:endParaRPr lang="fr-FR" sz="4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47" name="PlaceHolder 3"/>
          <p:cNvSpPr>
            <a:spLocks noGrp="1"/>
          </p:cNvSpPr>
          <p:nvPr>
            <p:ph type="title"/>
          </p:nvPr>
        </p:nvSpPr>
        <p:spPr>
          <a:xfrm>
            <a:off x="4788360" y="2743200"/>
            <a:ext cx="2689920" cy="7686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4000" b="1" u="none" strike="noStrike">
                <a:solidFill>
                  <a:schemeClr val="dk1"/>
                </a:solidFill>
                <a:effectLst/>
                <a:uFillTx/>
                <a:latin typeface="Montserrat"/>
                <a:ea typeface="Montserrat"/>
              </a:rPr>
              <a:t>xx%</a:t>
            </a:r>
            <a:endParaRPr lang="fr-FR" sz="4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  <p:transition spd="slow">
    <p:push dir="u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HEADER"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8" name="Google Shape;17;p3"/>
          <p:cNvPicPr/>
          <p:nvPr/>
        </p:nvPicPr>
        <p:blipFill>
          <a:blip r:embed="rId2"/>
          <a:srcRect t="1844" r="1844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49" name="Google Shape;18;p3"/>
          <p:cNvPicPr/>
          <p:nvPr/>
        </p:nvPicPr>
        <p:blipFill>
          <a:blip r:embed="rId3">
            <a:alphaModFix amt="60000"/>
          </a:blip>
          <a:srcRect b="1681"/>
          <a:stretch/>
        </p:blipFill>
        <p:spPr>
          <a:xfrm>
            <a:off x="0" y="0"/>
            <a:ext cx="2740680" cy="514332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350" name="Google Shape;19;p3"/>
          <p:cNvGrpSpPr/>
          <p:nvPr/>
        </p:nvGrpSpPr>
        <p:grpSpPr>
          <a:xfrm>
            <a:off x="-1317240" y="-1764360"/>
            <a:ext cx="12139560" cy="8643960"/>
            <a:chOff x="-1317240" y="-1764360"/>
            <a:chExt cx="12139560" cy="8643960"/>
          </a:xfrm>
        </p:grpSpPr>
        <p:pic>
          <p:nvPicPr>
            <p:cNvPr id="351" name="Google Shape;20;p3"/>
            <p:cNvPicPr/>
            <p:nvPr/>
          </p:nvPicPr>
          <p:blipFill>
            <a:blip r:embed="rId4">
              <a:alphaModFix amt="50000"/>
            </a:blip>
            <a:stretch/>
          </p:blipFill>
          <p:spPr>
            <a:xfrm rot="1120800">
              <a:off x="6818760" y="-1288440"/>
              <a:ext cx="3541680" cy="34646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352" name="Google Shape;21;p3"/>
            <p:cNvPicPr/>
            <p:nvPr/>
          </p:nvPicPr>
          <p:blipFill>
            <a:blip r:embed="rId4">
              <a:alphaModFix amt="50000"/>
            </a:blip>
            <a:stretch/>
          </p:blipFill>
          <p:spPr>
            <a:xfrm rot="4680600">
              <a:off x="-1025640" y="3054960"/>
              <a:ext cx="3541680" cy="346464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353" name="Google Shape;22;p3"/>
          <p:cNvGrpSpPr/>
          <p:nvPr/>
        </p:nvGrpSpPr>
        <p:grpSpPr>
          <a:xfrm>
            <a:off x="-812520" y="-464040"/>
            <a:ext cx="10246680" cy="6233040"/>
            <a:chOff x="-812520" y="-464040"/>
            <a:chExt cx="10246680" cy="6233040"/>
          </a:xfrm>
        </p:grpSpPr>
        <p:grpSp>
          <p:nvGrpSpPr>
            <p:cNvPr id="354" name="Google Shape;23;p3"/>
            <p:cNvGrpSpPr/>
            <p:nvPr/>
          </p:nvGrpSpPr>
          <p:grpSpPr>
            <a:xfrm>
              <a:off x="-812520" y="-464040"/>
              <a:ext cx="1963080" cy="2007000"/>
              <a:chOff x="-812520" y="-464040"/>
              <a:chExt cx="1963080" cy="2007000"/>
            </a:xfrm>
          </p:grpSpPr>
          <p:pic>
            <p:nvPicPr>
              <p:cNvPr id="355" name="Google Shape;24;p3"/>
              <p:cNvPicPr/>
              <p:nvPr/>
            </p:nvPicPr>
            <p:blipFill>
              <a:blip r:embed="rId5">
                <a:alphaModFix amt="50000"/>
              </a:blip>
              <a:stretch/>
            </p:blipFill>
            <p:spPr>
              <a:xfrm rot="5400000">
                <a:off x="-834480" y="-442080"/>
                <a:ext cx="2007000" cy="196308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grpSp>
            <p:nvGrpSpPr>
              <p:cNvPr id="356" name="Google Shape;25;p3"/>
              <p:cNvGrpSpPr/>
              <p:nvPr/>
            </p:nvGrpSpPr>
            <p:grpSpPr>
              <a:xfrm>
                <a:off x="432360" y="425520"/>
                <a:ext cx="326880" cy="318240"/>
                <a:chOff x="432360" y="425520"/>
                <a:chExt cx="326880" cy="318240"/>
              </a:xfrm>
            </p:grpSpPr>
            <p:sp>
              <p:nvSpPr>
                <p:cNvPr id="357" name="Google Shape;26;p3"/>
                <p:cNvSpPr/>
                <p:nvPr/>
              </p:nvSpPr>
              <p:spPr>
                <a:xfrm>
                  <a:off x="558720" y="722160"/>
                  <a:ext cx="115920" cy="21600"/>
                </a:xfrm>
                <a:custGeom>
                  <a:avLst/>
                  <a:gdLst>
                    <a:gd name="textAreaLeft" fmla="*/ 0 w 115920"/>
                    <a:gd name="textAreaRight" fmla="*/ 116280 w 115920"/>
                    <a:gd name="textAreaTop" fmla="*/ 0 h 21600"/>
                    <a:gd name="textAreaBottom" fmla="*/ 21960 h 21600"/>
                  </a:gdLst>
                  <a:ahLst/>
                  <a:cxnLst/>
                  <a:rect l="textAreaLeft" t="textAreaTop" r="textAreaRight" b="textAreaBottom"/>
                  <a:pathLst>
                    <a:path w="190" h="36">
                      <a:moveTo>
                        <a:pt x="1" y="14"/>
                      </a:moveTo>
                      <a:cubicBezTo>
                        <a:pt x="0" y="16"/>
                        <a:pt x="2" y="19"/>
                        <a:pt x="4" y="19"/>
                      </a:cubicBezTo>
                      <a:cubicBezTo>
                        <a:pt x="65" y="36"/>
                        <a:pt x="135" y="29"/>
                        <a:pt x="190" y="0"/>
                      </a:cubicBezTo>
                      <a:cubicBezTo>
                        <a:pt x="6" y="0"/>
                        <a:pt x="6" y="0"/>
                        <a:pt x="6" y="0"/>
                      </a:cubicBezTo>
                      <a:lnTo>
                        <a:pt x="1" y="14"/>
                      </a:ln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0800" bIns="1080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58" name="Google Shape;27;p3"/>
                <p:cNvSpPr/>
                <p:nvPr/>
              </p:nvSpPr>
              <p:spPr>
                <a:xfrm>
                  <a:off x="432360" y="543960"/>
                  <a:ext cx="155880" cy="181080"/>
                </a:xfrm>
                <a:custGeom>
                  <a:avLst/>
                  <a:gdLst>
                    <a:gd name="textAreaLeft" fmla="*/ 0 w 155880"/>
                    <a:gd name="textAreaRight" fmla="*/ 156240 w 155880"/>
                    <a:gd name="textAreaTop" fmla="*/ 0 h 181080"/>
                    <a:gd name="textAreaBottom" fmla="*/ 181440 h 181080"/>
                  </a:gdLst>
                  <a:ahLst/>
                  <a:cxnLst/>
                  <a:rect l="textAreaLeft" t="textAreaTop" r="textAreaRight" b="textAreaBottom"/>
                  <a:pathLst>
                    <a:path w="255" h="296">
                      <a:moveTo>
                        <a:pt x="251" y="72"/>
                      </a:moveTo>
                      <a:cubicBezTo>
                        <a:pt x="34" y="1"/>
                        <a:pt x="34" y="1"/>
                        <a:pt x="34" y="1"/>
                      </a:cubicBezTo>
                      <a:cubicBezTo>
                        <a:pt x="32" y="0"/>
                        <a:pt x="29" y="2"/>
                        <a:pt x="28" y="5"/>
                      </a:cubicBezTo>
                      <a:cubicBezTo>
                        <a:pt x="0" y="121"/>
                        <a:pt x="60" y="245"/>
                        <a:pt x="169" y="295"/>
                      </a:cubicBezTo>
                      <a:cubicBezTo>
                        <a:pt x="171" y="296"/>
                        <a:pt x="174" y="295"/>
                        <a:pt x="175" y="292"/>
                      </a:cubicBezTo>
                      <a:cubicBezTo>
                        <a:pt x="254" y="78"/>
                        <a:pt x="254" y="78"/>
                        <a:pt x="254" y="78"/>
                      </a:cubicBezTo>
                      <a:cubicBezTo>
                        <a:pt x="255" y="76"/>
                        <a:pt x="254" y="73"/>
                        <a:pt x="251" y="72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59" name="Google Shape;28;p3"/>
                <p:cNvSpPr/>
                <p:nvPr/>
              </p:nvSpPr>
              <p:spPr>
                <a:xfrm>
                  <a:off x="570240" y="678240"/>
                  <a:ext cx="156960" cy="23040"/>
                </a:xfrm>
                <a:custGeom>
                  <a:avLst/>
                  <a:gdLst>
                    <a:gd name="textAreaLeft" fmla="*/ 0 w 156960"/>
                    <a:gd name="textAreaRight" fmla="*/ 157320 w 156960"/>
                    <a:gd name="textAreaTop" fmla="*/ 0 h 23040"/>
                    <a:gd name="textAreaBottom" fmla="*/ 23400 h 23040"/>
                  </a:gdLst>
                  <a:ahLst/>
                  <a:cxnLst/>
                  <a:rect l="textAreaLeft" t="textAreaTop" r="textAreaRight" b="textAreaBottom"/>
                  <a:pathLst>
                    <a:path w="257" h="38">
                      <a:moveTo>
                        <a:pt x="0" y="38"/>
                      </a:moveTo>
                      <a:cubicBezTo>
                        <a:pt x="221" y="38"/>
                        <a:pt x="221" y="38"/>
                        <a:pt x="221" y="38"/>
                      </a:cubicBezTo>
                      <a:cubicBezTo>
                        <a:pt x="234" y="26"/>
                        <a:pt x="246" y="13"/>
                        <a:pt x="257" y="0"/>
                      </a:cubicBezTo>
                      <a:cubicBezTo>
                        <a:pt x="14" y="0"/>
                        <a:pt x="14" y="0"/>
                        <a:pt x="14" y="0"/>
                      </a:cubicBezTo>
                      <a:lnTo>
                        <a:pt x="0" y="38"/>
                      </a:ln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1520" bIns="1152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60" name="Google Shape;29;p3"/>
                <p:cNvSpPr/>
                <p:nvPr/>
              </p:nvSpPr>
              <p:spPr>
                <a:xfrm>
                  <a:off x="457560" y="425520"/>
                  <a:ext cx="134280" cy="141480"/>
                </a:xfrm>
                <a:custGeom>
                  <a:avLst/>
                  <a:gdLst>
                    <a:gd name="textAreaLeft" fmla="*/ 0 w 134280"/>
                    <a:gd name="textAreaRight" fmla="*/ 134640 w 134280"/>
                    <a:gd name="textAreaTop" fmla="*/ 0 h 141480"/>
                    <a:gd name="textAreaBottom" fmla="*/ 141840 h 141480"/>
                  </a:gdLst>
                  <a:ahLst/>
                  <a:cxnLst/>
                  <a:rect l="textAreaLeft" t="textAreaTop" r="textAreaRight" b="textAreaBottom"/>
                  <a:pathLst>
                    <a:path w="220" h="231">
                      <a:moveTo>
                        <a:pt x="4" y="162"/>
                      </a:moveTo>
                      <a:cubicBezTo>
                        <a:pt x="214" y="230"/>
                        <a:pt x="214" y="230"/>
                        <a:pt x="214" y="230"/>
                      </a:cubicBezTo>
                      <a:cubicBezTo>
                        <a:pt x="217" y="231"/>
                        <a:pt x="220" y="229"/>
                        <a:pt x="220" y="226"/>
                      </a:cubicBezTo>
                      <a:cubicBezTo>
                        <a:pt x="220" y="5"/>
                        <a:pt x="220" y="5"/>
                        <a:pt x="220" y="5"/>
                      </a:cubicBezTo>
                      <a:cubicBezTo>
                        <a:pt x="220" y="2"/>
                        <a:pt x="217" y="0"/>
                        <a:pt x="215" y="0"/>
                      </a:cubicBezTo>
                      <a:cubicBezTo>
                        <a:pt x="155" y="6"/>
                        <a:pt x="99" y="31"/>
                        <a:pt x="56" y="75"/>
                      </a:cubicBezTo>
                      <a:cubicBezTo>
                        <a:pt x="32" y="98"/>
                        <a:pt x="14" y="125"/>
                        <a:pt x="1" y="155"/>
                      </a:cubicBezTo>
                      <a:cubicBezTo>
                        <a:pt x="0" y="158"/>
                        <a:pt x="1" y="161"/>
                        <a:pt x="4" y="162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61" name="Google Shape;30;p3"/>
                <p:cNvSpPr/>
                <p:nvPr/>
              </p:nvSpPr>
              <p:spPr>
                <a:xfrm>
                  <a:off x="586080" y="635760"/>
                  <a:ext cx="164160" cy="21240"/>
                </a:xfrm>
                <a:custGeom>
                  <a:avLst/>
                  <a:gdLst>
                    <a:gd name="textAreaLeft" fmla="*/ 0 w 164160"/>
                    <a:gd name="textAreaRight" fmla="*/ 164520 w 164160"/>
                    <a:gd name="textAreaTop" fmla="*/ 0 h 21240"/>
                    <a:gd name="textAreaBottom" fmla="*/ 21600 h 21240"/>
                  </a:gdLst>
                  <a:ahLst/>
                  <a:cxnLst/>
                  <a:rect l="textAreaLeft" t="textAreaTop" r="textAreaRight" b="textAreaBottom"/>
                  <a:pathLst>
                    <a:path w="268" h="35">
                      <a:moveTo>
                        <a:pt x="0" y="35"/>
                      </a:moveTo>
                      <a:cubicBezTo>
                        <a:pt x="253" y="35"/>
                        <a:pt x="253" y="35"/>
                        <a:pt x="253" y="35"/>
                      </a:cubicBezTo>
                      <a:cubicBezTo>
                        <a:pt x="259" y="24"/>
                        <a:pt x="264" y="12"/>
                        <a:pt x="268" y="0"/>
                      </a:cubicBezTo>
                      <a:cubicBezTo>
                        <a:pt x="13" y="0"/>
                        <a:pt x="13" y="0"/>
                        <a:pt x="13" y="0"/>
                      </a:cubicBezTo>
                      <a:lnTo>
                        <a:pt x="0" y="35"/>
                      </a:ln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0800" bIns="1080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62" name="Google Shape;31;p3"/>
                <p:cNvSpPr/>
                <p:nvPr/>
              </p:nvSpPr>
              <p:spPr>
                <a:xfrm>
                  <a:off x="601560" y="592920"/>
                  <a:ext cx="157680" cy="21600"/>
                </a:xfrm>
                <a:custGeom>
                  <a:avLst/>
                  <a:gdLst>
                    <a:gd name="textAreaLeft" fmla="*/ 0 w 157680"/>
                    <a:gd name="textAreaRight" fmla="*/ 158040 w 157680"/>
                    <a:gd name="textAreaTop" fmla="*/ 0 h 21600"/>
                    <a:gd name="textAreaBottom" fmla="*/ 21960 h 21600"/>
                  </a:gdLst>
                  <a:ahLst/>
                  <a:cxnLst/>
                  <a:rect l="textAreaLeft" t="textAreaTop" r="textAreaRight" b="textAreaBottom"/>
                  <a:pathLst>
                    <a:path w="258" h="36">
                      <a:moveTo>
                        <a:pt x="253" y="0"/>
                      </a:moveTo>
                      <a:cubicBezTo>
                        <a:pt x="16" y="0"/>
                        <a:pt x="16" y="0"/>
                        <a:pt x="16" y="0"/>
                      </a:cubicBezTo>
                      <a:cubicBezTo>
                        <a:pt x="15" y="0"/>
                        <a:pt x="14" y="1"/>
                        <a:pt x="13" y="2"/>
                      </a:cubicBezTo>
                      <a:cubicBezTo>
                        <a:pt x="0" y="36"/>
                        <a:pt x="0" y="36"/>
                        <a:pt x="0" y="36"/>
                      </a:cubicBezTo>
                      <a:cubicBezTo>
                        <a:pt x="253" y="36"/>
                        <a:pt x="253" y="36"/>
                        <a:pt x="253" y="36"/>
                      </a:cubicBezTo>
                      <a:cubicBezTo>
                        <a:pt x="255" y="26"/>
                        <a:pt x="257" y="16"/>
                        <a:pt x="257" y="5"/>
                      </a:cubicBezTo>
                      <a:cubicBezTo>
                        <a:pt x="258" y="2"/>
                        <a:pt x="255" y="0"/>
                        <a:pt x="253" y="0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0800" bIns="1080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63" name="Google Shape;32;p3"/>
                <p:cNvSpPr/>
                <p:nvPr/>
              </p:nvSpPr>
              <p:spPr>
                <a:xfrm>
                  <a:off x="631080" y="501120"/>
                  <a:ext cx="18360" cy="54720"/>
                </a:xfrm>
                <a:custGeom>
                  <a:avLst/>
                  <a:gdLst>
                    <a:gd name="textAreaLeft" fmla="*/ 0 w 18360"/>
                    <a:gd name="textAreaRight" fmla="*/ 18720 w 18360"/>
                    <a:gd name="textAreaTop" fmla="*/ 0 h 54720"/>
                    <a:gd name="textAreaBottom" fmla="*/ 55080 h 54720"/>
                  </a:gdLst>
                  <a:ahLst/>
                  <a:cxnLst/>
                  <a:rect l="textAreaLeft" t="textAreaTop" r="textAreaRight" b="textAreaBottom"/>
                  <a:pathLst>
                    <a:path w="31" h="90">
                      <a:moveTo>
                        <a:pt x="16" y="90"/>
                      </a:moveTo>
                      <a:cubicBezTo>
                        <a:pt x="24" y="90"/>
                        <a:pt x="31" y="84"/>
                        <a:pt x="31" y="75"/>
                      </a:cubicBezTo>
                      <a:cubicBezTo>
                        <a:pt x="31" y="20"/>
                        <a:pt x="31" y="20"/>
                        <a:pt x="31" y="20"/>
                      </a:cubicBezTo>
                      <a:cubicBezTo>
                        <a:pt x="30" y="0"/>
                        <a:pt x="1" y="0"/>
                        <a:pt x="0" y="20"/>
                      </a:cubicBezTo>
                      <a:cubicBezTo>
                        <a:pt x="0" y="75"/>
                        <a:pt x="0" y="75"/>
                        <a:pt x="0" y="75"/>
                      </a:cubicBezTo>
                      <a:cubicBezTo>
                        <a:pt x="0" y="84"/>
                        <a:pt x="7" y="90"/>
                        <a:pt x="16" y="90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7360" bIns="2736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64" name="Google Shape;33;p3"/>
                <p:cNvSpPr/>
                <p:nvPr/>
              </p:nvSpPr>
              <p:spPr>
                <a:xfrm>
                  <a:off x="668520" y="480240"/>
                  <a:ext cx="18000" cy="75600"/>
                </a:xfrm>
                <a:custGeom>
                  <a:avLst/>
                  <a:gdLst>
                    <a:gd name="textAreaLeft" fmla="*/ 0 w 18000"/>
                    <a:gd name="textAreaRight" fmla="*/ 18360 w 18000"/>
                    <a:gd name="textAreaTop" fmla="*/ 0 h 75600"/>
                    <a:gd name="textAreaBottom" fmla="*/ 75960 h 75600"/>
                  </a:gdLst>
                  <a:ahLst/>
                  <a:cxnLst/>
                  <a:rect l="textAreaLeft" t="textAreaTop" r="textAreaRight" b="textAreaBottom"/>
                  <a:pathLst>
                    <a:path w="30" h="124">
                      <a:moveTo>
                        <a:pt x="15" y="124"/>
                      </a:moveTo>
                      <a:cubicBezTo>
                        <a:pt x="24" y="124"/>
                        <a:pt x="30" y="118"/>
                        <a:pt x="30" y="109"/>
                      </a:cubicBezTo>
                      <a:cubicBezTo>
                        <a:pt x="30" y="20"/>
                        <a:pt x="30" y="20"/>
                        <a:pt x="30" y="20"/>
                      </a:cubicBezTo>
                      <a:cubicBezTo>
                        <a:pt x="30" y="0"/>
                        <a:pt x="1" y="0"/>
                        <a:pt x="0" y="20"/>
                      </a:cubicBezTo>
                      <a:cubicBezTo>
                        <a:pt x="0" y="109"/>
                        <a:pt x="0" y="109"/>
                        <a:pt x="0" y="109"/>
                      </a:cubicBezTo>
                      <a:cubicBezTo>
                        <a:pt x="0" y="118"/>
                        <a:pt x="7" y="124"/>
                        <a:pt x="15" y="124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7800" bIns="3780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65" name="Google Shape;34;p3"/>
                <p:cNvSpPr/>
                <p:nvPr/>
              </p:nvSpPr>
              <p:spPr>
                <a:xfrm>
                  <a:off x="705600" y="451080"/>
                  <a:ext cx="18360" cy="104400"/>
                </a:xfrm>
                <a:custGeom>
                  <a:avLst/>
                  <a:gdLst>
                    <a:gd name="textAreaLeft" fmla="*/ 0 w 18360"/>
                    <a:gd name="textAreaRight" fmla="*/ 18720 w 18360"/>
                    <a:gd name="textAreaTop" fmla="*/ 0 h 104400"/>
                    <a:gd name="textAreaBottom" fmla="*/ 104760 h 104400"/>
                  </a:gdLst>
                  <a:ahLst/>
                  <a:cxnLst/>
                  <a:rect l="textAreaLeft" t="textAreaTop" r="textAreaRight" b="textAreaBottom"/>
                  <a:pathLst>
                    <a:path w="30" h="171">
                      <a:moveTo>
                        <a:pt x="15" y="171"/>
                      </a:moveTo>
                      <a:cubicBezTo>
                        <a:pt x="23" y="171"/>
                        <a:pt x="30" y="165"/>
                        <a:pt x="30" y="156"/>
                      </a:cubicBezTo>
                      <a:cubicBezTo>
                        <a:pt x="30" y="20"/>
                        <a:pt x="30" y="20"/>
                        <a:pt x="30" y="20"/>
                      </a:cubicBezTo>
                      <a:cubicBezTo>
                        <a:pt x="29" y="0"/>
                        <a:pt x="1" y="0"/>
                        <a:pt x="0" y="20"/>
                      </a:cubicBezTo>
                      <a:cubicBezTo>
                        <a:pt x="0" y="156"/>
                        <a:pt x="0" y="156"/>
                        <a:pt x="0" y="156"/>
                      </a:cubicBezTo>
                      <a:cubicBezTo>
                        <a:pt x="0" y="165"/>
                        <a:pt x="7" y="171"/>
                        <a:pt x="15" y="171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366" name="Google Shape;35;p3"/>
              <p:cNvGrpSpPr/>
              <p:nvPr/>
            </p:nvGrpSpPr>
            <p:grpSpPr>
              <a:xfrm>
                <a:off x="475920" y="1088640"/>
                <a:ext cx="268200" cy="268560"/>
                <a:chOff x="475920" y="1088640"/>
                <a:chExt cx="268200" cy="268560"/>
              </a:xfrm>
            </p:grpSpPr>
            <p:sp>
              <p:nvSpPr>
                <p:cNvPr id="367" name="Google Shape;36;p3"/>
                <p:cNvSpPr/>
                <p:nvPr/>
              </p:nvSpPr>
              <p:spPr>
                <a:xfrm>
                  <a:off x="534240" y="1247040"/>
                  <a:ext cx="51480" cy="51480"/>
                </a:xfrm>
                <a:custGeom>
                  <a:avLst/>
                  <a:gdLst>
                    <a:gd name="textAreaLeft" fmla="*/ 0 w 51480"/>
                    <a:gd name="textAreaRight" fmla="*/ 51840 w 51480"/>
                    <a:gd name="textAreaTop" fmla="*/ 0 h 51480"/>
                    <a:gd name="textAreaBottom" fmla="*/ 51840 h 51480"/>
                  </a:gdLst>
                  <a:ahLst/>
                  <a:cxnLst/>
                  <a:rect l="textAreaLeft" t="textAreaTop" r="textAreaRight" b="textAreaBottom"/>
                  <a:pathLst>
                    <a:path w="99" h="99">
                      <a:moveTo>
                        <a:pt x="0" y="2"/>
                      </a:moveTo>
                      <a:cubicBezTo>
                        <a:pt x="7" y="24"/>
                        <a:pt x="19" y="45"/>
                        <a:pt x="37" y="62"/>
                      </a:cubicBezTo>
                      <a:cubicBezTo>
                        <a:pt x="54" y="80"/>
                        <a:pt x="75" y="92"/>
                        <a:pt x="97" y="99"/>
                      </a:cubicBezTo>
                      <a:cubicBezTo>
                        <a:pt x="99" y="53"/>
                        <a:pt x="46" y="0"/>
                        <a:pt x="0" y="2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5920" bIns="2592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68" name="Google Shape;37;p3"/>
                <p:cNvSpPr/>
                <p:nvPr/>
              </p:nvSpPr>
              <p:spPr>
                <a:xfrm>
                  <a:off x="633600" y="1247760"/>
                  <a:ext cx="50760" cy="50760"/>
                </a:xfrm>
                <a:custGeom>
                  <a:avLst/>
                  <a:gdLst>
                    <a:gd name="textAreaLeft" fmla="*/ 0 w 50760"/>
                    <a:gd name="textAreaRight" fmla="*/ 51120 w 50760"/>
                    <a:gd name="textAreaTop" fmla="*/ 0 h 50760"/>
                    <a:gd name="textAreaBottom" fmla="*/ 51120 h 50760"/>
                  </a:gdLst>
                  <a:ahLst/>
                  <a:cxnLst/>
                  <a:rect l="textAreaLeft" t="textAreaTop" r="textAreaRight" b="textAreaBottom"/>
                  <a:pathLst>
                    <a:path w="98" h="98">
                      <a:moveTo>
                        <a:pt x="31" y="32"/>
                      </a:moveTo>
                      <a:cubicBezTo>
                        <a:pt x="11" y="52"/>
                        <a:pt x="0" y="77"/>
                        <a:pt x="0" y="98"/>
                      </a:cubicBezTo>
                      <a:cubicBezTo>
                        <a:pt x="22" y="91"/>
                        <a:pt x="43" y="79"/>
                        <a:pt x="61" y="61"/>
                      </a:cubicBezTo>
                      <a:cubicBezTo>
                        <a:pt x="78" y="44"/>
                        <a:pt x="91" y="23"/>
                        <a:pt x="98" y="1"/>
                      </a:cubicBezTo>
                      <a:cubicBezTo>
                        <a:pt x="76" y="0"/>
                        <a:pt x="51" y="11"/>
                        <a:pt x="31" y="32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5560" bIns="2556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69" name="Google Shape;38;p3"/>
                <p:cNvSpPr/>
                <p:nvPr/>
              </p:nvSpPr>
              <p:spPr>
                <a:xfrm>
                  <a:off x="534240" y="1148400"/>
                  <a:ext cx="50400" cy="50760"/>
                </a:xfrm>
                <a:custGeom>
                  <a:avLst/>
                  <a:gdLst>
                    <a:gd name="textAreaLeft" fmla="*/ 0 w 50400"/>
                    <a:gd name="textAreaRight" fmla="*/ 50760 w 50400"/>
                    <a:gd name="textAreaTop" fmla="*/ 0 h 50760"/>
                    <a:gd name="textAreaBottom" fmla="*/ 51120 h 50760"/>
                  </a:gdLst>
                  <a:ahLst/>
                  <a:cxnLst/>
                  <a:rect l="textAreaLeft" t="textAreaTop" r="textAreaRight" b="textAreaBottom"/>
                  <a:pathLst>
                    <a:path w="97" h="98">
                      <a:moveTo>
                        <a:pt x="66" y="67"/>
                      </a:moveTo>
                      <a:cubicBezTo>
                        <a:pt x="86" y="47"/>
                        <a:pt x="97" y="22"/>
                        <a:pt x="97" y="0"/>
                      </a:cubicBezTo>
                      <a:cubicBezTo>
                        <a:pt x="52" y="14"/>
                        <a:pt x="13" y="53"/>
                        <a:pt x="0" y="98"/>
                      </a:cubicBezTo>
                      <a:cubicBezTo>
                        <a:pt x="21" y="98"/>
                        <a:pt x="46" y="87"/>
                        <a:pt x="66" y="67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5560" bIns="2556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70" name="Google Shape;39;p3"/>
                <p:cNvSpPr/>
                <p:nvPr/>
              </p:nvSpPr>
              <p:spPr>
                <a:xfrm>
                  <a:off x="632520" y="1148400"/>
                  <a:ext cx="51840" cy="51840"/>
                </a:xfrm>
                <a:custGeom>
                  <a:avLst/>
                  <a:gdLst>
                    <a:gd name="textAreaLeft" fmla="*/ 0 w 51840"/>
                    <a:gd name="textAreaRight" fmla="*/ 52200 w 51840"/>
                    <a:gd name="textAreaTop" fmla="*/ 0 h 51840"/>
                    <a:gd name="textAreaBottom" fmla="*/ 52200 h 51840"/>
                  </a:gdLst>
                  <a:ahLst/>
                  <a:cxnLst/>
                  <a:rect l="textAreaLeft" t="textAreaTop" r="textAreaRight" b="textAreaBottom"/>
                  <a:pathLst>
                    <a:path w="100" h="100">
                      <a:moveTo>
                        <a:pt x="100" y="98"/>
                      </a:moveTo>
                      <a:cubicBezTo>
                        <a:pt x="86" y="53"/>
                        <a:pt x="47" y="14"/>
                        <a:pt x="2" y="0"/>
                      </a:cubicBezTo>
                      <a:cubicBezTo>
                        <a:pt x="0" y="46"/>
                        <a:pt x="54" y="100"/>
                        <a:pt x="100" y="98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5920" bIns="2592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71" name="Google Shape;40;p3"/>
                <p:cNvSpPr/>
                <p:nvPr/>
              </p:nvSpPr>
              <p:spPr>
                <a:xfrm>
                  <a:off x="595440" y="1211040"/>
                  <a:ext cx="27000" cy="26640"/>
                </a:xfrm>
                <a:custGeom>
                  <a:avLst/>
                  <a:gdLst>
                    <a:gd name="textAreaLeft" fmla="*/ 0 w 27000"/>
                    <a:gd name="textAreaRight" fmla="*/ 27360 w 27000"/>
                    <a:gd name="textAreaTop" fmla="*/ 0 h 26640"/>
                    <a:gd name="textAreaBottom" fmla="*/ 27000 h 26640"/>
                  </a:gdLst>
                  <a:ahLst/>
                  <a:cxnLst/>
                  <a:rect l="textAreaLeft" t="textAreaTop" r="textAreaRight" b="textAreaBottom"/>
                  <a:pathLst>
                    <a:path w="53" h="51">
                      <a:moveTo>
                        <a:pt x="27" y="0"/>
                      </a:moveTo>
                      <a:cubicBezTo>
                        <a:pt x="21" y="0"/>
                        <a:pt x="14" y="3"/>
                        <a:pt x="10" y="7"/>
                      </a:cubicBezTo>
                      <a:cubicBezTo>
                        <a:pt x="0" y="17"/>
                        <a:pt x="0" y="32"/>
                        <a:pt x="10" y="41"/>
                      </a:cubicBezTo>
                      <a:cubicBezTo>
                        <a:pt x="19" y="51"/>
                        <a:pt x="34" y="51"/>
                        <a:pt x="44" y="41"/>
                      </a:cubicBezTo>
                      <a:cubicBezTo>
                        <a:pt x="53" y="32"/>
                        <a:pt x="53" y="17"/>
                        <a:pt x="44" y="7"/>
                      </a:cubicBezTo>
                      <a:cubicBezTo>
                        <a:pt x="39" y="3"/>
                        <a:pt x="33" y="0"/>
                        <a:pt x="27" y="0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3320" bIns="1332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72" name="Google Shape;41;p3"/>
                <p:cNvSpPr/>
                <p:nvPr/>
              </p:nvSpPr>
              <p:spPr>
                <a:xfrm>
                  <a:off x="530280" y="1144800"/>
                  <a:ext cx="157680" cy="157680"/>
                </a:xfrm>
                <a:custGeom>
                  <a:avLst/>
                  <a:gdLst>
                    <a:gd name="textAreaLeft" fmla="*/ 0 w 157680"/>
                    <a:gd name="textAreaRight" fmla="*/ 158040 w 157680"/>
                    <a:gd name="textAreaTop" fmla="*/ 0 h 157680"/>
                    <a:gd name="textAreaBottom" fmla="*/ 158040 h 157680"/>
                  </a:gdLst>
                  <a:ahLst/>
                  <a:cxnLst/>
                  <a:rect l="textAreaLeft" t="textAreaTop" r="textAreaRight" b="textAreaBottom"/>
                  <a:pathLst>
                    <a:path w="303" h="303">
                      <a:moveTo>
                        <a:pt x="295" y="135"/>
                      </a:moveTo>
                      <a:cubicBezTo>
                        <a:pt x="265" y="135"/>
                        <a:pt x="233" y="120"/>
                        <a:pt x="208" y="95"/>
                      </a:cubicBezTo>
                      <a:cubicBezTo>
                        <a:pt x="192" y="79"/>
                        <a:pt x="180" y="61"/>
                        <a:pt x="174" y="41"/>
                      </a:cubicBezTo>
                      <a:cubicBezTo>
                        <a:pt x="169" y="27"/>
                        <a:pt x="168" y="14"/>
                        <a:pt x="169" y="1"/>
                      </a:cubicBezTo>
                      <a:cubicBezTo>
                        <a:pt x="158" y="0"/>
                        <a:pt x="146" y="0"/>
                        <a:pt x="135" y="1"/>
                      </a:cubicBezTo>
                      <a:cubicBezTo>
                        <a:pt x="140" y="52"/>
                        <a:pt x="93" y="114"/>
                        <a:pt x="41" y="129"/>
                      </a:cubicBezTo>
                      <a:cubicBezTo>
                        <a:pt x="28" y="134"/>
                        <a:pt x="15" y="135"/>
                        <a:pt x="1" y="134"/>
                      </a:cubicBezTo>
                      <a:cubicBezTo>
                        <a:pt x="0" y="146"/>
                        <a:pt x="0" y="157"/>
                        <a:pt x="1" y="168"/>
                      </a:cubicBezTo>
                      <a:cubicBezTo>
                        <a:pt x="68" y="161"/>
                        <a:pt x="142" y="235"/>
                        <a:pt x="135" y="302"/>
                      </a:cubicBezTo>
                      <a:cubicBezTo>
                        <a:pt x="146" y="303"/>
                        <a:pt x="157" y="303"/>
                        <a:pt x="169" y="302"/>
                      </a:cubicBezTo>
                      <a:cubicBezTo>
                        <a:pt x="166" y="270"/>
                        <a:pt x="180" y="235"/>
                        <a:pt x="208" y="207"/>
                      </a:cubicBezTo>
                      <a:cubicBezTo>
                        <a:pt x="224" y="191"/>
                        <a:pt x="242" y="180"/>
                        <a:pt x="262" y="173"/>
                      </a:cubicBezTo>
                      <a:cubicBezTo>
                        <a:pt x="275" y="169"/>
                        <a:pt x="289" y="167"/>
                        <a:pt x="302" y="168"/>
                      </a:cubicBezTo>
                      <a:cubicBezTo>
                        <a:pt x="303" y="157"/>
                        <a:pt x="303" y="146"/>
                        <a:pt x="302" y="134"/>
                      </a:cubicBezTo>
                      <a:cubicBezTo>
                        <a:pt x="300" y="134"/>
                        <a:pt x="297" y="135"/>
                        <a:pt x="295" y="135"/>
                      </a:cubicBezTo>
                      <a:close/>
                      <a:moveTo>
                        <a:pt x="190" y="190"/>
                      </a:moveTo>
                      <a:cubicBezTo>
                        <a:pt x="190" y="190"/>
                        <a:pt x="190" y="190"/>
                        <a:pt x="190" y="190"/>
                      </a:cubicBezTo>
                      <a:cubicBezTo>
                        <a:pt x="169" y="211"/>
                        <a:pt x="135" y="211"/>
                        <a:pt x="114" y="190"/>
                      </a:cubicBezTo>
                      <a:cubicBezTo>
                        <a:pt x="92" y="169"/>
                        <a:pt x="92" y="134"/>
                        <a:pt x="114" y="113"/>
                      </a:cubicBezTo>
                      <a:cubicBezTo>
                        <a:pt x="135" y="92"/>
                        <a:pt x="169" y="92"/>
                        <a:pt x="190" y="113"/>
                      </a:cubicBezTo>
                      <a:cubicBezTo>
                        <a:pt x="211" y="134"/>
                        <a:pt x="211" y="169"/>
                        <a:pt x="190" y="190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73" name="Google Shape;42;p3"/>
                <p:cNvSpPr/>
                <p:nvPr/>
              </p:nvSpPr>
              <p:spPr>
                <a:xfrm>
                  <a:off x="475920" y="1088640"/>
                  <a:ext cx="268200" cy="268560"/>
                </a:xfrm>
                <a:custGeom>
                  <a:avLst/>
                  <a:gdLst>
                    <a:gd name="textAreaLeft" fmla="*/ 0 w 268200"/>
                    <a:gd name="textAreaRight" fmla="*/ 268560 w 268200"/>
                    <a:gd name="textAreaTop" fmla="*/ 0 h 268560"/>
                    <a:gd name="textAreaBottom" fmla="*/ 268920 h 268560"/>
                  </a:gdLst>
                  <a:ahLst/>
                  <a:cxnLst/>
                  <a:rect l="textAreaLeft" t="textAreaTop" r="textAreaRight" b="textAreaBottom"/>
                  <a:pathLst>
                    <a:path w="514" h="515">
                      <a:moveTo>
                        <a:pt x="507" y="209"/>
                      </a:moveTo>
                      <a:cubicBezTo>
                        <a:pt x="506" y="200"/>
                        <a:pt x="499" y="193"/>
                        <a:pt x="490" y="192"/>
                      </a:cubicBezTo>
                      <a:cubicBezTo>
                        <a:pt x="469" y="188"/>
                        <a:pt x="469" y="188"/>
                        <a:pt x="469" y="188"/>
                      </a:cubicBezTo>
                      <a:cubicBezTo>
                        <a:pt x="467" y="188"/>
                        <a:pt x="465" y="186"/>
                        <a:pt x="464" y="184"/>
                      </a:cubicBezTo>
                      <a:cubicBezTo>
                        <a:pt x="461" y="177"/>
                        <a:pt x="458" y="170"/>
                        <a:pt x="455" y="163"/>
                      </a:cubicBezTo>
                      <a:cubicBezTo>
                        <a:pt x="454" y="161"/>
                        <a:pt x="454" y="158"/>
                        <a:pt x="456" y="157"/>
                      </a:cubicBezTo>
                      <a:cubicBezTo>
                        <a:pt x="468" y="139"/>
                        <a:pt x="468" y="139"/>
                        <a:pt x="468" y="139"/>
                      </a:cubicBezTo>
                      <a:cubicBezTo>
                        <a:pt x="473" y="132"/>
                        <a:pt x="473" y="122"/>
                        <a:pt x="468" y="115"/>
                      </a:cubicBezTo>
                      <a:cubicBezTo>
                        <a:pt x="459" y="101"/>
                        <a:pt x="448" y="89"/>
                        <a:pt x="437" y="77"/>
                      </a:cubicBezTo>
                      <a:cubicBezTo>
                        <a:pt x="424" y="64"/>
                        <a:pt x="409" y="53"/>
                        <a:pt x="394" y="43"/>
                      </a:cubicBezTo>
                      <a:cubicBezTo>
                        <a:pt x="389" y="39"/>
                        <a:pt x="382" y="39"/>
                        <a:pt x="377" y="43"/>
                      </a:cubicBezTo>
                      <a:cubicBezTo>
                        <a:pt x="357" y="58"/>
                        <a:pt x="357" y="58"/>
                        <a:pt x="357" y="58"/>
                      </a:cubicBezTo>
                      <a:cubicBezTo>
                        <a:pt x="355" y="59"/>
                        <a:pt x="352" y="60"/>
                        <a:pt x="350" y="59"/>
                      </a:cubicBezTo>
                      <a:cubicBezTo>
                        <a:pt x="343" y="55"/>
                        <a:pt x="336" y="53"/>
                        <a:pt x="329" y="50"/>
                      </a:cubicBezTo>
                      <a:cubicBezTo>
                        <a:pt x="327" y="49"/>
                        <a:pt x="326" y="47"/>
                        <a:pt x="325" y="45"/>
                      </a:cubicBezTo>
                      <a:cubicBezTo>
                        <a:pt x="321" y="20"/>
                        <a:pt x="321" y="20"/>
                        <a:pt x="321" y="20"/>
                      </a:cubicBezTo>
                      <a:cubicBezTo>
                        <a:pt x="320" y="14"/>
                        <a:pt x="315" y="9"/>
                        <a:pt x="309" y="8"/>
                      </a:cubicBezTo>
                      <a:cubicBezTo>
                        <a:pt x="274" y="0"/>
                        <a:pt x="237" y="1"/>
                        <a:pt x="201" y="8"/>
                      </a:cubicBezTo>
                      <a:cubicBezTo>
                        <a:pt x="195" y="9"/>
                        <a:pt x="191" y="14"/>
                        <a:pt x="190" y="20"/>
                      </a:cubicBezTo>
                      <a:cubicBezTo>
                        <a:pt x="186" y="45"/>
                        <a:pt x="186" y="45"/>
                        <a:pt x="186" y="45"/>
                      </a:cubicBezTo>
                      <a:cubicBezTo>
                        <a:pt x="185" y="48"/>
                        <a:pt x="184" y="49"/>
                        <a:pt x="181" y="50"/>
                      </a:cubicBezTo>
                      <a:cubicBezTo>
                        <a:pt x="174" y="53"/>
                        <a:pt x="167" y="56"/>
                        <a:pt x="160" y="59"/>
                      </a:cubicBezTo>
                      <a:cubicBezTo>
                        <a:pt x="158" y="60"/>
                        <a:pt x="156" y="60"/>
                        <a:pt x="154" y="58"/>
                      </a:cubicBezTo>
                      <a:cubicBezTo>
                        <a:pt x="133" y="44"/>
                        <a:pt x="133" y="44"/>
                        <a:pt x="133" y="44"/>
                      </a:cubicBezTo>
                      <a:cubicBezTo>
                        <a:pt x="128" y="40"/>
                        <a:pt x="121" y="40"/>
                        <a:pt x="116" y="43"/>
                      </a:cubicBezTo>
                      <a:cubicBezTo>
                        <a:pt x="101" y="53"/>
                        <a:pt x="87" y="65"/>
                        <a:pt x="75" y="77"/>
                      </a:cubicBezTo>
                      <a:cubicBezTo>
                        <a:pt x="63" y="89"/>
                        <a:pt x="52" y="102"/>
                        <a:pt x="43" y="116"/>
                      </a:cubicBezTo>
                      <a:cubicBezTo>
                        <a:pt x="38" y="123"/>
                        <a:pt x="38" y="133"/>
                        <a:pt x="43" y="140"/>
                      </a:cubicBezTo>
                      <a:cubicBezTo>
                        <a:pt x="55" y="157"/>
                        <a:pt x="55" y="157"/>
                        <a:pt x="55" y="157"/>
                      </a:cubicBezTo>
                      <a:cubicBezTo>
                        <a:pt x="57" y="159"/>
                        <a:pt x="57" y="162"/>
                        <a:pt x="56" y="164"/>
                      </a:cubicBezTo>
                      <a:cubicBezTo>
                        <a:pt x="53" y="171"/>
                        <a:pt x="50" y="178"/>
                        <a:pt x="47" y="185"/>
                      </a:cubicBezTo>
                      <a:cubicBezTo>
                        <a:pt x="47" y="187"/>
                        <a:pt x="45" y="188"/>
                        <a:pt x="42" y="189"/>
                      </a:cubicBezTo>
                      <a:cubicBezTo>
                        <a:pt x="17" y="193"/>
                        <a:pt x="17" y="193"/>
                        <a:pt x="17" y="193"/>
                      </a:cubicBezTo>
                      <a:cubicBezTo>
                        <a:pt x="11" y="194"/>
                        <a:pt x="6" y="199"/>
                        <a:pt x="5" y="205"/>
                      </a:cubicBezTo>
                      <a:cubicBezTo>
                        <a:pt x="1" y="222"/>
                        <a:pt x="0" y="240"/>
                        <a:pt x="0" y="258"/>
                      </a:cubicBezTo>
                      <a:cubicBezTo>
                        <a:pt x="0" y="275"/>
                        <a:pt x="1" y="292"/>
                        <a:pt x="4" y="308"/>
                      </a:cubicBezTo>
                      <a:cubicBezTo>
                        <a:pt x="6" y="317"/>
                        <a:pt x="13" y="324"/>
                        <a:pt x="22" y="325"/>
                      </a:cubicBezTo>
                      <a:cubicBezTo>
                        <a:pt x="43" y="329"/>
                        <a:pt x="43" y="329"/>
                        <a:pt x="43" y="329"/>
                      </a:cubicBezTo>
                      <a:cubicBezTo>
                        <a:pt x="45" y="329"/>
                        <a:pt x="47" y="331"/>
                        <a:pt x="47" y="333"/>
                      </a:cubicBezTo>
                      <a:cubicBezTo>
                        <a:pt x="50" y="340"/>
                        <a:pt x="53" y="347"/>
                        <a:pt x="56" y="353"/>
                      </a:cubicBezTo>
                      <a:cubicBezTo>
                        <a:pt x="57" y="356"/>
                        <a:pt x="57" y="358"/>
                        <a:pt x="56" y="360"/>
                      </a:cubicBezTo>
                      <a:cubicBezTo>
                        <a:pt x="43" y="377"/>
                        <a:pt x="43" y="377"/>
                        <a:pt x="43" y="377"/>
                      </a:cubicBezTo>
                      <a:cubicBezTo>
                        <a:pt x="38" y="384"/>
                        <a:pt x="38" y="394"/>
                        <a:pt x="43" y="402"/>
                      </a:cubicBezTo>
                      <a:cubicBezTo>
                        <a:pt x="62" y="430"/>
                        <a:pt x="88" y="455"/>
                        <a:pt x="117" y="474"/>
                      </a:cubicBezTo>
                      <a:cubicBezTo>
                        <a:pt x="122" y="477"/>
                        <a:pt x="129" y="477"/>
                        <a:pt x="134" y="474"/>
                      </a:cubicBezTo>
                      <a:cubicBezTo>
                        <a:pt x="154" y="459"/>
                        <a:pt x="154" y="459"/>
                        <a:pt x="154" y="459"/>
                      </a:cubicBezTo>
                      <a:cubicBezTo>
                        <a:pt x="156" y="457"/>
                        <a:pt x="159" y="457"/>
                        <a:pt x="161" y="458"/>
                      </a:cubicBezTo>
                      <a:cubicBezTo>
                        <a:pt x="168" y="461"/>
                        <a:pt x="175" y="464"/>
                        <a:pt x="182" y="467"/>
                      </a:cubicBezTo>
                      <a:cubicBezTo>
                        <a:pt x="184" y="468"/>
                        <a:pt x="186" y="469"/>
                        <a:pt x="186" y="472"/>
                      </a:cubicBezTo>
                      <a:cubicBezTo>
                        <a:pt x="190" y="493"/>
                        <a:pt x="190" y="493"/>
                        <a:pt x="190" y="493"/>
                      </a:cubicBezTo>
                      <a:cubicBezTo>
                        <a:pt x="191" y="501"/>
                        <a:pt x="198" y="508"/>
                        <a:pt x="207" y="510"/>
                      </a:cubicBezTo>
                      <a:cubicBezTo>
                        <a:pt x="223" y="513"/>
                        <a:pt x="239" y="515"/>
                        <a:pt x="256" y="515"/>
                      </a:cubicBezTo>
                      <a:cubicBezTo>
                        <a:pt x="272" y="515"/>
                        <a:pt x="289" y="513"/>
                        <a:pt x="305" y="510"/>
                      </a:cubicBezTo>
                      <a:cubicBezTo>
                        <a:pt x="314" y="508"/>
                        <a:pt x="321" y="501"/>
                        <a:pt x="322" y="492"/>
                      </a:cubicBezTo>
                      <a:cubicBezTo>
                        <a:pt x="326" y="472"/>
                        <a:pt x="326" y="472"/>
                        <a:pt x="326" y="472"/>
                      </a:cubicBezTo>
                      <a:cubicBezTo>
                        <a:pt x="326" y="469"/>
                        <a:pt x="328" y="467"/>
                        <a:pt x="330" y="467"/>
                      </a:cubicBezTo>
                      <a:cubicBezTo>
                        <a:pt x="337" y="464"/>
                        <a:pt x="344" y="461"/>
                        <a:pt x="351" y="458"/>
                      </a:cubicBezTo>
                      <a:cubicBezTo>
                        <a:pt x="353" y="457"/>
                        <a:pt x="355" y="457"/>
                        <a:pt x="357" y="458"/>
                      </a:cubicBezTo>
                      <a:cubicBezTo>
                        <a:pt x="378" y="473"/>
                        <a:pt x="378" y="473"/>
                        <a:pt x="378" y="473"/>
                      </a:cubicBezTo>
                      <a:cubicBezTo>
                        <a:pt x="383" y="477"/>
                        <a:pt x="390" y="477"/>
                        <a:pt x="395" y="474"/>
                      </a:cubicBezTo>
                      <a:cubicBezTo>
                        <a:pt x="410" y="464"/>
                        <a:pt x="424" y="452"/>
                        <a:pt x="437" y="440"/>
                      </a:cubicBezTo>
                      <a:cubicBezTo>
                        <a:pt x="449" y="428"/>
                        <a:pt x="459" y="415"/>
                        <a:pt x="469" y="401"/>
                      </a:cubicBezTo>
                      <a:cubicBezTo>
                        <a:pt x="474" y="394"/>
                        <a:pt x="474" y="384"/>
                        <a:pt x="468" y="377"/>
                      </a:cubicBezTo>
                      <a:cubicBezTo>
                        <a:pt x="456" y="360"/>
                        <a:pt x="456" y="360"/>
                        <a:pt x="456" y="360"/>
                      </a:cubicBezTo>
                      <a:cubicBezTo>
                        <a:pt x="455" y="358"/>
                        <a:pt x="454" y="355"/>
                        <a:pt x="455" y="353"/>
                      </a:cubicBezTo>
                      <a:cubicBezTo>
                        <a:pt x="459" y="346"/>
                        <a:pt x="462" y="339"/>
                        <a:pt x="464" y="332"/>
                      </a:cubicBezTo>
                      <a:cubicBezTo>
                        <a:pt x="465" y="330"/>
                        <a:pt x="467" y="328"/>
                        <a:pt x="469" y="328"/>
                      </a:cubicBezTo>
                      <a:cubicBezTo>
                        <a:pt x="494" y="324"/>
                        <a:pt x="494" y="324"/>
                        <a:pt x="494" y="324"/>
                      </a:cubicBezTo>
                      <a:cubicBezTo>
                        <a:pt x="500" y="323"/>
                        <a:pt x="505" y="318"/>
                        <a:pt x="506" y="312"/>
                      </a:cubicBezTo>
                      <a:cubicBezTo>
                        <a:pt x="513" y="278"/>
                        <a:pt x="514" y="243"/>
                        <a:pt x="507" y="209"/>
                      </a:cubicBezTo>
                      <a:close/>
                      <a:moveTo>
                        <a:pt x="384" y="387"/>
                      </a:moveTo>
                      <a:cubicBezTo>
                        <a:pt x="339" y="431"/>
                        <a:pt x="279" y="448"/>
                        <a:pt x="220" y="436"/>
                      </a:cubicBezTo>
                      <a:cubicBezTo>
                        <a:pt x="219" y="436"/>
                        <a:pt x="218" y="436"/>
                        <a:pt x="217" y="436"/>
                      </a:cubicBezTo>
                      <a:cubicBezTo>
                        <a:pt x="217" y="436"/>
                        <a:pt x="217" y="436"/>
                        <a:pt x="217" y="436"/>
                      </a:cubicBezTo>
                      <a:cubicBezTo>
                        <a:pt x="151" y="423"/>
                        <a:pt x="91" y="363"/>
                        <a:pt x="79" y="297"/>
                      </a:cubicBezTo>
                      <a:cubicBezTo>
                        <a:pt x="79" y="297"/>
                        <a:pt x="79" y="297"/>
                        <a:pt x="79" y="297"/>
                      </a:cubicBezTo>
                      <a:cubicBezTo>
                        <a:pt x="78" y="296"/>
                        <a:pt x="78" y="295"/>
                        <a:pt x="78" y="294"/>
                      </a:cubicBezTo>
                      <a:cubicBezTo>
                        <a:pt x="73" y="271"/>
                        <a:pt x="73" y="246"/>
                        <a:pt x="78" y="222"/>
                      </a:cubicBezTo>
                      <a:cubicBezTo>
                        <a:pt x="78" y="221"/>
                        <a:pt x="78" y="220"/>
                        <a:pt x="79" y="219"/>
                      </a:cubicBezTo>
                      <a:cubicBezTo>
                        <a:pt x="79" y="219"/>
                        <a:pt x="79" y="219"/>
                        <a:pt x="79" y="219"/>
                      </a:cubicBezTo>
                      <a:cubicBezTo>
                        <a:pt x="108" y="81"/>
                        <a:pt x="283" y="29"/>
                        <a:pt x="384" y="130"/>
                      </a:cubicBezTo>
                      <a:cubicBezTo>
                        <a:pt x="409" y="155"/>
                        <a:pt x="425" y="186"/>
                        <a:pt x="433" y="219"/>
                      </a:cubicBezTo>
                      <a:cubicBezTo>
                        <a:pt x="433" y="219"/>
                        <a:pt x="433" y="219"/>
                        <a:pt x="433" y="219"/>
                      </a:cubicBezTo>
                      <a:cubicBezTo>
                        <a:pt x="433" y="221"/>
                        <a:pt x="433" y="222"/>
                        <a:pt x="433" y="223"/>
                      </a:cubicBezTo>
                      <a:cubicBezTo>
                        <a:pt x="445" y="280"/>
                        <a:pt x="428" y="342"/>
                        <a:pt x="384" y="387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374" name="Google Shape;43;p3"/>
              <p:cNvGrpSpPr/>
              <p:nvPr/>
            </p:nvGrpSpPr>
            <p:grpSpPr>
              <a:xfrm>
                <a:off x="-163800" y="693720"/>
                <a:ext cx="399240" cy="412560"/>
                <a:chOff x="-163800" y="693720"/>
                <a:chExt cx="399240" cy="412560"/>
              </a:xfrm>
            </p:grpSpPr>
            <p:sp>
              <p:nvSpPr>
                <p:cNvPr id="375" name="Google Shape;44;p3"/>
                <p:cNvSpPr/>
                <p:nvPr/>
              </p:nvSpPr>
              <p:spPr>
                <a:xfrm>
                  <a:off x="-163800" y="693720"/>
                  <a:ext cx="399240" cy="261000"/>
                </a:xfrm>
                <a:custGeom>
                  <a:avLst/>
                  <a:gdLst>
                    <a:gd name="textAreaLeft" fmla="*/ 0 w 399240"/>
                    <a:gd name="textAreaRight" fmla="*/ 399600 w 399240"/>
                    <a:gd name="textAreaTop" fmla="*/ 0 h 261000"/>
                    <a:gd name="textAreaBottom" fmla="*/ 261360 h 261000"/>
                  </a:gdLst>
                  <a:ahLst/>
                  <a:cxnLst/>
                  <a:rect l="textAreaLeft" t="textAreaTop" r="textAreaRight" b="textAreaBottom"/>
                  <a:pathLst>
                    <a:path w="511" h="334">
                      <a:moveTo>
                        <a:pt x="470" y="187"/>
                      </a:moveTo>
                      <a:cubicBezTo>
                        <a:pt x="462" y="183"/>
                        <a:pt x="459" y="175"/>
                        <a:pt x="462" y="167"/>
                      </a:cubicBezTo>
                      <a:cubicBezTo>
                        <a:pt x="481" y="118"/>
                        <a:pt x="444" y="63"/>
                        <a:pt x="391" y="63"/>
                      </a:cubicBezTo>
                      <a:cubicBezTo>
                        <a:pt x="381" y="62"/>
                        <a:pt x="371" y="64"/>
                        <a:pt x="361" y="68"/>
                      </a:cubicBezTo>
                      <a:cubicBezTo>
                        <a:pt x="353" y="71"/>
                        <a:pt x="344" y="68"/>
                        <a:pt x="341" y="60"/>
                      </a:cubicBezTo>
                      <a:cubicBezTo>
                        <a:pt x="314" y="1"/>
                        <a:pt x="229" y="0"/>
                        <a:pt x="201" y="59"/>
                      </a:cubicBezTo>
                      <a:cubicBezTo>
                        <a:pt x="198" y="67"/>
                        <a:pt x="189" y="70"/>
                        <a:pt x="181" y="67"/>
                      </a:cubicBezTo>
                      <a:cubicBezTo>
                        <a:pt x="173" y="64"/>
                        <a:pt x="163" y="63"/>
                        <a:pt x="154" y="63"/>
                      </a:cubicBezTo>
                      <a:cubicBezTo>
                        <a:pt x="112" y="63"/>
                        <a:pt x="78" y="98"/>
                        <a:pt x="78" y="140"/>
                      </a:cubicBezTo>
                      <a:cubicBezTo>
                        <a:pt x="78" y="149"/>
                        <a:pt x="80" y="158"/>
                        <a:pt x="83" y="167"/>
                      </a:cubicBezTo>
                      <a:cubicBezTo>
                        <a:pt x="86" y="175"/>
                        <a:pt x="82" y="184"/>
                        <a:pt x="75" y="187"/>
                      </a:cubicBezTo>
                      <a:cubicBezTo>
                        <a:pt x="0" y="225"/>
                        <a:pt x="26" y="332"/>
                        <a:pt x="109" y="334"/>
                      </a:cubicBezTo>
                      <a:cubicBezTo>
                        <a:pt x="177" y="334"/>
                        <a:pt x="177" y="334"/>
                        <a:pt x="177" y="334"/>
                      </a:cubicBezTo>
                      <a:cubicBezTo>
                        <a:pt x="271" y="330"/>
                        <a:pt x="271" y="196"/>
                        <a:pt x="177" y="192"/>
                      </a:cubicBezTo>
                      <a:cubicBezTo>
                        <a:pt x="168" y="192"/>
                        <a:pt x="161" y="185"/>
                        <a:pt x="161" y="176"/>
                      </a:cubicBezTo>
                      <a:cubicBezTo>
                        <a:pt x="161" y="167"/>
                        <a:pt x="168" y="160"/>
                        <a:pt x="177" y="160"/>
                      </a:cubicBezTo>
                      <a:cubicBezTo>
                        <a:pt x="228" y="160"/>
                        <a:pt x="271" y="198"/>
                        <a:pt x="278" y="247"/>
                      </a:cubicBezTo>
                      <a:cubicBezTo>
                        <a:pt x="353" y="247"/>
                        <a:pt x="353" y="247"/>
                        <a:pt x="353" y="247"/>
                      </a:cubicBezTo>
                      <a:cubicBezTo>
                        <a:pt x="367" y="247"/>
                        <a:pt x="379" y="235"/>
                        <a:pt x="379" y="221"/>
                      </a:cubicBezTo>
                      <a:cubicBezTo>
                        <a:pt x="379" y="207"/>
                        <a:pt x="367" y="195"/>
                        <a:pt x="353" y="195"/>
                      </a:cubicBezTo>
                      <a:cubicBezTo>
                        <a:pt x="332" y="194"/>
                        <a:pt x="332" y="164"/>
                        <a:pt x="353" y="163"/>
                      </a:cubicBezTo>
                      <a:cubicBezTo>
                        <a:pt x="430" y="166"/>
                        <a:pt x="430" y="276"/>
                        <a:pt x="353" y="279"/>
                      </a:cubicBezTo>
                      <a:cubicBezTo>
                        <a:pt x="278" y="279"/>
                        <a:pt x="278" y="279"/>
                        <a:pt x="278" y="279"/>
                      </a:cubicBezTo>
                      <a:cubicBezTo>
                        <a:pt x="275" y="300"/>
                        <a:pt x="265" y="319"/>
                        <a:pt x="251" y="334"/>
                      </a:cubicBezTo>
                      <a:cubicBezTo>
                        <a:pt x="257" y="334"/>
                        <a:pt x="257" y="334"/>
                        <a:pt x="257" y="334"/>
                      </a:cubicBezTo>
                      <a:cubicBezTo>
                        <a:pt x="258" y="334"/>
                        <a:pt x="258" y="334"/>
                        <a:pt x="259" y="334"/>
                      </a:cubicBezTo>
                      <a:cubicBezTo>
                        <a:pt x="432" y="334"/>
                        <a:pt x="432" y="334"/>
                        <a:pt x="432" y="334"/>
                      </a:cubicBezTo>
                      <a:cubicBezTo>
                        <a:pt x="453" y="334"/>
                        <a:pt x="473" y="326"/>
                        <a:pt x="488" y="311"/>
                      </a:cubicBezTo>
                      <a:cubicBezTo>
                        <a:pt x="503" y="296"/>
                        <a:pt x="511" y="276"/>
                        <a:pt x="511" y="255"/>
                      </a:cubicBezTo>
                      <a:cubicBezTo>
                        <a:pt x="511" y="226"/>
                        <a:pt x="495" y="200"/>
                        <a:pt x="470" y="187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76" name="Google Shape;45;p3"/>
                <p:cNvSpPr/>
                <p:nvPr/>
              </p:nvSpPr>
              <p:spPr>
                <a:xfrm>
                  <a:off x="115560" y="1054440"/>
                  <a:ext cx="49680" cy="51840"/>
                </a:xfrm>
                <a:custGeom>
                  <a:avLst/>
                  <a:gdLst>
                    <a:gd name="textAreaLeft" fmla="*/ 0 w 49680"/>
                    <a:gd name="textAreaRight" fmla="*/ 50040 w 49680"/>
                    <a:gd name="textAreaTop" fmla="*/ 0 h 51840"/>
                    <a:gd name="textAreaBottom" fmla="*/ 52200 h 51840"/>
                  </a:gdLst>
                  <a:ahLst/>
                  <a:cxnLst/>
                  <a:rect l="textAreaLeft" t="textAreaTop" r="textAreaRight" b="textAreaBottom"/>
                  <a:pathLst>
                    <a:path w="64" h="67">
                      <a:moveTo>
                        <a:pt x="63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35"/>
                        <a:pt x="0" y="35"/>
                        <a:pt x="0" y="35"/>
                      </a:cubicBezTo>
                      <a:cubicBezTo>
                        <a:pt x="0" y="52"/>
                        <a:pt x="14" y="67"/>
                        <a:pt x="32" y="67"/>
                      </a:cubicBezTo>
                      <a:cubicBezTo>
                        <a:pt x="57" y="67"/>
                        <a:pt x="57" y="67"/>
                        <a:pt x="57" y="67"/>
                      </a:cubicBezTo>
                      <a:cubicBezTo>
                        <a:pt x="61" y="67"/>
                        <a:pt x="64" y="63"/>
                        <a:pt x="64" y="59"/>
                      </a:cubicBezTo>
                      <a:cubicBezTo>
                        <a:pt x="64" y="0"/>
                        <a:pt x="64" y="0"/>
                        <a:pt x="64" y="0"/>
                      </a:cubicBezTo>
                      <a:cubicBezTo>
                        <a:pt x="64" y="0"/>
                        <a:pt x="64" y="0"/>
                        <a:pt x="63" y="0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5920" bIns="2592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77" name="Google Shape;46;p3"/>
                <p:cNvSpPr/>
                <p:nvPr/>
              </p:nvSpPr>
              <p:spPr>
                <a:xfrm>
                  <a:off x="51840" y="974520"/>
                  <a:ext cx="152280" cy="54720"/>
                </a:xfrm>
                <a:custGeom>
                  <a:avLst/>
                  <a:gdLst>
                    <a:gd name="textAreaLeft" fmla="*/ 0 w 152280"/>
                    <a:gd name="textAreaRight" fmla="*/ 152640 w 152280"/>
                    <a:gd name="textAreaTop" fmla="*/ 0 h 54720"/>
                    <a:gd name="textAreaBottom" fmla="*/ 55080 h 54720"/>
                  </a:gdLst>
                  <a:ahLst/>
                  <a:cxnLst/>
                  <a:rect l="textAreaLeft" t="textAreaTop" r="textAreaRight" b="textAreaBottom"/>
                  <a:pathLst>
                    <a:path w="195" h="70">
                      <a:moveTo>
                        <a:pt x="195" y="19"/>
                      </a:moveTo>
                      <a:cubicBezTo>
                        <a:pt x="195" y="0"/>
                        <a:pt x="195" y="0"/>
                        <a:pt x="195" y="0"/>
                      </a:cubicBezTo>
                      <a:cubicBezTo>
                        <a:pt x="183" y="5"/>
                        <a:pt x="170" y="7"/>
                        <a:pt x="156" y="7"/>
                      </a:cubicBezTo>
                      <a:cubicBezTo>
                        <a:pt x="0" y="7"/>
                        <a:pt x="0" y="7"/>
                        <a:pt x="0" y="7"/>
                      </a:cubicBezTo>
                      <a:cubicBezTo>
                        <a:pt x="7" y="43"/>
                        <a:pt x="39" y="70"/>
                        <a:pt x="77" y="70"/>
                      </a:cubicBezTo>
                      <a:cubicBezTo>
                        <a:pt x="144" y="70"/>
                        <a:pt x="144" y="70"/>
                        <a:pt x="144" y="70"/>
                      </a:cubicBezTo>
                      <a:cubicBezTo>
                        <a:pt x="172" y="70"/>
                        <a:pt x="195" y="47"/>
                        <a:pt x="195" y="19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7360" bIns="2736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</p:grpSp>
        <p:grpSp>
          <p:nvGrpSpPr>
            <p:cNvPr id="378" name="Google Shape;47;p3"/>
            <p:cNvGrpSpPr/>
            <p:nvPr/>
          </p:nvGrpSpPr>
          <p:grpSpPr>
            <a:xfrm>
              <a:off x="7427160" y="3805920"/>
              <a:ext cx="2007000" cy="1963080"/>
              <a:chOff x="7427160" y="3805920"/>
              <a:chExt cx="2007000" cy="1963080"/>
            </a:xfrm>
          </p:grpSpPr>
          <p:pic>
            <p:nvPicPr>
              <p:cNvPr id="379" name="Google Shape;48;p3"/>
              <p:cNvPicPr/>
              <p:nvPr/>
            </p:nvPicPr>
            <p:blipFill>
              <a:blip r:embed="rId5">
                <a:alphaModFix amt="50000"/>
              </a:blip>
              <a:stretch/>
            </p:blipFill>
            <p:spPr>
              <a:xfrm>
                <a:off x="7427160" y="3805920"/>
                <a:ext cx="2007000" cy="196308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grpSp>
            <p:nvGrpSpPr>
              <p:cNvPr id="380" name="Google Shape;49;p3"/>
              <p:cNvGrpSpPr/>
              <p:nvPr/>
            </p:nvGrpSpPr>
            <p:grpSpPr>
              <a:xfrm>
                <a:off x="7684560" y="4187160"/>
                <a:ext cx="344160" cy="317160"/>
                <a:chOff x="7684560" y="4187160"/>
                <a:chExt cx="344160" cy="317160"/>
              </a:xfrm>
            </p:grpSpPr>
            <p:sp>
              <p:nvSpPr>
                <p:cNvPr id="381" name="Google Shape;50;p3"/>
                <p:cNvSpPr/>
                <p:nvPr/>
              </p:nvSpPr>
              <p:spPr>
                <a:xfrm>
                  <a:off x="7799400" y="4240800"/>
                  <a:ext cx="148320" cy="149040"/>
                </a:xfrm>
                <a:custGeom>
                  <a:avLst/>
                  <a:gdLst>
                    <a:gd name="textAreaLeft" fmla="*/ 0 w 148320"/>
                    <a:gd name="textAreaRight" fmla="*/ 148680 w 148320"/>
                    <a:gd name="textAreaTop" fmla="*/ 0 h 149040"/>
                    <a:gd name="textAreaBottom" fmla="*/ 149400 h 149040"/>
                  </a:gdLst>
                  <a:ahLst/>
                  <a:cxnLst/>
                  <a:rect l="textAreaLeft" t="textAreaTop" r="textAreaRight" b="textAreaBottom"/>
                  <a:pathLst>
                    <a:path w="251" h="252">
                      <a:moveTo>
                        <a:pt x="197" y="142"/>
                      </a:moveTo>
                      <a:cubicBezTo>
                        <a:pt x="176" y="141"/>
                        <a:pt x="176" y="110"/>
                        <a:pt x="197" y="110"/>
                      </a:cubicBezTo>
                      <a:cubicBezTo>
                        <a:pt x="251" y="109"/>
                        <a:pt x="251" y="109"/>
                        <a:pt x="251" y="109"/>
                      </a:cubicBezTo>
                      <a:cubicBezTo>
                        <a:pt x="245" y="55"/>
                        <a:pt x="197" y="6"/>
                        <a:pt x="142" y="0"/>
                      </a:cubicBezTo>
                      <a:cubicBezTo>
                        <a:pt x="141" y="54"/>
                        <a:pt x="141" y="54"/>
                        <a:pt x="141" y="54"/>
                      </a:cubicBezTo>
                      <a:cubicBezTo>
                        <a:pt x="141" y="63"/>
                        <a:pt x="134" y="70"/>
                        <a:pt x="125" y="70"/>
                      </a:cubicBezTo>
                      <a:cubicBezTo>
                        <a:pt x="125" y="70"/>
                        <a:pt x="125" y="70"/>
                        <a:pt x="125" y="70"/>
                      </a:cubicBezTo>
                      <a:cubicBezTo>
                        <a:pt x="116" y="70"/>
                        <a:pt x="109" y="63"/>
                        <a:pt x="109" y="54"/>
                      </a:cubicBezTo>
                      <a:cubicBezTo>
                        <a:pt x="109" y="0"/>
                        <a:pt x="109" y="0"/>
                        <a:pt x="109" y="0"/>
                      </a:cubicBezTo>
                      <a:cubicBezTo>
                        <a:pt x="53" y="6"/>
                        <a:pt x="5" y="55"/>
                        <a:pt x="0" y="110"/>
                      </a:cubicBezTo>
                      <a:cubicBezTo>
                        <a:pt x="53" y="110"/>
                        <a:pt x="53" y="110"/>
                        <a:pt x="53" y="110"/>
                      </a:cubicBezTo>
                      <a:cubicBezTo>
                        <a:pt x="53" y="110"/>
                        <a:pt x="53" y="110"/>
                        <a:pt x="53" y="110"/>
                      </a:cubicBezTo>
                      <a:cubicBezTo>
                        <a:pt x="74" y="111"/>
                        <a:pt x="74" y="141"/>
                        <a:pt x="53" y="142"/>
                      </a:cubicBezTo>
                      <a:cubicBezTo>
                        <a:pt x="0" y="142"/>
                        <a:pt x="0" y="142"/>
                        <a:pt x="0" y="142"/>
                      </a:cubicBezTo>
                      <a:cubicBezTo>
                        <a:pt x="5" y="197"/>
                        <a:pt x="53" y="246"/>
                        <a:pt x="109" y="252"/>
                      </a:cubicBezTo>
                      <a:cubicBezTo>
                        <a:pt x="109" y="198"/>
                        <a:pt x="109" y="198"/>
                        <a:pt x="109" y="198"/>
                      </a:cubicBezTo>
                      <a:cubicBezTo>
                        <a:pt x="109" y="189"/>
                        <a:pt x="116" y="182"/>
                        <a:pt x="125" y="182"/>
                      </a:cubicBezTo>
                      <a:cubicBezTo>
                        <a:pt x="125" y="182"/>
                        <a:pt x="125" y="182"/>
                        <a:pt x="125" y="182"/>
                      </a:cubicBezTo>
                      <a:cubicBezTo>
                        <a:pt x="134" y="182"/>
                        <a:pt x="141" y="189"/>
                        <a:pt x="141" y="198"/>
                      </a:cubicBezTo>
                      <a:cubicBezTo>
                        <a:pt x="141" y="252"/>
                        <a:pt x="141" y="252"/>
                        <a:pt x="141" y="252"/>
                      </a:cubicBezTo>
                      <a:cubicBezTo>
                        <a:pt x="197" y="246"/>
                        <a:pt x="245" y="197"/>
                        <a:pt x="251" y="142"/>
                      </a:cubicBezTo>
                      <a:cubicBezTo>
                        <a:pt x="197" y="142"/>
                        <a:pt x="197" y="142"/>
                        <a:pt x="197" y="142"/>
                      </a:cubicBezTo>
                      <a:cubicBezTo>
                        <a:pt x="197" y="142"/>
                        <a:pt x="197" y="142"/>
                        <a:pt x="197" y="142"/>
                      </a:cubicBezTo>
                      <a:close/>
                      <a:moveTo>
                        <a:pt x="125" y="142"/>
                      </a:moveTo>
                      <a:cubicBezTo>
                        <a:pt x="104" y="141"/>
                        <a:pt x="104" y="111"/>
                        <a:pt x="125" y="110"/>
                      </a:cubicBezTo>
                      <a:cubicBezTo>
                        <a:pt x="147" y="110"/>
                        <a:pt x="147" y="141"/>
                        <a:pt x="125" y="142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82" name="Google Shape;51;p3"/>
                <p:cNvSpPr/>
                <p:nvPr/>
              </p:nvSpPr>
              <p:spPr>
                <a:xfrm>
                  <a:off x="7684560" y="4425840"/>
                  <a:ext cx="77760" cy="78480"/>
                </a:xfrm>
                <a:custGeom>
                  <a:avLst/>
                  <a:gdLst>
                    <a:gd name="textAreaLeft" fmla="*/ 0 w 77760"/>
                    <a:gd name="textAreaRight" fmla="*/ 78120 w 77760"/>
                    <a:gd name="textAreaTop" fmla="*/ 0 h 78480"/>
                    <a:gd name="textAreaBottom" fmla="*/ 78840 h 78480"/>
                  </a:gdLst>
                  <a:ahLst/>
                  <a:cxnLst/>
                  <a:rect l="textAreaLeft" t="textAreaTop" r="textAreaRight" b="textAreaBottom"/>
                  <a:pathLst>
                    <a:path w="132" h="133">
                      <a:moveTo>
                        <a:pt x="75" y="0"/>
                      </a:moveTo>
                      <a:cubicBezTo>
                        <a:pt x="15" y="60"/>
                        <a:pt x="15" y="60"/>
                        <a:pt x="15" y="60"/>
                      </a:cubicBezTo>
                      <a:cubicBezTo>
                        <a:pt x="0" y="76"/>
                        <a:pt x="0" y="101"/>
                        <a:pt x="15" y="117"/>
                      </a:cubicBezTo>
                      <a:cubicBezTo>
                        <a:pt x="31" y="133"/>
                        <a:pt x="56" y="133"/>
                        <a:pt x="72" y="117"/>
                      </a:cubicBezTo>
                      <a:cubicBezTo>
                        <a:pt x="132" y="57"/>
                        <a:pt x="132" y="57"/>
                        <a:pt x="132" y="57"/>
                      </a:cubicBezTo>
                      <a:cubicBezTo>
                        <a:pt x="132" y="57"/>
                        <a:pt x="132" y="57"/>
                        <a:pt x="132" y="57"/>
                      </a:cubicBezTo>
                      <a:lnTo>
                        <a:pt x="75" y="0"/>
                      </a:ln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9240" bIns="3924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83" name="Google Shape;52;p3"/>
                <p:cNvSpPr/>
                <p:nvPr/>
              </p:nvSpPr>
              <p:spPr>
                <a:xfrm>
                  <a:off x="7717680" y="4187160"/>
                  <a:ext cx="311040" cy="245520"/>
                </a:xfrm>
                <a:custGeom>
                  <a:avLst/>
                  <a:gdLst>
                    <a:gd name="textAreaLeft" fmla="*/ 0 w 311040"/>
                    <a:gd name="textAreaRight" fmla="*/ 311400 w 311040"/>
                    <a:gd name="textAreaTop" fmla="*/ 0 h 245520"/>
                    <a:gd name="textAreaBottom" fmla="*/ 245880 h 245520"/>
                  </a:gdLst>
                  <a:ahLst/>
                  <a:cxnLst/>
                  <a:rect l="textAreaLeft" t="textAreaTop" r="textAreaRight" b="textAreaBottom"/>
                  <a:pathLst>
                    <a:path w="526" h="415">
                      <a:moveTo>
                        <a:pt x="402" y="77"/>
                      </a:moveTo>
                      <a:cubicBezTo>
                        <a:pt x="329" y="1"/>
                        <a:pt x="197" y="0"/>
                        <a:pt x="124" y="77"/>
                      </a:cubicBezTo>
                      <a:cubicBezTo>
                        <a:pt x="0" y="200"/>
                        <a:pt x="89" y="415"/>
                        <a:pt x="263" y="414"/>
                      </a:cubicBezTo>
                      <a:cubicBezTo>
                        <a:pt x="437" y="415"/>
                        <a:pt x="526" y="200"/>
                        <a:pt x="402" y="77"/>
                      </a:cubicBezTo>
                      <a:close/>
                      <a:moveTo>
                        <a:pt x="376" y="329"/>
                      </a:moveTo>
                      <a:cubicBezTo>
                        <a:pt x="312" y="393"/>
                        <a:pt x="211" y="390"/>
                        <a:pt x="151" y="329"/>
                      </a:cubicBezTo>
                      <a:cubicBezTo>
                        <a:pt x="120" y="299"/>
                        <a:pt x="105" y="259"/>
                        <a:pt x="104" y="219"/>
                      </a:cubicBezTo>
                      <a:cubicBezTo>
                        <a:pt x="104" y="218"/>
                        <a:pt x="104" y="218"/>
                        <a:pt x="104" y="217"/>
                      </a:cubicBezTo>
                      <a:cubicBezTo>
                        <a:pt x="104" y="216"/>
                        <a:pt x="104" y="216"/>
                        <a:pt x="104" y="215"/>
                      </a:cubicBezTo>
                      <a:cubicBezTo>
                        <a:pt x="103" y="131"/>
                        <a:pt x="177" y="56"/>
                        <a:pt x="263" y="57"/>
                      </a:cubicBezTo>
                      <a:cubicBezTo>
                        <a:pt x="409" y="60"/>
                        <a:pt x="473" y="231"/>
                        <a:pt x="376" y="329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84" name="Google Shape;53;p3"/>
                <p:cNvSpPr/>
                <p:nvPr/>
              </p:nvSpPr>
              <p:spPr>
                <a:xfrm>
                  <a:off x="7742520" y="4393080"/>
                  <a:ext cx="52560" cy="52560"/>
                </a:xfrm>
                <a:custGeom>
                  <a:avLst/>
                  <a:gdLst>
                    <a:gd name="textAreaLeft" fmla="*/ 0 w 52560"/>
                    <a:gd name="textAreaRight" fmla="*/ 52920 w 52560"/>
                    <a:gd name="textAreaTop" fmla="*/ 0 h 52560"/>
                    <a:gd name="textAreaBottom" fmla="*/ 52920 h 52560"/>
                  </a:gdLst>
                  <a:ahLst/>
                  <a:cxnLst/>
                  <a:rect l="textAreaLeft" t="textAreaTop" r="textAreaRight" b="textAreaBottom"/>
                  <a:pathLst>
                    <a:path w="89" h="89">
                      <a:moveTo>
                        <a:pt x="33" y="0"/>
                      </a:moveTo>
                      <a:cubicBezTo>
                        <a:pt x="0" y="32"/>
                        <a:pt x="0" y="32"/>
                        <a:pt x="0" y="32"/>
                      </a:cubicBezTo>
                      <a:cubicBezTo>
                        <a:pt x="57" y="89"/>
                        <a:pt x="57" y="89"/>
                        <a:pt x="57" y="89"/>
                      </a:cubicBezTo>
                      <a:cubicBezTo>
                        <a:pt x="89" y="57"/>
                        <a:pt x="89" y="57"/>
                        <a:pt x="89" y="57"/>
                      </a:cubicBezTo>
                      <a:cubicBezTo>
                        <a:pt x="67" y="41"/>
                        <a:pt x="48" y="22"/>
                        <a:pt x="33" y="0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6280" bIns="2628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385" name="Google Shape;54;p3"/>
              <p:cNvGrpSpPr/>
              <p:nvPr/>
            </p:nvGrpSpPr>
            <p:grpSpPr>
              <a:xfrm>
                <a:off x="8322120" y="4188240"/>
                <a:ext cx="314280" cy="314640"/>
                <a:chOff x="8322120" y="4188240"/>
                <a:chExt cx="314280" cy="314640"/>
              </a:xfrm>
            </p:grpSpPr>
            <p:sp>
              <p:nvSpPr>
                <p:cNvPr id="386" name="Google Shape;55;p3"/>
                <p:cNvSpPr/>
                <p:nvPr/>
              </p:nvSpPr>
              <p:spPr>
                <a:xfrm>
                  <a:off x="8361720" y="4218480"/>
                  <a:ext cx="185760" cy="186480"/>
                </a:xfrm>
                <a:custGeom>
                  <a:avLst/>
                  <a:gdLst>
                    <a:gd name="textAreaLeft" fmla="*/ 0 w 185760"/>
                    <a:gd name="textAreaRight" fmla="*/ 186120 w 185760"/>
                    <a:gd name="textAreaTop" fmla="*/ 0 h 186480"/>
                    <a:gd name="textAreaBottom" fmla="*/ 186840 h 186480"/>
                  </a:gdLst>
                  <a:ahLst/>
                  <a:cxnLst/>
                  <a:rect l="textAreaLeft" t="textAreaTop" r="textAreaRight" b="textAreaBottom"/>
                  <a:pathLst>
                    <a:path w="306" h="307">
                      <a:moveTo>
                        <a:pt x="23" y="169"/>
                      </a:moveTo>
                      <a:cubicBezTo>
                        <a:pt x="0" y="169"/>
                        <a:pt x="0" y="169"/>
                        <a:pt x="0" y="169"/>
                      </a:cubicBezTo>
                      <a:cubicBezTo>
                        <a:pt x="7" y="242"/>
                        <a:pt x="65" y="299"/>
                        <a:pt x="137" y="307"/>
                      </a:cubicBezTo>
                      <a:cubicBezTo>
                        <a:pt x="137" y="284"/>
                        <a:pt x="137" y="284"/>
                        <a:pt x="137" y="284"/>
                      </a:cubicBezTo>
                      <a:cubicBezTo>
                        <a:pt x="138" y="263"/>
                        <a:pt x="168" y="263"/>
                        <a:pt x="168" y="284"/>
                      </a:cubicBezTo>
                      <a:cubicBezTo>
                        <a:pt x="168" y="307"/>
                        <a:pt x="168" y="307"/>
                        <a:pt x="168" y="307"/>
                      </a:cubicBezTo>
                      <a:cubicBezTo>
                        <a:pt x="241" y="299"/>
                        <a:pt x="299" y="242"/>
                        <a:pt x="306" y="169"/>
                      </a:cubicBezTo>
                      <a:cubicBezTo>
                        <a:pt x="283" y="169"/>
                        <a:pt x="283" y="169"/>
                        <a:pt x="283" y="169"/>
                      </a:cubicBezTo>
                      <a:cubicBezTo>
                        <a:pt x="262" y="168"/>
                        <a:pt x="262" y="139"/>
                        <a:pt x="283" y="138"/>
                      </a:cubicBezTo>
                      <a:cubicBezTo>
                        <a:pt x="306" y="138"/>
                        <a:pt x="306" y="138"/>
                        <a:pt x="306" y="138"/>
                      </a:cubicBezTo>
                      <a:cubicBezTo>
                        <a:pt x="299" y="65"/>
                        <a:pt x="241" y="8"/>
                        <a:pt x="168" y="0"/>
                      </a:cubicBezTo>
                      <a:cubicBezTo>
                        <a:pt x="168" y="24"/>
                        <a:pt x="168" y="24"/>
                        <a:pt x="168" y="24"/>
                      </a:cubicBezTo>
                      <a:cubicBezTo>
                        <a:pt x="167" y="44"/>
                        <a:pt x="138" y="44"/>
                        <a:pt x="137" y="24"/>
                      </a:cubicBezTo>
                      <a:cubicBezTo>
                        <a:pt x="137" y="0"/>
                        <a:pt x="137" y="0"/>
                        <a:pt x="137" y="0"/>
                      </a:cubicBezTo>
                      <a:cubicBezTo>
                        <a:pt x="65" y="8"/>
                        <a:pt x="7" y="65"/>
                        <a:pt x="0" y="138"/>
                      </a:cubicBezTo>
                      <a:cubicBezTo>
                        <a:pt x="23" y="138"/>
                        <a:pt x="23" y="138"/>
                        <a:pt x="23" y="138"/>
                      </a:cubicBezTo>
                      <a:cubicBezTo>
                        <a:pt x="43" y="139"/>
                        <a:pt x="43" y="168"/>
                        <a:pt x="23" y="169"/>
                      </a:cubicBezTo>
                      <a:close/>
                      <a:moveTo>
                        <a:pt x="103" y="138"/>
                      </a:moveTo>
                      <a:cubicBezTo>
                        <a:pt x="109" y="138"/>
                        <a:pt x="109" y="138"/>
                        <a:pt x="109" y="138"/>
                      </a:cubicBezTo>
                      <a:cubicBezTo>
                        <a:pt x="116" y="107"/>
                        <a:pt x="144" y="84"/>
                        <a:pt x="177" y="84"/>
                      </a:cubicBezTo>
                      <a:cubicBezTo>
                        <a:pt x="186" y="84"/>
                        <a:pt x="193" y="91"/>
                        <a:pt x="193" y="99"/>
                      </a:cubicBezTo>
                      <a:cubicBezTo>
                        <a:pt x="193" y="108"/>
                        <a:pt x="186" y="115"/>
                        <a:pt x="177" y="115"/>
                      </a:cubicBezTo>
                      <a:cubicBezTo>
                        <a:pt x="161" y="115"/>
                        <a:pt x="147" y="124"/>
                        <a:pt x="141" y="138"/>
                      </a:cubicBezTo>
                      <a:cubicBezTo>
                        <a:pt x="177" y="138"/>
                        <a:pt x="177" y="138"/>
                        <a:pt x="177" y="138"/>
                      </a:cubicBezTo>
                      <a:cubicBezTo>
                        <a:pt x="198" y="139"/>
                        <a:pt x="198" y="169"/>
                        <a:pt x="177" y="170"/>
                      </a:cubicBezTo>
                      <a:cubicBezTo>
                        <a:pt x="141" y="170"/>
                        <a:pt x="141" y="170"/>
                        <a:pt x="141" y="170"/>
                      </a:cubicBezTo>
                      <a:cubicBezTo>
                        <a:pt x="147" y="183"/>
                        <a:pt x="161" y="193"/>
                        <a:pt x="177" y="193"/>
                      </a:cubicBezTo>
                      <a:cubicBezTo>
                        <a:pt x="186" y="193"/>
                        <a:pt x="193" y="200"/>
                        <a:pt x="193" y="209"/>
                      </a:cubicBezTo>
                      <a:cubicBezTo>
                        <a:pt x="193" y="217"/>
                        <a:pt x="186" y="224"/>
                        <a:pt x="177" y="224"/>
                      </a:cubicBezTo>
                      <a:cubicBezTo>
                        <a:pt x="144" y="224"/>
                        <a:pt x="116" y="201"/>
                        <a:pt x="109" y="170"/>
                      </a:cubicBezTo>
                      <a:cubicBezTo>
                        <a:pt x="103" y="170"/>
                        <a:pt x="103" y="170"/>
                        <a:pt x="103" y="170"/>
                      </a:cubicBezTo>
                      <a:cubicBezTo>
                        <a:pt x="82" y="169"/>
                        <a:pt x="82" y="139"/>
                        <a:pt x="103" y="138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87" name="Google Shape;56;p3"/>
                <p:cNvSpPr/>
                <p:nvPr/>
              </p:nvSpPr>
              <p:spPr>
                <a:xfrm>
                  <a:off x="8322120" y="4188240"/>
                  <a:ext cx="314280" cy="314640"/>
                </a:xfrm>
                <a:custGeom>
                  <a:avLst/>
                  <a:gdLst>
                    <a:gd name="textAreaLeft" fmla="*/ 0 w 314280"/>
                    <a:gd name="textAreaRight" fmla="*/ 314640 w 314280"/>
                    <a:gd name="textAreaTop" fmla="*/ 0 h 314640"/>
                    <a:gd name="textAreaBottom" fmla="*/ 315000 h 314640"/>
                  </a:gdLst>
                  <a:ahLst/>
                  <a:cxnLst/>
                  <a:rect l="textAreaLeft" t="textAreaTop" r="textAreaRight" b="textAreaBottom"/>
                  <a:pathLst>
                    <a:path w="517" h="517">
                      <a:moveTo>
                        <a:pt x="497" y="487"/>
                      </a:moveTo>
                      <a:cubicBezTo>
                        <a:pt x="30" y="487"/>
                        <a:pt x="30" y="487"/>
                        <a:pt x="30" y="487"/>
                      </a:cubicBezTo>
                      <a:cubicBezTo>
                        <a:pt x="30" y="453"/>
                        <a:pt x="30" y="453"/>
                        <a:pt x="30" y="453"/>
                      </a:cubicBezTo>
                      <a:cubicBezTo>
                        <a:pt x="208" y="453"/>
                        <a:pt x="208" y="453"/>
                        <a:pt x="208" y="453"/>
                      </a:cubicBezTo>
                      <a:cubicBezTo>
                        <a:pt x="350" y="453"/>
                        <a:pt x="468" y="342"/>
                        <a:pt x="475" y="200"/>
                      </a:cubicBezTo>
                      <a:cubicBezTo>
                        <a:pt x="479" y="129"/>
                        <a:pt x="479" y="129"/>
                        <a:pt x="479" y="129"/>
                      </a:cubicBezTo>
                      <a:cubicBezTo>
                        <a:pt x="485" y="136"/>
                        <a:pt x="485" y="136"/>
                        <a:pt x="485" y="136"/>
                      </a:cubicBezTo>
                      <a:cubicBezTo>
                        <a:pt x="488" y="140"/>
                        <a:pt x="492" y="141"/>
                        <a:pt x="497" y="141"/>
                      </a:cubicBezTo>
                      <a:cubicBezTo>
                        <a:pt x="500" y="141"/>
                        <a:pt x="504" y="140"/>
                        <a:pt x="506" y="137"/>
                      </a:cubicBezTo>
                      <a:cubicBezTo>
                        <a:pt x="513" y="132"/>
                        <a:pt x="513" y="122"/>
                        <a:pt x="508" y="116"/>
                      </a:cubicBezTo>
                      <a:cubicBezTo>
                        <a:pt x="477" y="82"/>
                        <a:pt x="477" y="82"/>
                        <a:pt x="477" y="82"/>
                      </a:cubicBezTo>
                      <a:cubicBezTo>
                        <a:pt x="472" y="77"/>
                        <a:pt x="462" y="75"/>
                        <a:pt x="456" y="81"/>
                      </a:cubicBezTo>
                      <a:cubicBezTo>
                        <a:pt x="424" y="110"/>
                        <a:pt x="424" y="110"/>
                        <a:pt x="424" y="110"/>
                      </a:cubicBezTo>
                      <a:cubicBezTo>
                        <a:pt x="410" y="124"/>
                        <a:pt x="429" y="145"/>
                        <a:pt x="444" y="132"/>
                      </a:cubicBezTo>
                      <a:cubicBezTo>
                        <a:pt x="449" y="128"/>
                        <a:pt x="449" y="128"/>
                        <a:pt x="449" y="128"/>
                      </a:cubicBezTo>
                      <a:cubicBezTo>
                        <a:pt x="445" y="198"/>
                        <a:pt x="445" y="198"/>
                        <a:pt x="445" y="198"/>
                      </a:cubicBezTo>
                      <a:cubicBezTo>
                        <a:pt x="439" y="324"/>
                        <a:pt x="334" y="423"/>
                        <a:pt x="208" y="423"/>
                      </a:cubicBezTo>
                      <a:cubicBezTo>
                        <a:pt x="30" y="423"/>
                        <a:pt x="30" y="423"/>
                        <a:pt x="30" y="423"/>
                      </a:cubicBezTo>
                      <a:cubicBezTo>
                        <a:pt x="30" y="20"/>
                        <a:pt x="30" y="20"/>
                        <a:pt x="30" y="20"/>
                      </a:cubicBezTo>
                      <a:cubicBezTo>
                        <a:pt x="29" y="0"/>
                        <a:pt x="0" y="0"/>
                        <a:pt x="0" y="20"/>
                      </a:cubicBezTo>
                      <a:cubicBezTo>
                        <a:pt x="0" y="502"/>
                        <a:pt x="0" y="502"/>
                        <a:pt x="0" y="502"/>
                      </a:cubicBezTo>
                      <a:cubicBezTo>
                        <a:pt x="0" y="510"/>
                        <a:pt x="6" y="517"/>
                        <a:pt x="15" y="517"/>
                      </a:cubicBezTo>
                      <a:cubicBezTo>
                        <a:pt x="497" y="517"/>
                        <a:pt x="497" y="517"/>
                        <a:pt x="497" y="517"/>
                      </a:cubicBezTo>
                      <a:cubicBezTo>
                        <a:pt x="517" y="516"/>
                        <a:pt x="517" y="487"/>
                        <a:pt x="497" y="487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388" name="Google Shape;57;p3"/>
              <p:cNvGrpSpPr/>
              <p:nvPr/>
            </p:nvGrpSpPr>
            <p:grpSpPr>
              <a:xfrm>
                <a:off x="7958160" y="4710240"/>
                <a:ext cx="405360" cy="405000"/>
                <a:chOff x="7958160" y="4710240"/>
                <a:chExt cx="405360" cy="405000"/>
              </a:xfrm>
            </p:grpSpPr>
            <p:sp>
              <p:nvSpPr>
                <p:cNvPr id="389" name="Google Shape;58;p3"/>
                <p:cNvSpPr/>
                <p:nvPr/>
              </p:nvSpPr>
              <p:spPr>
                <a:xfrm>
                  <a:off x="8060400" y="4710240"/>
                  <a:ext cx="201240" cy="204480"/>
                </a:xfrm>
                <a:custGeom>
                  <a:avLst/>
                  <a:gdLst>
                    <a:gd name="textAreaLeft" fmla="*/ 0 w 201240"/>
                    <a:gd name="textAreaRight" fmla="*/ 201600 w 201240"/>
                    <a:gd name="textAreaTop" fmla="*/ 0 h 204480"/>
                    <a:gd name="textAreaBottom" fmla="*/ 204840 h 204480"/>
                  </a:gdLst>
                  <a:ahLst/>
                  <a:cxnLst/>
                  <a:rect l="textAreaLeft" t="textAreaTop" r="textAreaRight" b="textAreaBottom"/>
                  <a:pathLst>
                    <a:path w="255" h="259">
                      <a:moveTo>
                        <a:pt x="227" y="210"/>
                      </a:moveTo>
                      <a:cubicBezTo>
                        <a:pt x="230" y="210"/>
                        <a:pt x="232" y="208"/>
                        <a:pt x="233" y="206"/>
                      </a:cubicBezTo>
                      <a:cubicBezTo>
                        <a:pt x="253" y="167"/>
                        <a:pt x="253" y="167"/>
                        <a:pt x="253" y="167"/>
                      </a:cubicBezTo>
                      <a:cubicBezTo>
                        <a:pt x="255" y="163"/>
                        <a:pt x="253" y="160"/>
                        <a:pt x="250" y="158"/>
                      </a:cubicBezTo>
                      <a:cubicBezTo>
                        <a:pt x="229" y="148"/>
                        <a:pt x="229" y="148"/>
                        <a:pt x="229" y="148"/>
                      </a:cubicBezTo>
                      <a:cubicBezTo>
                        <a:pt x="227" y="146"/>
                        <a:pt x="226" y="144"/>
                        <a:pt x="226" y="141"/>
                      </a:cubicBezTo>
                      <a:cubicBezTo>
                        <a:pt x="227" y="131"/>
                        <a:pt x="227" y="120"/>
                        <a:pt x="225" y="109"/>
                      </a:cubicBezTo>
                      <a:cubicBezTo>
                        <a:pt x="224" y="107"/>
                        <a:pt x="226" y="104"/>
                        <a:pt x="228" y="103"/>
                      </a:cubicBezTo>
                      <a:cubicBezTo>
                        <a:pt x="248" y="91"/>
                        <a:pt x="248" y="91"/>
                        <a:pt x="248" y="91"/>
                      </a:cubicBezTo>
                      <a:cubicBezTo>
                        <a:pt x="251" y="89"/>
                        <a:pt x="252" y="85"/>
                        <a:pt x="250" y="82"/>
                      </a:cubicBezTo>
                      <a:cubicBezTo>
                        <a:pt x="228" y="44"/>
                        <a:pt x="228" y="44"/>
                        <a:pt x="228" y="44"/>
                      </a:cubicBezTo>
                      <a:cubicBezTo>
                        <a:pt x="227" y="42"/>
                        <a:pt x="224" y="41"/>
                        <a:pt x="222" y="41"/>
                      </a:cubicBezTo>
                      <a:cubicBezTo>
                        <a:pt x="221" y="41"/>
                        <a:pt x="220" y="41"/>
                        <a:pt x="219" y="42"/>
                      </a:cubicBezTo>
                      <a:cubicBezTo>
                        <a:pt x="199" y="53"/>
                        <a:pt x="199" y="53"/>
                        <a:pt x="199" y="53"/>
                      </a:cubicBezTo>
                      <a:cubicBezTo>
                        <a:pt x="197" y="55"/>
                        <a:pt x="194" y="54"/>
                        <a:pt x="191" y="53"/>
                      </a:cubicBezTo>
                      <a:cubicBezTo>
                        <a:pt x="182" y="45"/>
                        <a:pt x="172" y="39"/>
                        <a:pt x="160" y="35"/>
                      </a:cubicBezTo>
                      <a:cubicBezTo>
                        <a:pt x="158" y="34"/>
                        <a:pt x="156" y="31"/>
                        <a:pt x="156" y="29"/>
                      </a:cubicBezTo>
                      <a:cubicBezTo>
                        <a:pt x="156" y="7"/>
                        <a:pt x="156" y="7"/>
                        <a:pt x="156" y="7"/>
                      </a:cubicBezTo>
                      <a:cubicBezTo>
                        <a:pt x="156" y="3"/>
                        <a:pt x="153" y="0"/>
                        <a:pt x="149" y="0"/>
                      </a:cubicBezTo>
                      <a:cubicBezTo>
                        <a:pt x="105" y="0"/>
                        <a:pt x="105" y="0"/>
                        <a:pt x="105" y="0"/>
                      </a:cubicBezTo>
                      <a:cubicBezTo>
                        <a:pt x="101" y="0"/>
                        <a:pt x="98" y="3"/>
                        <a:pt x="98" y="7"/>
                      </a:cubicBezTo>
                      <a:cubicBezTo>
                        <a:pt x="98" y="29"/>
                        <a:pt x="98" y="29"/>
                        <a:pt x="98" y="29"/>
                      </a:cubicBezTo>
                      <a:cubicBezTo>
                        <a:pt x="98" y="31"/>
                        <a:pt x="97" y="34"/>
                        <a:pt x="94" y="35"/>
                      </a:cubicBezTo>
                      <a:cubicBezTo>
                        <a:pt x="81" y="40"/>
                        <a:pt x="68" y="47"/>
                        <a:pt x="58" y="57"/>
                      </a:cubicBezTo>
                      <a:cubicBezTo>
                        <a:pt x="56" y="59"/>
                        <a:pt x="53" y="59"/>
                        <a:pt x="51" y="58"/>
                      </a:cubicBezTo>
                      <a:cubicBezTo>
                        <a:pt x="30" y="48"/>
                        <a:pt x="30" y="48"/>
                        <a:pt x="30" y="48"/>
                      </a:cubicBezTo>
                      <a:cubicBezTo>
                        <a:pt x="27" y="46"/>
                        <a:pt x="23" y="47"/>
                        <a:pt x="21" y="50"/>
                      </a:cubicBezTo>
                      <a:cubicBezTo>
                        <a:pt x="1" y="90"/>
                        <a:pt x="1" y="90"/>
                        <a:pt x="1" y="90"/>
                      </a:cubicBezTo>
                      <a:cubicBezTo>
                        <a:pt x="0" y="93"/>
                        <a:pt x="1" y="97"/>
                        <a:pt x="4" y="99"/>
                      </a:cubicBezTo>
                      <a:cubicBezTo>
                        <a:pt x="25" y="109"/>
                        <a:pt x="25" y="109"/>
                        <a:pt x="25" y="109"/>
                      </a:cubicBezTo>
                      <a:cubicBezTo>
                        <a:pt x="27" y="110"/>
                        <a:pt x="29" y="113"/>
                        <a:pt x="28" y="116"/>
                      </a:cubicBezTo>
                      <a:cubicBezTo>
                        <a:pt x="27" y="126"/>
                        <a:pt x="27" y="137"/>
                        <a:pt x="29" y="147"/>
                      </a:cubicBezTo>
                      <a:cubicBezTo>
                        <a:pt x="30" y="150"/>
                        <a:pt x="29" y="153"/>
                        <a:pt x="26" y="154"/>
                      </a:cubicBezTo>
                      <a:cubicBezTo>
                        <a:pt x="6" y="166"/>
                        <a:pt x="6" y="166"/>
                        <a:pt x="6" y="166"/>
                      </a:cubicBezTo>
                      <a:cubicBezTo>
                        <a:pt x="3" y="167"/>
                        <a:pt x="2" y="171"/>
                        <a:pt x="4" y="175"/>
                      </a:cubicBezTo>
                      <a:cubicBezTo>
                        <a:pt x="26" y="213"/>
                        <a:pt x="26" y="213"/>
                        <a:pt x="26" y="213"/>
                      </a:cubicBezTo>
                      <a:cubicBezTo>
                        <a:pt x="28" y="216"/>
                        <a:pt x="32" y="217"/>
                        <a:pt x="35" y="215"/>
                      </a:cubicBezTo>
                      <a:cubicBezTo>
                        <a:pt x="55" y="203"/>
                        <a:pt x="55" y="203"/>
                        <a:pt x="55" y="203"/>
                      </a:cubicBezTo>
                      <a:cubicBezTo>
                        <a:pt x="58" y="202"/>
                        <a:pt x="61" y="202"/>
                        <a:pt x="63" y="204"/>
                      </a:cubicBezTo>
                      <a:cubicBezTo>
                        <a:pt x="72" y="212"/>
                        <a:pt x="82" y="218"/>
                        <a:pt x="94" y="222"/>
                      </a:cubicBezTo>
                      <a:cubicBezTo>
                        <a:pt x="97" y="223"/>
                        <a:pt x="98" y="225"/>
                        <a:pt x="98" y="228"/>
                      </a:cubicBezTo>
                      <a:cubicBezTo>
                        <a:pt x="98" y="252"/>
                        <a:pt x="98" y="252"/>
                        <a:pt x="98" y="252"/>
                      </a:cubicBezTo>
                      <a:cubicBezTo>
                        <a:pt x="98" y="256"/>
                        <a:pt x="101" y="259"/>
                        <a:pt x="105" y="259"/>
                      </a:cubicBezTo>
                      <a:cubicBezTo>
                        <a:pt x="149" y="259"/>
                        <a:pt x="149" y="259"/>
                        <a:pt x="149" y="259"/>
                      </a:cubicBezTo>
                      <a:cubicBezTo>
                        <a:pt x="153" y="259"/>
                        <a:pt x="156" y="256"/>
                        <a:pt x="156" y="252"/>
                      </a:cubicBezTo>
                      <a:cubicBezTo>
                        <a:pt x="156" y="228"/>
                        <a:pt x="156" y="228"/>
                        <a:pt x="156" y="228"/>
                      </a:cubicBezTo>
                      <a:cubicBezTo>
                        <a:pt x="156" y="225"/>
                        <a:pt x="158" y="223"/>
                        <a:pt x="160" y="222"/>
                      </a:cubicBezTo>
                      <a:cubicBezTo>
                        <a:pt x="174" y="217"/>
                        <a:pt x="186" y="209"/>
                        <a:pt x="196" y="200"/>
                      </a:cubicBezTo>
                      <a:cubicBezTo>
                        <a:pt x="198" y="198"/>
                        <a:pt x="201" y="197"/>
                        <a:pt x="204" y="199"/>
                      </a:cubicBezTo>
                      <a:cubicBezTo>
                        <a:pt x="224" y="209"/>
                        <a:pt x="224" y="209"/>
                        <a:pt x="224" y="209"/>
                      </a:cubicBezTo>
                      <a:cubicBezTo>
                        <a:pt x="225" y="209"/>
                        <a:pt x="226" y="210"/>
                        <a:pt x="227" y="210"/>
                      </a:cubicBezTo>
                      <a:close/>
                      <a:moveTo>
                        <a:pt x="127" y="172"/>
                      </a:moveTo>
                      <a:cubicBezTo>
                        <a:pt x="104" y="172"/>
                        <a:pt x="84" y="153"/>
                        <a:pt x="84" y="130"/>
                      </a:cubicBezTo>
                      <a:cubicBezTo>
                        <a:pt x="87" y="73"/>
                        <a:pt x="168" y="73"/>
                        <a:pt x="170" y="130"/>
                      </a:cubicBezTo>
                      <a:cubicBezTo>
                        <a:pt x="170" y="153"/>
                        <a:pt x="151" y="172"/>
                        <a:pt x="127" y="172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90" name="Google Shape;59;p3"/>
                <p:cNvSpPr/>
                <p:nvPr/>
              </p:nvSpPr>
              <p:spPr>
                <a:xfrm>
                  <a:off x="8150760" y="4802760"/>
                  <a:ext cx="20160" cy="22680"/>
                </a:xfrm>
                <a:custGeom>
                  <a:avLst/>
                  <a:gdLst>
                    <a:gd name="textAreaLeft" fmla="*/ 0 w 20160"/>
                    <a:gd name="textAreaRight" fmla="*/ 20520 w 20160"/>
                    <a:gd name="textAreaTop" fmla="*/ 0 h 22680"/>
                    <a:gd name="textAreaBottom" fmla="*/ 23040 h 22680"/>
                  </a:gdLst>
                  <a:ahLst/>
                  <a:cxnLst/>
                  <a:rect l="textAreaLeft" t="textAreaTop" r="textAreaRight" b="textAreaBottom"/>
                  <a:pathLst>
                    <a:path w="26" h="29">
                      <a:moveTo>
                        <a:pt x="13" y="0"/>
                      </a:moveTo>
                      <a:cubicBezTo>
                        <a:pt x="6" y="0"/>
                        <a:pt x="0" y="6"/>
                        <a:pt x="0" y="13"/>
                      </a:cubicBezTo>
                      <a:cubicBezTo>
                        <a:pt x="1" y="29"/>
                        <a:pt x="25" y="29"/>
                        <a:pt x="26" y="13"/>
                      </a:cubicBezTo>
                      <a:cubicBezTo>
                        <a:pt x="26" y="6"/>
                        <a:pt x="20" y="0"/>
                        <a:pt x="13" y="0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1520" bIns="1152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91" name="Google Shape;60;p3"/>
                <p:cNvSpPr/>
                <p:nvPr/>
              </p:nvSpPr>
              <p:spPr>
                <a:xfrm>
                  <a:off x="8119080" y="4937760"/>
                  <a:ext cx="82440" cy="177480"/>
                </a:xfrm>
                <a:custGeom>
                  <a:avLst/>
                  <a:gdLst>
                    <a:gd name="textAreaLeft" fmla="*/ 0 w 82440"/>
                    <a:gd name="textAreaRight" fmla="*/ 82800 w 82440"/>
                    <a:gd name="textAreaTop" fmla="*/ 0 h 177480"/>
                    <a:gd name="textAreaBottom" fmla="*/ 177840 h 177480"/>
                  </a:gdLst>
                  <a:ahLst/>
                  <a:cxnLst/>
                  <a:rect l="textAreaLeft" t="textAreaTop" r="textAreaRight" b="textAreaBottom"/>
                  <a:pathLst>
                    <a:path w="105" h="225">
                      <a:moveTo>
                        <a:pt x="99" y="145"/>
                      </a:moveTo>
                      <a:cubicBezTo>
                        <a:pt x="85" y="145"/>
                        <a:pt x="85" y="145"/>
                        <a:pt x="85" y="145"/>
                      </a:cubicBezTo>
                      <a:cubicBezTo>
                        <a:pt x="82" y="145"/>
                        <a:pt x="80" y="143"/>
                        <a:pt x="80" y="141"/>
                      </a:cubicBezTo>
                      <a:cubicBezTo>
                        <a:pt x="80" y="0"/>
                        <a:pt x="80" y="0"/>
                        <a:pt x="80" y="0"/>
                      </a:cubicBezTo>
                      <a:cubicBezTo>
                        <a:pt x="79" y="0"/>
                        <a:pt x="77" y="1"/>
                        <a:pt x="75" y="1"/>
                      </a:cubicBezTo>
                      <a:cubicBezTo>
                        <a:pt x="31" y="1"/>
                        <a:pt x="31" y="1"/>
                        <a:pt x="31" y="1"/>
                      </a:cubicBezTo>
                      <a:cubicBezTo>
                        <a:pt x="29" y="1"/>
                        <a:pt x="28" y="0"/>
                        <a:pt x="26" y="0"/>
                      </a:cubicBezTo>
                      <a:cubicBezTo>
                        <a:pt x="26" y="141"/>
                        <a:pt x="26" y="141"/>
                        <a:pt x="26" y="141"/>
                      </a:cubicBezTo>
                      <a:cubicBezTo>
                        <a:pt x="26" y="143"/>
                        <a:pt x="24" y="145"/>
                        <a:pt x="21" y="145"/>
                      </a:cubicBezTo>
                      <a:cubicBezTo>
                        <a:pt x="7" y="145"/>
                        <a:pt x="7" y="145"/>
                        <a:pt x="7" y="145"/>
                      </a:cubicBezTo>
                      <a:cubicBezTo>
                        <a:pt x="3" y="145"/>
                        <a:pt x="0" y="148"/>
                        <a:pt x="0" y="152"/>
                      </a:cubicBezTo>
                      <a:cubicBezTo>
                        <a:pt x="0" y="177"/>
                        <a:pt x="0" y="177"/>
                        <a:pt x="0" y="177"/>
                      </a:cubicBezTo>
                      <a:cubicBezTo>
                        <a:pt x="0" y="179"/>
                        <a:pt x="1" y="180"/>
                        <a:pt x="3" y="182"/>
                      </a:cubicBezTo>
                      <a:cubicBezTo>
                        <a:pt x="49" y="223"/>
                        <a:pt x="49" y="223"/>
                        <a:pt x="49" y="223"/>
                      </a:cubicBezTo>
                      <a:cubicBezTo>
                        <a:pt x="51" y="225"/>
                        <a:pt x="55" y="225"/>
                        <a:pt x="57" y="223"/>
                      </a:cubicBezTo>
                      <a:cubicBezTo>
                        <a:pt x="103" y="182"/>
                        <a:pt x="103" y="182"/>
                        <a:pt x="103" y="182"/>
                      </a:cubicBezTo>
                      <a:cubicBezTo>
                        <a:pt x="104" y="180"/>
                        <a:pt x="105" y="179"/>
                        <a:pt x="105" y="177"/>
                      </a:cubicBezTo>
                      <a:cubicBezTo>
                        <a:pt x="105" y="152"/>
                        <a:pt x="105" y="152"/>
                        <a:pt x="105" y="152"/>
                      </a:cubicBezTo>
                      <a:cubicBezTo>
                        <a:pt x="105" y="148"/>
                        <a:pt x="102" y="145"/>
                        <a:pt x="99" y="145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92" name="Google Shape;61;p3"/>
                <p:cNvSpPr/>
                <p:nvPr/>
              </p:nvSpPr>
              <p:spPr>
                <a:xfrm>
                  <a:off x="7958160" y="4897440"/>
                  <a:ext cx="163440" cy="102240"/>
                </a:xfrm>
                <a:custGeom>
                  <a:avLst/>
                  <a:gdLst>
                    <a:gd name="textAreaLeft" fmla="*/ 0 w 163440"/>
                    <a:gd name="textAreaRight" fmla="*/ 163800 w 163440"/>
                    <a:gd name="textAreaTop" fmla="*/ 0 h 102240"/>
                    <a:gd name="textAreaBottom" fmla="*/ 102600 h 102240"/>
                  </a:gdLst>
                  <a:ahLst/>
                  <a:cxnLst/>
                  <a:rect l="textAreaLeft" t="textAreaTop" r="textAreaRight" b="textAreaBottom"/>
                  <a:pathLst>
                    <a:path w="208" h="130">
                      <a:moveTo>
                        <a:pt x="198" y="15"/>
                      </a:moveTo>
                      <a:cubicBezTo>
                        <a:pt x="198" y="6"/>
                        <a:pt x="198" y="6"/>
                        <a:pt x="198" y="6"/>
                      </a:cubicBezTo>
                      <a:cubicBezTo>
                        <a:pt x="194" y="4"/>
                        <a:pt x="191" y="2"/>
                        <a:pt x="187" y="0"/>
                      </a:cubicBezTo>
                      <a:cubicBezTo>
                        <a:pt x="180" y="4"/>
                        <a:pt x="180" y="4"/>
                        <a:pt x="180" y="4"/>
                      </a:cubicBezTo>
                      <a:cubicBezTo>
                        <a:pt x="174" y="8"/>
                        <a:pt x="166" y="9"/>
                        <a:pt x="158" y="8"/>
                      </a:cubicBezTo>
                      <a:cubicBezTo>
                        <a:pt x="158" y="18"/>
                        <a:pt x="158" y="18"/>
                        <a:pt x="158" y="18"/>
                      </a:cubicBezTo>
                      <a:cubicBezTo>
                        <a:pt x="158" y="36"/>
                        <a:pt x="143" y="51"/>
                        <a:pt x="125" y="51"/>
                      </a:cubicBezTo>
                      <a:cubicBezTo>
                        <a:pt x="85" y="51"/>
                        <a:pt x="85" y="51"/>
                        <a:pt x="85" y="51"/>
                      </a:cubicBezTo>
                      <a:cubicBezTo>
                        <a:pt x="83" y="51"/>
                        <a:pt x="81" y="49"/>
                        <a:pt x="81" y="46"/>
                      </a:cubicBezTo>
                      <a:cubicBezTo>
                        <a:pt x="81" y="32"/>
                        <a:pt x="81" y="32"/>
                        <a:pt x="81" y="32"/>
                      </a:cubicBezTo>
                      <a:cubicBezTo>
                        <a:pt x="81" y="28"/>
                        <a:pt x="78" y="25"/>
                        <a:pt x="74" y="25"/>
                      </a:cubicBezTo>
                      <a:cubicBezTo>
                        <a:pt x="49" y="25"/>
                        <a:pt x="49" y="25"/>
                        <a:pt x="49" y="25"/>
                      </a:cubicBezTo>
                      <a:cubicBezTo>
                        <a:pt x="47" y="25"/>
                        <a:pt x="46" y="26"/>
                        <a:pt x="44" y="28"/>
                      </a:cubicBezTo>
                      <a:cubicBezTo>
                        <a:pt x="3" y="73"/>
                        <a:pt x="3" y="73"/>
                        <a:pt x="3" y="73"/>
                      </a:cubicBezTo>
                      <a:cubicBezTo>
                        <a:pt x="0" y="76"/>
                        <a:pt x="0" y="80"/>
                        <a:pt x="3" y="82"/>
                      </a:cubicBezTo>
                      <a:cubicBezTo>
                        <a:pt x="44" y="128"/>
                        <a:pt x="44" y="128"/>
                        <a:pt x="44" y="128"/>
                      </a:cubicBezTo>
                      <a:cubicBezTo>
                        <a:pt x="46" y="129"/>
                        <a:pt x="47" y="130"/>
                        <a:pt x="49" y="130"/>
                      </a:cubicBezTo>
                      <a:cubicBezTo>
                        <a:pt x="74" y="130"/>
                        <a:pt x="74" y="130"/>
                        <a:pt x="74" y="130"/>
                      </a:cubicBezTo>
                      <a:cubicBezTo>
                        <a:pt x="78" y="130"/>
                        <a:pt x="81" y="127"/>
                        <a:pt x="81" y="123"/>
                      </a:cubicBezTo>
                      <a:cubicBezTo>
                        <a:pt x="81" y="109"/>
                        <a:pt x="81" y="109"/>
                        <a:pt x="81" y="109"/>
                      </a:cubicBezTo>
                      <a:cubicBezTo>
                        <a:pt x="81" y="107"/>
                        <a:pt x="83" y="105"/>
                        <a:pt x="85" y="105"/>
                      </a:cubicBezTo>
                      <a:cubicBezTo>
                        <a:pt x="118" y="105"/>
                        <a:pt x="118" y="105"/>
                        <a:pt x="118" y="105"/>
                      </a:cubicBezTo>
                      <a:cubicBezTo>
                        <a:pt x="160" y="105"/>
                        <a:pt x="196" y="77"/>
                        <a:pt x="208" y="40"/>
                      </a:cubicBezTo>
                      <a:cubicBezTo>
                        <a:pt x="202" y="33"/>
                        <a:pt x="198" y="25"/>
                        <a:pt x="198" y="15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93" name="Google Shape;62;p3"/>
                <p:cNvSpPr/>
                <p:nvPr/>
              </p:nvSpPr>
              <p:spPr>
                <a:xfrm>
                  <a:off x="8199720" y="4893480"/>
                  <a:ext cx="163800" cy="106560"/>
                </a:xfrm>
                <a:custGeom>
                  <a:avLst/>
                  <a:gdLst>
                    <a:gd name="textAreaLeft" fmla="*/ 0 w 163800"/>
                    <a:gd name="textAreaRight" fmla="*/ 164160 w 163800"/>
                    <a:gd name="textAreaTop" fmla="*/ 0 h 106560"/>
                    <a:gd name="textAreaBottom" fmla="*/ 106920 h 106560"/>
                  </a:gdLst>
                  <a:ahLst/>
                  <a:cxnLst/>
                  <a:rect l="textAreaLeft" t="textAreaTop" r="textAreaRight" b="textAreaBottom"/>
                  <a:pathLst>
                    <a:path w="208" h="135">
                      <a:moveTo>
                        <a:pt x="206" y="78"/>
                      </a:moveTo>
                      <a:cubicBezTo>
                        <a:pt x="164" y="33"/>
                        <a:pt x="164" y="33"/>
                        <a:pt x="164" y="33"/>
                      </a:cubicBezTo>
                      <a:cubicBezTo>
                        <a:pt x="163" y="31"/>
                        <a:pt x="161" y="30"/>
                        <a:pt x="159" y="30"/>
                      </a:cubicBezTo>
                      <a:cubicBezTo>
                        <a:pt x="134" y="30"/>
                        <a:pt x="134" y="30"/>
                        <a:pt x="134" y="30"/>
                      </a:cubicBezTo>
                      <a:cubicBezTo>
                        <a:pt x="131" y="30"/>
                        <a:pt x="128" y="33"/>
                        <a:pt x="128" y="37"/>
                      </a:cubicBezTo>
                      <a:cubicBezTo>
                        <a:pt x="128" y="51"/>
                        <a:pt x="128" y="51"/>
                        <a:pt x="128" y="51"/>
                      </a:cubicBezTo>
                      <a:cubicBezTo>
                        <a:pt x="128" y="54"/>
                        <a:pt x="126" y="56"/>
                        <a:pt x="123" y="56"/>
                      </a:cubicBezTo>
                      <a:cubicBezTo>
                        <a:pt x="84" y="56"/>
                        <a:pt x="84" y="56"/>
                        <a:pt x="84" y="56"/>
                      </a:cubicBezTo>
                      <a:cubicBezTo>
                        <a:pt x="65" y="56"/>
                        <a:pt x="50" y="41"/>
                        <a:pt x="50" y="23"/>
                      </a:cubicBezTo>
                      <a:cubicBezTo>
                        <a:pt x="50" y="7"/>
                        <a:pt x="50" y="7"/>
                        <a:pt x="50" y="7"/>
                      </a:cubicBezTo>
                      <a:cubicBezTo>
                        <a:pt x="45" y="7"/>
                        <a:pt x="40" y="6"/>
                        <a:pt x="35" y="4"/>
                      </a:cubicBezTo>
                      <a:cubicBezTo>
                        <a:pt x="28" y="0"/>
                        <a:pt x="28" y="0"/>
                        <a:pt x="28" y="0"/>
                      </a:cubicBezTo>
                      <a:cubicBezTo>
                        <a:pt x="22" y="4"/>
                        <a:pt x="16" y="8"/>
                        <a:pt x="10" y="11"/>
                      </a:cubicBezTo>
                      <a:cubicBezTo>
                        <a:pt x="10" y="20"/>
                        <a:pt x="10" y="20"/>
                        <a:pt x="10" y="20"/>
                      </a:cubicBezTo>
                      <a:cubicBezTo>
                        <a:pt x="10" y="30"/>
                        <a:pt x="6" y="38"/>
                        <a:pt x="0" y="45"/>
                      </a:cubicBezTo>
                      <a:cubicBezTo>
                        <a:pt x="12" y="82"/>
                        <a:pt x="48" y="110"/>
                        <a:pt x="90" y="110"/>
                      </a:cubicBezTo>
                      <a:cubicBezTo>
                        <a:pt x="123" y="110"/>
                        <a:pt x="123" y="110"/>
                        <a:pt x="123" y="110"/>
                      </a:cubicBezTo>
                      <a:cubicBezTo>
                        <a:pt x="126" y="110"/>
                        <a:pt x="128" y="112"/>
                        <a:pt x="128" y="114"/>
                      </a:cubicBezTo>
                      <a:cubicBezTo>
                        <a:pt x="128" y="128"/>
                        <a:pt x="128" y="128"/>
                        <a:pt x="128" y="128"/>
                      </a:cubicBezTo>
                      <a:cubicBezTo>
                        <a:pt x="128" y="132"/>
                        <a:pt x="131" y="135"/>
                        <a:pt x="134" y="135"/>
                      </a:cubicBezTo>
                      <a:cubicBezTo>
                        <a:pt x="159" y="135"/>
                        <a:pt x="159" y="135"/>
                        <a:pt x="159" y="135"/>
                      </a:cubicBezTo>
                      <a:cubicBezTo>
                        <a:pt x="161" y="135"/>
                        <a:pt x="163" y="134"/>
                        <a:pt x="164" y="133"/>
                      </a:cubicBezTo>
                      <a:cubicBezTo>
                        <a:pt x="206" y="87"/>
                        <a:pt x="206" y="87"/>
                        <a:pt x="206" y="87"/>
                      </a:cubicBezTo>
                      <a:cubicBezTo>
                        <a:pt x="208" y="85"/>
                        <a:pt x="208" y="81"/>
                        <a:pt x="206" y="78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</p:grpSp>
      </p:grpSp>
      <p:sp>
        <p:nvSpPr>
          <p:cNvPr id="394" name="PlaceHolder 1"/>
          <p:cNvSpPr>
            <a:spLocks noGrp="1"/>
          </p:cNvSpPr>
          <p:nvPr>
            <p:ph type="title"/>
          </p:nvPr>
        </p:nvSpPr>
        <p:spPr>
          <a:xfrm>
            <a:off x="1864800" y="2179440"/>
            <a:ext cx="5413680" cy="1626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4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95" name="PlaceHolder 2"/>
          <p:cNvSpPr>
            <a:spLocks noGrp="1"/>
          </p:cNvSpPr>
          <p:nvPr>
            <p:ph type="title"/>
          </p:nvPr>
        </p:nvSpPr>
        <p:spPr>
          <a:xfrm>
            <a:off x="1864800" y="1337400"/>
            <a:ext cx="1474200" cy="841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6000" b="0" u="none" strike="noStrike">
                <a:solidFill>
                  <a:schemeClr val="lt1"/>
                </a:solidFill>
                <a:effectLst/>
                <a:uFillTx/>
                <a:latin typeface="Montserrat"/>
                <a:ea typeface="Montserrat"/>
              </a:rPr>
              <a:t>xx%</a:t>
            </a:r>
            <a:endParaRPr lang="fr-FR" sz="6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96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  <p:transition spd="slow">
    <p:push dir="u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3_1"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8" name="Google Shape;680;p23"/>
          <p:cNvPicPr/>
          <p:nvPr/>
        </p:nvPicPr>
        <p:blipFill>
          <a:blip r:embed="rId2"/>
          <a:srcRect t="1844" r="1844"/>
          <a:stretch/>
        </p:blipFill>
        <p:spPr>
          <a:xfrm flipH="1">
            <a:off x="36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39" name="Google Shape;681;p23"/>
          <p:cNvPicPr/>
          <p:nvPr/>
        </p:nvPicPr>
        <p:blipFill>
          <a:blip r:embed="rId3">
            <a:alphaModFix amt="60000"/>
          </a:blip>
          <a:srcRect b="1681"/>
          <a:stretch/>
        </p:blipFill>
        <p:spPr>
          <a:xfrm flipH="1">
            <a:off x="6489000" y="0"/>
            <a:ext cx="274068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40" name="Google Shape;682;p23"/>
          <p:cNvSpPr/>
          <p:nvPr/>
        </p:nvSpPr>
        <p:spPr>
          <a:xfrm>
            <a:off x="2099160" y="3619080"/>
            <a:ext cx="3841920" cy="555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t">
            <a:noAutofit/>
          </a:bodyPr>
          <a:lstStyle/>
          <a:p>
            <a:pPr defTabSz="914400">
              <a:lnSpc>
                <a:spcPct val="100000"/>
              </a:lnSpc>
              <a:spcBef>
                <a:spcPts val="300"/>
              </a:spcBef>
              <a:tabLst>
                <a:tab pos="0" algn="l"/>
              </a:tabLst>
            </a:pPr>
            <a:r>
              <a:rPr lang="en" sz="1000" b="1" u="none" strike="noStrike">
                <a:solidFill>
                  <a:schemeClr val="dk1"/>
                </a:solidFill>
                <a:effectLst/>
                <a:uFillTx/>
                <a:latin typeface="Actor"/>
                <a:ea typeface="Actor"/>
              </a:rPr>
              <a:t>CREDITS:</a:t>
            </a:r>
            <a:r>
              <a:rPr lang="en" sz="1000" b="0" u="none" strike="noStrike">
                <a:solidFill>
                  <a:schemeClr val="dk1"/>
                </a:solidFill>
                <a:effectLst/>
                <a:uFillTx/>
                <a:latin typeface="Actor"/>
                <a:ea typeface="Actor"/>
              </a:rPr>
              <a:t> This presentation template was created by </a:t>
            </a:r>
            <a:r>
              <a:rPr lang="en" sz="1000" b="1" u="sng" strike="noStrike">
                <a:solidFill>
                  <a:schemeClr val="hlink"/>
                </a:solidFill>
                <a:effectLst/>
                <a:uFillTx/>
                <a:latin typeface="Actor"/>
                <a:ea typeface="Actor"/>
                <a:hlinkClick r:id="rId4"/>
              </a:rPr>
              <a:t>Slidesgo</a:t>
            </a:r>
            <a:r>
              <a:rPr lang="en" sz="1000" b="0" u="none" strike="noStrike">
                <a:solidFill>
                  <a:schemeClr val="dk1"/>
                </a:solidFill>
                <a:effectLst/>
                <a:uFillTx/>
                <a:latin typeface="Actor"/>
                <a:ea typeface="Actor"/>
              </a:rPr>
              <a:t>, and includes icons, infographics &amp; images by </a:t>
            </a:r>
            <a:r>
              <a:rPr lang="en" sz="1000" b="1" u="sng" strike="noStrike">
                <a:solidFill>
                  <a:schemeClr val="dk1"/>
                </a:solidFill>
                <a:effectLst/>
                <a:uFillTx/>
                <a:latin typeface="Actor"/>
                <a:ea typeface="Actor"/>
                <a:hlinkClick r:id="rId5"/>
              </a:rPr>
              <a:t>Freepik</a:t>
            </a:r>
            <a:r>
              <a:rPr lang="en" sz="1000" b="0" u="none" strike="noStrike">
                <a:solidFill>
                  <a:schemeClr val="dk1"/>
                </a:solidFill>
                <a:effectLst/>
                <a:uFillTx/>
                <a:latin typeface="Actor"/>
                <a:ea typeface="Actor"/>
              </a:rPr>
              <a:t> 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grpSp>
        <p:nvGrpSpPr>
          <p:cNvPr id="441" name="Google Shape;683;p23"/>
          <p:cNvGrpSpPr/>
          <p:nvPr/>
        </p:nvGrpSpPr>
        <p:grpSpPr>
          <a:xfrm>
            <a:off x="-2067480" y="2016000"/>
            <a:ext cx="13659840" cy="5645520"/>
            <a:chOff x="-2067480" y="2016000"/>
            <a:chExt cx="13659840" cy="5645520"/>
          </a:xfrm>
        </p:grpSpPr>
        <p:pic>
          <p:nvPicPr>
            <p:cNvPr id="442" name="Google Shape;684;p23"/>
            <p:cNvPicPr/>
            <p:nvPr/>
          </p:nvPicPr>
          <p:blipFill>
            <a:blip r:embed="rId6">
              <a:alphaModFix amt="50000"/>
            </a:blip>
            <a:stretch/>
          </p:blipFill>
          <p:spPr>
            <a:xfrm rot="2277600" flipH="1">
              <a:off x="7359480" y="3474000"/>
              <a:ext cx="3541680" cy="34646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443" name="Google Shape;685;p23"/>
            <p:cNvPicPr/>
            <p:nvPr/>
          </p:nvPicPr>
          <p:blipFill>
            <a:blip r:embed="rId6">
              <a:alphaModFix amt="50000"/>
            </a:blip>
            <a:stretch/>
          </p:blipFill>
          <p:spPr>
            <a:xfrm rot="13969200" flipH="1">
              <a:off x="-1387800" y="2741040"/>
              <a:ext cx="3541680" cy="346464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444" name="Google Shape;686;p23"/>
          <p:cNvGrpSpPr/>
          <p:nvPr/>
        </p:nvGrpSpPr>
        <p:grpSpPr>
          <a:xfrm>
            <a:off x="-440640" y="-459720"/>
            <a:ext cx="10005120" cy="2151360"/>
            <a:chOff x="-440640" y="-459720"/>
            <a:chExt cx="10005120" cy="2151360"/>
          </a:xfrm>
        </p:grpSpPr>
        <p:grpSp>
          <p:nvGrpSpPr>
            <p:cNvPr id="445" name="Google Shape;687;p23"/>
            <p:cNvGrpSpPr/>
            <p:nvPr/>
          </p:nvGrpSpPr>
          <p:grpSpPr>
            <a:xfrm>
              <a:off x="7601400" y="-459720"/>
              <a:ext cx="1963080" cy="2057760"/>
              <a:chOff x="7601400" y="-459720"/>
              <a:chExt cx="1963080" cy="2057760"/>
            </a:xfrm>
          </p:grpSpPr>
          <p:pic>
            <p:nvPicPr>
              <p:cNvPr id="446" name="Google Shape;688;p23"/>
              <p:cNvPicPr/>
              <p:nvPr/>
            </p:nvPicPr>
            <p:blipFill>
              <a:blip r:embed="rId7">
                <a:alphaModFix amt="50000"/>
              </a:blip>
              <a:stretch/>
            </p:blipFill>
            <p:spPr>
              <a:xfrm rot="16200000">
                <a:off x="7579440" y="-437760"/>
                <a:ext cx="2007000" cy="196308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grpSp>
            <p:nvGrpSpPr>
              <p:cNvPr id="447" name="Google Shape;689;p23"/>
              <p:cNvGrpSpPr/>
              <p:nvPr/>
            </p:nvGrpSpPr>
            <p:grpSpPr>
              <a:xfrm>
                <a:off x="8550000" y="1280880"/>
                <a:ext cx="344160" cy="317160"/>
                <a:chOff x="8550000" y="1280880"/>
                <a:chExt cx="344160" cy="317160"/>
              </a:xfrm>
            </p:grpSpPr>
            <p:sp>
              <p:nvSpPr>
                <p:cNvPr id="448" name="Google Shape;690;p23"/>
                <p:cNvSpPr/>
                <p:nvPr/>
              </p:nvSpPr>
              <p:spPr>
                <a:xfrm>
                  <a:off x="8664840" y="1334520"/>
                  <a:ext cx="148320" cy="149040"/>
                </a:xfrm>
                <a:custGeom>
                  <a:avLst/>
                  <a:gdLst>
                    <a:gd name="textAreaLeft" fmla="*/ 0 w 148320"/>
                    <a:gd name="textAreaRight" fmla="*/ 148680 w 148320"/>
                    <a:gd name="textAreaTop" fmla="*/ 0 h 149040"/>
                    <a:gd name="textAreaBottom" fmla="*/ 149400 h 149040"/>
                  </a:gdLst>
                  <a:ahLst/>
                  <a:cxnLst/>
                  <a:rect l="textAreaLeft" t="textAreaTop" r="textAreaRight" b="textAreaBottom"/>
                  <a:pathLst>
                    <a:path w="251" h="252">
                      <a:moveTo>
                        <a:pt x="197" y="142"/>
                      </a:moveTo>
                      <a:cubicBezTo>
                        <a:pt x="176" y="141"/>
                        <a:pt x="176" y="110"/>
                        <a:pt x="197" y="110"/>
                      </a:cubicBezTo>
                      <a:cubicBezTo>
                        <a:pt x="251" y="109"/>
                        <a:pt x="251" y="109"/>
                        <a:pt x="251" y="109"/>
                      </a:cubicBezTo>
                      <a:cubicBezTo>
                        <a:pt x="245" y="55"/>
                        <a:pt x="197" y="6"/>
                        <a:pt x="142" y="0"/>
                      </a:cubicBezTo>
                      <a:cubicBezTo>
                        <a:pt x="141" y="54"/>
                        <a:pt x="141" y="54"/>
                        <a:pt x="141" y="54"/>
                      </a:cubicBezTo>
                      <a:cubicBezTo>
                        <a:pt x="141" y="63"/>
                        <a:pt x="134" y="70"/>
                        <a:pt x="125" y="70"/>
                      </a:cubicBezTo>
                      <a:cubicBezTo>
                        <a:pt x="125" y="70"/>
                        <a:pt x="125" y="70"/>
                        <a:pt x="125" y="70"/>
                      </a:cubicBezTo>
                      <a:cubicBezTo>
                        <a:pt x="116" y="70"/>
                        <a:pt x="109" y="63"/>
                        <a:pt x="109" y="54"/>
                      </a:cubicBezTo>
                      <a:cubicBezTo>
                        <a:pt x="109" y="0"/>
                        <a:pt x="109" y="0"/>
                        <a:pt x="109" y="0"/>
                      </a:cubicBezTo>
                      <a:cubicBezTo>
                        <a:pt x="53" y="6"/>
                        <a:pt x="5" y="55"/>
                        <a:pt x="0" y="110"/>
                      </a:cubicBezTo>
                      <a:cubicBezTo>
                        <a:pt x="53" y="110"/>
                        <a:pt x="53" y="110"/>
                        <a:pt x="53" y="110"/>
                      </a:cubicBezTo>
                      <a:cubicBezTo>
                        <a:pt x="53" y="110"/>
                        <a:pt x="53" y="110"/>
                        <a:pt x="53" y="110"/>
                      </a:cubicBezTo>
                      <a:cubicBezTo>
                        <a:pt x="74" y="111"/>
                        <a:pt x="74" y="141"/>
                        <a:pt x="53" y="142"/>
                      </a:cubicBezTo>
                      <a:cubicBezTo>
                        <a:pt x="0" y="142"/>
                        <a:pt x="0" y="142"/>
                        <a:pt x="0" y="142"/>
                      </a:cubicBezTo>
                      <a:cubicBezTo>
                        <a:pt x="5" y="197"/>
                        <a:pt x="53" y="246"/>
                        <a:pt x="109" y="252"/>
                      </a:cubicBezTo>
                      <a:cubicBezTo>
                        <a:pt x="109" y="198"/>
                        <a:pt x="109" y="198"/>
                        <a:pt x="109" y="198"/>
                      </a:cubicBezTo>
                      <a:cubicBezTo>
                        <a:pt x="109" y="189"/>
                        <a:pt x="116" y="182"/>
                        <a:pt x="125" y="182"/>
                      </a:cubicBezTo>
                      <a:cubicBezTo>
                        <a:pt x="125" y="182"/>
                        <a:pt x="125" y="182"/>
                        <a:pt x="125" y="182"/>
                      </a:cubicBezTo>
                      <a:cubicBezTo>
                        <a:pt x="134" y="182"/>
                        <a:pt x="141" y="189"/>
                        <a:pt x="141" y="198"/>
                      </a:cubicBezTo>
                      <a:cubicBezTo>
                        <a:pt x="141" y="252"/>
                        <a:pt x="141" y="252"/>
                        <a:pt x="141" y="252"/>
                      </a:cubicBezTo>
                      <a:cubicBezTo>
                        <a:pt x="197" y="246"/>
                        <a:pt x="245" y="197"/>
                        <a:pt x="251" y="142"/>
                      </a:cubicBezTo>
                      <a:cubicBezTo>
                        <a:pt x="197" y="142"/>
                        <a:pt x="197" y="142"/>
                        <a:pt x="197" y="142"/>
                      </a:cubicBezTo>
                      <a:cubicBezTo>
                        <a:pt x="197" y="142"/>
                        <a:pt x="197" y="142"/>
                        <a:pt x="197" y="142"/>
                      </a:cubicBezTo>
                      <a:close/>
                      <a:moveTo>
                        <a:pt x="125" y="142"/>
                      </a:moveTo>
                      <a:cubicBezTo>
                        <a:pt x="104" y="141"/>
                        <a:pt x="104" y="111"/>
                        <a:pt x="125" y="110"/>
                      </a:cubicBezTo>
                      <a:cubicBezTo>
                        <a:pt x="147" y="110"/>
                        <a:pt x="147" y="141"/>
                        <a:pt x="125" y="142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449" name="Google Shape;691;p23"/>
                <p:cNvSpPr/>
                <p:nvPr/>
              </p:nvSpPr>
              <p:spPr>
                <a:xfrm>
                  <a:off x="8550000" y="1519560"/>
                  <a:ext cx="77760" cy="78480"/>
                </a:xfrm>
                <a:custGeom>
                  <a:avLst/>
                  <a:gdLst>
                    <a:gd name="textAreaLeft" fmla="*/ 0 w 77760"/>
                    <a:gd name="textAreaRight" fmla="*/ 78120 w 77760"/>
                    <a:gd name="textAreaTop" fmla="*/ 0 h 78480"/>
                    <a:gd name="textAreaBottom" fmla="*/ 78840 h 78480"/>
                  </a:gdLst>
                  <a:ahLst/>
                  <a:cxnLst/>
                  <a:rect l="textAreaLeft" t="textAreaTop" r="textAreaRight" b="textAreaBottom"/>
                  <a:pathLst>
                    <a:path w="132" h="133">
                      <a:moveTo>
                        <a:pt x="75" y="0"/>
                      </a:moveTo>
                      <a:cubicBezTo>
                        <a:pt x="15" y="60"/>
                        <a:pt x="15" y="60"/>
                        <a:pt x="15" y="60"/>
                      </a:cubicBezTo>
                      <a:cubicBezTo>
                        <a:pt x="0" y="76"/>
                        <a:pt x="0" y="101"/>
                        <a:pt x="15" y="117"/>
                      </a:cubicBezTo>
                      <a:cubicBezTo>
                        <a:pt x="31" y="133"/>
                        <a:pt x="56" y="133"/>
                        <a:pt x="72" y="117"/>
                      </a:cubicBezTo>
                      <a:cubicBezTo>
                        <a:pt x="132" y="57"/>
                        <a:pt x="132" y="57"/>
                        <a:pt x="132" y="57"/>
                      </a:cubicBezTo>
                      <a:cubicBezTo>
                        <a:pt x="132" y="57"/>
                        <a:pt x="132" y="57"/>
                        <a:pt x="132" y="57"/>
                      </a:cubicBezTo>
                      <a:lnTo>
                        <a:pt x="75" y="0"/>
                      </a:ln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9240" bIns="3924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450" name="Google Shape;692;p23"/>
                <p:cNvSpPr/>
                <p:nvPr/>
              </p:nvSpPr>
              <p:spPr>
                <a:xfrm>
                  <a:off x="8583120" y="1280880"/>
                  <a:ext cx="311040" cy="245520"/>
                </a:xfrm>
                <a:custGeom>
                  <a:avLst/>
                  <a:gdLst>
                    <a:gd name="textAreaLeft" fmla="*/ 0 w 311040"/>
                    <a:gd name="textAreaRight" fmla="*/ 311400 w 311040"/>
                    <a:gd name="textAreaTop" fmla="*/ 0 h 245520"/>
                    <a:gd name="textAreaBottom" fmla="*/ 245880 h 245520"/>
                  </a:gdLst>
                  <a:ahLst/>
                  <a:cxnLst/>
                  <a:rect l="textAreaLeft" t="textAreaTop" r="textAreaRight" b="textAreaBottom"/>
                  <a:pathLst>
                    <a:path w="526" h="415">
                      <a:moveTo>
                        <a:pt x="402" y="77"/>
                      </a:moveTo>
                      <a:cubicBezTo>
                        <a:pt x="329" y="1"/>
                        <a:pt x="197" y="0"/>
                        <a:pt x="124" y="77"/>
                      </a:cubicBezTo>
                      <a:cubicBezTo>
                        <a:pt x="0" y="200"/>
                        <a:pt x="89" y="415"/>
                        <a:pt x="263" y="414"/>
                      </a:cubicBezTo>
                      <a:cubicBezTo>
                        <a:pt x="437" y="415"/>
                        <a:pt x="526" y="200"/>
                        <a:pt x="402" y="77"/>
                      </a:cubicBezTo>
                      <a:close/>
                      <a:moveTo>
                        <a:pt x="376" y="329"/>
                      </a:moveTo>
                      <a:cubicBezTo>
                        <a:pt x="312" y="393"/>
                        <a:pt x="211" y="390"/>
                        <a:pt x="151" y="329"/>
                      </a:cubicBezTo>
                      <a:cubicBezTo>
                        <a:pt x="120" y="299"/>
                        <a:pt x="105" y="259"/>
                        <a:pt x="104" y="219"/>
                      </a:cubicBezTo>
                      <a:cubicBezTo>
                        <a:pt x="104" y="218"/>
                        <a:pt x="104" y="218"/>
                        <a:pt x="104" y="217"/>
                      </a:cubicBezTo>
                      <a:cubicBezTo>
                        <a:pt x="104" y="216"/>
                        <a:pt x="104" y="216"/>
                        <a:pt x="104" y="215"/>
                      </a:cubicBezTo>
                      <a:cubicBezTo>
                        <a:pt x="103" y="131"/>
                        <a:pt x="177" y="56"/>
                        <a:pt x="263" y="57"/>
                      </a:cubicBezTo>
                      <a:cubicBezTo>
                        <a:pt x="409" y="60"/>
                        <a:pt x="473" y="231"/>
                        <a:pt x="376" y="329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451" name="Google Shape;693;p23"/>
                <p:cNvSpPr/>
                <p:nvPr/>
              </p:nvSpPr>
              <p:spPr>
                <a:xfrm>
                  <a:off x="8607960" y="1486800"/>
                  <a:ext cx="52560" cy="52560"/>
                </a:xfrm>
                <a:custGeom>
                  <a:avLst/>
                  <a:gdLst>
                    <a:gd name="textAreaLeft" fmla="*/ 0 w 52560"/>
                    <a:gd name="textAreaRight" fmla="*/ 52920 w 52560"/>
                    <a:gd name="textAreaTop" fmla="*/ 0 h 52560"/>
                    <a:gd name="textAreaBottom" fmla="*/ 52920 h 52560"/>
                  </a:gdLst>
                  <a:ahLst/>
                  <a:cxnLst/>
                  <a:rect l="textAreaLeft" t="textAreaTop" r="textAreaRight" b="textAreaBottom"/>
                  <a:pathLst>
                    <a:path w="89" h="89">
                      <a:moveTo>
                        <a:pt x="33" y="0"/>
                      </a:moveTo>
                      <a:cubicBezTo>
                        <a:pt x="0" y="32"/>
                        <a:pt x="0" y="32"/>
                        <a:pt x="0" y="32"/>
                      </a:cubicBezTo>
                      <a:cubicBezTo>
                        <a:pt x="57" y="89"/>
                        <a:pt x="57" y="89"/>
                        <a:pt x="57" y="89"/>
                      </a:cubicBezTo>
                      <a:cubicBezTo>
                        <a:pt x="89" y="57"/>
                        <a:pt x="89" y="57"/>
                        <a:pt x="89" y="57"/>
                      </a:cubicBezTo>
                      <a:cubicBezTo>
                        <a:pt x="67" y="41"/>
                        <a:pt x="48" y="22"/>
                        <a:pt x="33" y="0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6280" bIns="2628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452" name="Google Shape;694;p23"/>
              <p:cNvGrpSpPr/>
              <p:nvPr/>
            </p:nvGrpSpPr>
            <p:grpSpPr>
              <a:xfrm>
                <a:off x="8565120" y="6480"/>
                <a:ext cx="314280" cy="314640"/>
                <a:chOff x="8565120" y="6480"/>
                <a:chExt cx="314280" cy="314640"/>
              </a:xfrm>
            </p:grpSpPr>
            <p:sp>
              <p:nvSpPr>
                <p:cNvPr id="453" name="Google Shape;695;p23"/>
                <p:cNvSpPr/>
                <p:nvPr/>
              </p:nvSpPr>
              <p:spPr>
                <a:xfrm>
                  <a:off x="8604360" y="36360"/>
                  <a:ext cx="185760" cy="186480"/>
                </a:xfrm>
                <a:custGeom>
                  <a:avLst/>
                  <a:gdLst>
                    <a:gd name="textAreaLeft" fmla="*/ 0 w 185760"/>
                    <a:gd name="textAreaRight" fmla="*/ 186120 w 185760"/>
                    <a:gd name="textAreaTop" fmla="*/ 0 h 186480"/>
                    <a:gd name="textAreaBottom" fmla="*/ 186840 h 186480"/>
                  </a:gdLst>
                  <a:ahLst/>
                  <a:cxnLst/>
                  <a:rect l="textAreaLeft" t="textAreaTop" r="textAreaRight" b="textAreaBottom"/>
                  <a:pathLst>
                    <a:path w="306" h="307">
                      <a:moveTo>
                        <a:pt x="23" y="169"/>
                      </a:moveTo>
                      <a:cubicBezTo>
                        <a:pt x="0" y="169"/>
                        <a:pt x="0" y="169"/>
                        <a:pt x="0" y="169"/>
                      </a:cubicBezTo>
                      <a:cubicBezTo>
                        <a:pt x="7" y="242"/>
                        <a:pt x="65" y="299"/>
                        <a:pt x="137" y="307"/>
                      </a:cubicBezTo>
                      <a:cubicBezTo>
                        <a:pt x="137" y="284"/>
                        <a:pt x="137" y="284"/>
                        <a:pt x="137" y="284"/>
                      </a:cubicBezTo>
                      <a:cubicBezTo>
                        <a:pt x="138" y="263"/>
                        <a:pt x="168" y="263"/>
                        <a:pt x="168" y="284"/>
                      </a:cubicBezTo>
                      <a:cubicBezTo>
                        <a:pt x="168" y="307"/>
                        <a:pt x="168" y="307"/>
                        <a:pt x="168" y="307"/>
                      </a:cubicBezTo>
                      <a:cubicBezTo>
                        <a:pt x="241" y="299"/>
                        <a:pt x="299" y="242"/>
                        <a:pt x="306" y="169"/>
                      </a:cubicBezTo>
                      <a:cubicBezTo>
                        <a:pt x="283" y="169"/>
                        <a:pt x="283" y="169"/>
                        <a:pt x="283" y="169"/>
                      </a:cubicBezTo>
                      <a:cubicBezTo>
                        <a:pt x="262" y="168"/>
                        <a:pt x="262" y="139"/>
                        <a:pt x="283" y="138"/>
                      </a:cubicBezTo>
                      <a:cubicBezTo>
                        <a:pt x="306" y="138"/>
                        <a:pt x="306" y="138"/>
                        <a:pt x="306" y="138"/>
                      </a:cubicBezTo>
                      <a:cubicBezTo>
                        <a:pt x="299" y="65"/>
                        <a:pt x="241" y="8"/>
                        <a:pt x="168" y="0"/>
                      </a:cubicBezTo>
                      <a:cubicBezTo>
                        <a:pt x="168" y="24"/>
                        <a:pt x="168" y="24"/>
                        <a:pt x="168" y="24"/>
                      </a:cubicBezTo>
                      <a:cubicBezTo>
                        <a:pt x="167" y="44"/>
                        <a:pt x="138" y="44"/>
                        <a:pt x="137" y="24"/>
                      </a:cubicBezTo>
                      <a:cubicBezTo>
                        <a:pt x="137" y="0"/>
                        <a:pt x="137" y="0"/>
                        <a:pt x="137" y="0"/>
                      </a:cubicBezTo>
                      <a:cubicBezTo>
                        <a:pt x="65" y="8"/>
                        <a:pt x="7" y="65"/>
                        <a:pt x="0" y="138"/>
                      </a:cubicBezTo>
                      <a:cubicBezTo>
                        <a:pt x="23" y="138"/>
                        <a:pt x="23" y="138"/>
                        <a:pt x="23" y="138"/>
                      </a:cubicBezTo>
                      <a:cubicBezTo>
                        <a:pt x="43" y="139"/>
                        <a:pt x="43" y="168"/>
                        <a:pt x="23" y="169"/>
                      </a:cubicBezTo>
                      <a:close/>
                      <a:moveTo>
                        <a:pt x="103" y="138"/>
                      </a:moveTo>
                      <a:cubicBezTo>
                        <a:pt x="109" y="138"/>
                        <a:pt x="109" y="138"/>
                        <a:pt x="109" y="138"/>
                      </a:cubicBezTo>
                      <a:cubicBezTo>
                        <a:pt x="116" y="107"/>
                        <a:pt x="144" y="84"/>
                        <a:pt x="177" y="84"/>
                      </a:cubicBezTo>
                      <a:cubicBezTo>
                        <a:pt x="186" y="84"/>
                        <a:pt x="193" y="91"/>
                        <a:pt x="193" y="99"/>
                      </a:cubicBezTo>
                      <a:cubicBezTo>
                        <a:pt x="193" y="108"/>
                        <a:pt x="186" y="115"/>
                        <a:pt x="177" y="115"/>
                      </a:cubicBezTo>
                      <a:cubicBezTo>
                        <a:pt x="161" y="115"/>
                        <a:pt x="147" y="124"/>
                        <a:pt x="141" y="138"/>
                      </a:cubicBezTo>
                      <a:cubicBezTo>
                        <a:pt x="177" y="138"/>
                        <a:pt x="177" y="138"/>
                        <a:pt x="177" y="138"/>
                      </a:cubicBezTo>
                      <a:cubicBezTo>
                        <a:pt x="198" y="139"/>
                        <a:pt x="198" y="169"/>
                        <a:pt x="177" y="170"/>
                      </a:cubicBezTo>
                      <a:cubicBezTo>
                        <a:pt x="141" y="170"/>
                        <a:pt x="141" y="170"/>
                        <a:pt x="141" y="170"/>
                      </a:cubicBezTo>
                      <a:cubicBezTo>
                        <a:pt x="147" y="183"/>
                        <a:pt x="161" y="193"/>
                        <a:pt x="177" y="193"/>
                      </a:cubicBezTo>
                      <a:cubicBezTo>
                        <a:pt x="186" y="193"/>
                        <a:pt x="193" y="200"/>
                        <a:pt x="193" y="209"/>
                      </a:cubicBezTo>
                      <a:cubicBezTo>
                        <a:pt x="193" y="217"/>
                        <a:pt x="186" y="224"/>
                        <a:pt x="177" y="224"/>
                      </a:cubicBezTo>
                      <a:cubicBezTo>
                        <a:pt x="144" y="224"/>
                        <a:pt x="116" y="201"/>
                        <a:pt x="109" y="170"/>
                      </a:cubicBezTo>
                      <a:cubicBezTo>
                        <a:pt x="103" y="170"/>
                        <a:pt x="103" y="170"/>
                        <a:pt x="103" y="170"/>
                      </a:cubicBezTo>
                      <a:cubicBezTo>
                        <a:pt x="82" y="169"/>
                        <a:pt x="82" y="139"/>
                        <a:pt x="103" y="138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454" name="Google Shape;696;p23"/>
                <p:cNvSpPr/>
                <p:nvPr/>
              </p:nvSpPr>
              <p:spPr>
                <a:xfrm>
                  <a:off x="8565120" y="6480"/>
                  <a:ext cx="314280" cy="314640"/>
                </a:xfrm>
                <a:custGeom>
                  <a:avLst/>
                  <a:gdLst>
                    <a:gd name="textAreaLeft" fmla="*/ 0 w 314280"/>
                    <a:gd name="textAreaRight" fmla="*/ 314640 w 314280"/>
                    <a:gd name="textAreaTop" fmla="*/ 0 h 314640"/>
                    <a:gd name="textAreaBottom" fmla="*/ 315000 h 314640"/>
                  </a:gdLst>
                  <a:ahLst/>
                  <a:cxnLst/>
                  <a:rect l="textAreaLeft" t="textAreaTop" r="textAreaRight" b="textAreaBottom"/>
                  <a:pathLst>
                    <a:path w="517" h="517">
                      <a:moveTo>
                        <a:pt x="497" y="487"/>
                      </a:moveTo>
                      <a:cubicBezTo>
                        <a:pt x="30" y="487"/>
                        <a:pt x="30" y="487"/>
                        <a:pt x="30" y="487"/>
                      </a:cubicBezTo>
                      <a:cubicBezTo>
                        <a:pt x="30" y="453"/>
                        <a:pt x="30" y="453"/>
                        <a:pt x="30" y="453"/>
                      </a:cubicBezTo>
                      <a:cubicBezTo>
                        <a:pt x="208" y="453"/>
                        <a:pt x="208" y="453"/>
                        <a:pt x="208" y="453"/>
                      </a:cubicBezTo>
                      <a:cubicBezTo>
                        <a:pt x="350" y="453"/>
                        <a:pt x="468" y="342"/>
                        <a:pt x="475" y="200"/>
                      </a:cubicBezTo>
                      <a:cubicBezTo>
                        <a:pt x="479" y="129"/>
                        <a:pt x="479" y="129"/>
                        <a:pt x="479" y="129"/>
                      </a:cubicBezTo>
                      <a:cubicBezTo>
                        <a:pt x="485" y="136"/>
                        <a:pt x="485" y="136"/>
                        <a:pt x="485" y="136"/>
                      </a:cubicBezTo>
                      <a:cubicBezTo>
                        <a:pt x="488" y="140"/>
                        <a:pt x="492" y="141"/>
                        <a:pt x="497" y="141"/>
                      </a:cubicBezTo>
                      <a:cubicBezTo>
                        <a:pt x="500" y="141"/>
                        <a:pt x="504" y="140"/>
                        <a:pt x="506" y="137"/>
                      </a:cubicBezTo>
                      <a:cubicBezTo>
                        <a:pt x="513" y="132"/>
                        <a:pt x="513" y="122"/>
                        <a:pt x="508" y="116"/>
                      </a:cubicBezTo>
                      <a:cubicBezTo>
                        <a:pt x="477" y="82"/>
                        <a:pt x="477" y="82"/>
                        <a:pt x="477" y="82"/>
                      </a:cubicBezTo>
                      <a:cubicBezTo>
                        <a:pt x="472" y="77"/>
                        <a:pt x="462" y="75"/>
                        <a:pt x="456" y="81"/>
                      </a:cubicBezTo>
                      <a:cubicBezTo>
                        <a:pt x="424" y="110"/>
                        <a:pt x="424" y="110"/>
                        <a:pt x="424" y="110"/>
                      </a:cubicBezTo>
                      <a:cubicBezTo>
                        <a:pt x="410" y="124"/>
                        <a:pt x="429" y="145"/>
                        <a:pt x="444" y="132"/>
                      </a:cubicBezTo>
                      <a:cubicBezTo>
                        <a:pt x="449" y="128"/>
                        <a:pt x="449" y="128"/>
                        <a:pt x="449" y="128"/>
                      </a:cubicBezTo>
                      <a:cubicBezTo>
                        <a:pt x="445" y="198"/>
                        <a:pt x="445" y="198"/>
                        <a:pt x="445" y="198"/>
                      </a:cubicBezTo>
                      <a:cubicBezTo>
                        <a:pt x="439" y="324"/>
                        <a:pt x="334" y="423"/>
                        <a:pt x="208" y="423"/>
                      </a:cubicBezTo>
                      <a:cubicBezTo>
                        <a:pt x="30" y="423"/>
                        <a:pt x="30" y="423"/>
                        <a:pt x="30" y="423"/>
                      </a:cubicBezTo>
                      <a:cubicBezTo>
                        <a:pt x="30" y="20"/>
                        <a:pt x="30" y="20"/>
                        <a:pt x="30" y="20"/>
                      </a:cubicBezTo>
                      <a:cubicBezTo>
                        <a:pt x="29" y="0"/>
                        <a:pt x="0" y="0"/>
                        <a:pt x="0" y="20"/>
                      </a:cubicBezTo>
                      <a:cubicBezTo>
                        <a:pt x="0" y="502"/>
                        <a:pt x="0" y="502"/>
                        <a:pt x="0" y="502"/>
                      </a:cubicBezTo>
                      <a:cubicBezTo>
                        <a:pt x="0" y="510"/>
                        <a:pt x="6" y="517"/>
                        <a:pt x="15" y="517"/>
                      </a:cubicBezTo>
                      <a:cubicBezTo>
                        <a:pt x="497" y="517"/>
                        <a:pt x="497" y="517"/>
                        <a:pt x="497" y="517"/>
                      </a:cubicBezTo>
                      <a:cubicBezTo>
                        <a:pt x="517" y="516"/>
                        <a:pt x="517" y="487"/>
                        <a:pt x="497" y="487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455" name="Google Shape;697;p23"/>
              <p:cNvGrpSpPr/>
              <p:nvPr/>
            </p:nvGrpSpPr>
            <p:grpSpPr>
              <a:xfrm>
                <a:off x="8543880" y="622440"/>
                <a:ext cx="356040" cy="357120"/>
                <a:chOff x="8543880" y="622440"/>
                <a:chExt cx="356040" cy="357120"/>
              </a:xfrm>
            </p:grpSpPr>
            <p:sp>
              <p:nvSpPr>
                <p:cNvPr id="456" name="Google Shape;698;p23"/>
                <p:cNvSpPr/>
                <p:nvPr/>
              </p:nvSpPr>
              <p:spPr>
                <a:xfrm>
                  <a:off x="8621640" y="832680"/>
                  <a:ext cx="68400" cy="68400"/>
                </a:xfrm>
                <a:custGeom>
                  <a:avLst/>
                  <a:gdLst>
                    <a:gd name="textAreaLeft" fmla="*/ 0 w 68400"/>
                    <a:gd name="textAreaRight" fmla="*/ 68760 w 68400"/>
                    <a:gd name="textAreaTop" fmla="*/ 0 h 68400"/>
                    <a:gd name="textAreaBottom" fmla="*/ 68760 h 68400"/>
                  </a:gdLst>
                  <a:ahLst/>
                  <a:cxnLst/>
                  <a:rect l="textAreaLeft" t="textAreaTop" r="textAreaRight" b="textAreaBottom"/>
                  <a:pathLst>
                    <a:path w="99" h="99">
                      <a:moveTo>
                        <a:pt x="0" y="2"/>
                      </a:moveTo>
                      <a:cubicBezTo>
                        <a:pt x="7" y="24"/>
                        <a:pt x="19" y="45"/>
                        <a:pt x="37" y="62"/>
                      </a:cubicBezTo>
                      <a:cubicBezTo>
                        <a:pt x="54" y="80"/>
                        <a:pt x="75" y="92"/>
                        <a:pt x="97" y="99"/>
                      </a:cubicBezTo>
                      <a:cubicBezTo>
                        <a:pt x="99" y="53"/>
                        <a:pt x="46" y="0"/>
                        <a:pt x="0" y="2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4200" bIns="3420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457" name="Google Shape;699;p23"/>
                <p:cNvSpPr/>
                <p:nvPr/>
              </p:nvSpPr>
              <p:spPr>
                <a:xfrm>
                  <a:off x="8753760" y="833400"/>
                  <a:ext cx="67680" cy="67320"/>
                </a:xfrm>
                <a:custGeom>
                  <a:avLst/>
                  <a:gdLst>
                    <a:gd name="textAreaLeft" fmla="*/ 0 w 67680"/>
                    <a:gd name="textAreaRight" fmla="*/ 68040 w 67680"/>
                    <a:gd name="textAreaTop" fmla="*/ 0 h 67320"/>
                    <a:gd name="textAreaBottom" fmla="*/ 67680 h 67320"/>
                  </a:gdLst>
                  <a:ahLst/>
                  <a:cxnLst/>
                  <a:rect l="textAreaLeft" t="textAreaTop" r="textAreaRight" b="textAreaBottom"/>
                  <a:pathLst>
                    <a:path w="98" h="98">
                      <a:moveTo>
                        <a:pt x="31" y="32"/>
                      </a:moveTo>
                      <a:cubicBezTo>
                        <a:pt x="11" y="52"/>
                        <a:pt x="0" y="77"/>
                        <a:pt x="0" y="98"/>
                      </a:cubicBezTo>
                      <a:cubicBezTo>
                        <a:pt x="22" y="91"/>
                        <a:pt x="43" y="79"/>
                        <a:pt x="61" y="61"/>
                      </a:cubicBezTo>
                      <a:cubicBezTo>
                        <a:pt x="78" y="44"/>
                        <a:pt x="91" y="23"/>
                        <a:pt x="98" y="1"/>
                      </a:cubicBezTo>
                      <a:cubicBezTo>
                        <a:pt x="76" y="0"/>
                        <a:pt x="51" y="11"/>
                        <a:pt x="31" y="32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3840" bIns="3384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458" name="Google Shape;700;p23"/>
                <p:cNvSpPr/>
                <p:nvPr/>
              </p:nvSpPr>
              <p:spPr>
                <a:xfrm>
                  <a:off x="8621640" y="701280"/>
                  <a:ext cx="66960" cy="67680"/>
                </a:xfrm>
                <a:custGeom>
                  <a:avLst/>
                  <a:gdLst>
                    <a:gd name="textAreaLeft" fmla="*/ 0 w 66960"/>
                    <a:gd name="textAreaRight" fmla="*/ 67320 w 66960"/>
                    <a:gd name="textAreaTop" fmla="*/ 0 h 67680"/>
                    <a:gd name="textAreaBottom" fmla="*/ 68040 h 67680"/>
                  </a:gdLst>
                  <a:ahLst/>
                  <a:cxnLst/>
                  <a:rect l="textAreaLeft" t="textAreaTop" r="textAreaRight" b="textAreaBottom"/>
                  <a:pathLst>
                    <a:path w="97" h="98">
                      <a:moveTo>
                        <a:pt x="66" y="67"/>
                      </a:moveTo>
                      <a:cubicBezTo>
                        <a:pt x="86" y="47"/>
                        <a:pt x="97" y="22"/>
                        <a:pt x="97" y="0"/>
                      </a:cubicBezTo>
                      <a:cubicBezTo>
                        <a:pt x="52" y="14"/>
                        <a:pt x="13" y="53"/>
                        <a:pt x="0" y="98"/>
                      </a:cubicBezTo>
                      <a:cubicBezTo>
                        <a:pt x="21" y="98"/>
                        <a:pt x="46" y="87"/>
                        <a:pt x="66" y="67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3840" bIns="3384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459" name="Google Shape;701;p23"/>
                <p:cNvSpPr/>
                <p:nvPr/>
              </p:nvSpPr>
              <p:spPr>
                <a:xfrm>
                  <a:off x="8751960" y="701280"/>
                  <a:ext cx="69120" cy="69120"/>
                </a:xfrm>
                <a:custGeom>
                  <a:avLst/>
                  <a:gdLst>
                    <a:gd name="textAreaLeft" fmla="*/ 0 w 69120"/>
                    <a:gd name="textAreaRight" fmla="*/ 69480 w 69120"/>
                    <a:gd name="textAreaTop" fmla="*/ 0 h 69120"/>
                    <a:gd name="textAreaBottom" fmla="*/ 69480 h 69120"/>
                  </a:gdLst>
                  <a:ahLst/>
                  <a:cxnLst/>
                  <a:rect l="textAreaLeft" t="textAreaTop" r="textAreaRight" b="textAreaBottom"/>
                  <a:pathLst>
                    <a:path w="100" h="100">
                      <a:moveTo>
                        <a:pt x="100" y="98"/>
                      </a:moveTo>
                      <a:cubicBezTo>
                        <a:pt x="86" y="53"/>
                        <a:pt x="47" y="14"/>
                        <a:pt x="2" y="0"/>
                      </a:cubicBezTo>
                      <a:cubicBezTo>
                        <a:pt x="0" y="46"/>
                        <a:pt x="54" y="100"/>
                        <a:pt x="100" y="98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4560" bIns="3456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460" name="Google Shape;702;p23"/>
                <p:cNvSpPr/>
                <p:nvPr/>
              </p:nvSpPr>
              <p:spPr>
                <a:xfrm>
                  <a:off x="8703000" y="784440"/>
                  <a:ext cx="36000" cy="35280"/>
                </a:xfrm>
                <a:custGeom>
                  <a:avLst/>
                  <a:gdLst>
                    <a:gd name="textAreaLeft" fmla="*/ 0 w 36000"/>
                    <a:gd name="textAreaRight" fmla="*/ 36360 w 36000"/>
                    <a:gd name="textAreaTop" fmla="*/ 0 h 35280"/>
                    <a:gd name="textAreaBottom" fmla="*/ 35640 h 35280"/>
                  </a:gdLst>
                  <a:ahLst/>
                  <a:cxnLst/>
                  <a:rect l="textAreaLeft" t="textAreaTop" r="textAreaRight" b="textAreaBottom"/>
                  <a:pathLst>
                    <a:path w="53" h="51">
                      <a:moveTo>
                        <a:pt x="27" y="0"/>
                      </a:moveTo>
                      <a:cubicBezTo>
                        <a:pt x="21" y="0"/>
                        <a:pt x="14" y="3"/>
                        <a:pt x="10" y="7"/>
                      </a:cubicBezTo>
                      <a:cubicBezTo>
                        <a:pt x="0" y="17"/>
                        <a:pt x="0" y="32"/>
                        <a:pt x="10" y="41"/>
                      </a:cubicBezTo>
                      <a:cubicBezTo>
                        <a:pt x="19" y="51"/>
                        <a:pt x="34" y="51"/>
                        <a:pt x="44" y="41"/>
                      </a:cubicBezTo>
                      <a:cubicBezTo>
                        <a:pt x="53" y="32"/>
                        <a:pt x="53" y="17"/>
                        <a:pt x="44" y="7"/>
                      </a:cubicBezTo>
                      <a:cubicBezTo>
                        <a:pt x="39" y="3"/>
                        <a:pt x="33" y="0"/>
                        <a:pt x="27" y="0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7640" bIns="1764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461" name="Google Shape;703;p23"/>
                <p:cNvSpPr/>
                <p:nvPr/>
              </p:nvSpPr>
              <p:spPr>
                <a:xfrm>
                  <a:off x="8616240" y="696600"/>
                  <a:ext cx="209880" cy="209880"/>
                </a:xfrm>
                <a:custGeom>
                  <a:avLst/>
                  <a:gdLst>
                    <a:gd name="textAreaLeft" fmla="*/ 0 w 209880"/>
                    <a:gd name="textAreaRight" fmla="*/ 210240 w 209880"/>
                    <a:gd name="textAreaTop" fmla="*/ 0 h 209880"/>
                    <a:gd name="textAreaBottom" fmla="*/ 210240 h 209880"/>
                  </a:gdLst>
                  <a:ahLst/>
                  <a:cxnLst/>
                  <a:rect l="textAreaLeft" t="textAreaTop" r="textAreaRight" b="textAreaBottom"/>
                  <a:pathLst>
                    <a:path w="303" h="303">
                      <a:moveTo>
                        <a:pt x="295" y="135"/>
                      </a:moveTo>
                      <a:cubicBezTo>
                        <a:pt x="265" y="135"/>
                        <a:pt x="233" y="120"/>
                        <a:pt x="208" y="95"/>
                      </a:cubicBezTo>
                      <a:cubicBezTo>
                        <a:pt x="192" y="79"/>
                        <a:pt x="180" y="61"/>
                        <a:pt x="174" y="41"/>
                      </a:cubicBezTo>
                      <a:cubicBezTo>
                        <a:pt x="169" y="27"/>
                        <a:pt x="168" y="14"/>
                        <a:pt x="169" y="1"/>
                      </a:cubicBezTo>
                      <a:cubicBezTo>
                        <a:pt x="158" y="0"/>
                        <a:pt x="146" y="0"/>
                        <a:pt x="135" y="1"/>
                      </a:cubicBezTo>
                      <a:cubicBezTo>
                        <a:pt x="140" y="52"/>
                        <a:pt x="93" y="114"/>
                        <a:pt x="41" y="129"/>
                      </a:cubicBezTo>
                      <a:cubicBezTo>
                        <a:pt x="28" y="134"/>
                        <a:pt x="15" y="135"/>
                        <a:pt x="1" y="134"/>
                      </a:cubicBezTo>
                      <a:cubicBezTo>
                        <a:pt x="0" y="146"/>
                        <a:pt x="0" y="157"/>
                        <a:pt x="1" y="168"/>
                      </a:cubicBezTo>
                      <a:cubicBezTo>
                        <a:pt x="68" y="161"/>
                        <a:pt x="142" y="235"/>
                        <a:pt x="135" y="302"/>
                      </a:cubicBezTo>
                      <a:cubicBezTo>
                        <a:pt x="146" y="303"/>
                        <a:pt x="157" y="303"/>
                        <a:pt x="169" y="302"/>
                      </a:cubicBezTo>
                      <a:cubicBezTo>
                        <a:pt x="166" y="270"/>
                        <a:pt x="180" y="235"/>
                        <a:pt x="208" y="207"/>
                      </a:cubicBezTo>
                      <a:cubicBezTo>
                        <a:pt x="224" y="191"/>
                        <a:pt x="242" y="180"/>
                        <a:pt x="262" y="173"/>
                      </a:cubicBezTo>
                      <a:cubicBezTo>
                        <a:pt x="275" y="169"/>
                        <a:pt x="289" y="167"/>
                        <a:pt x="302" y="168"/>
                      </a:cubicBezTo>
                      <a:cubicBezTo>
                        <a:pt x="303" y="157"/>
                        <a:pt x="303" y="146"/>
                        <a:pt x="302" y="134"/>
                      </a:cubicBezTo>
                      <a:cubicBezTo>
                        <a:pt x="300" y="134"/>
                        <a:pt x="297" y="135"/>
                        <a:pt x="295" y="135"/>
                      </a:cubicBezTo>
                      <a:close/>
                      <a:moveTo>
                        <a:pt x="190" y="190"/>
                      </a:moveTo>
                      <a:cubicBezTo>
                        <a:pt x="190" y="190"/>
                        <a:pt x="190" y="190"/>
                        <a:pt x="190" y="190"/>
                      </a:cubicBezTo>
                      <a:cubicBezTo>
                        <a:pt x="169" y="211"/>
                        <a:pt x="135" y="211"/>
                        <a:pt x="114" y="190"/>
                      </a:cubicBezTo>
                      <a:cubicBezTo>
                        <a:pt x="92" y="169"/>
                        <a:pt x="92" y="134"/>
                        <a:pt x="114" y="113"/>
                      </a:cubicBezTo>
                      <a:cubicBezTo>
                        <a:pt x="135" y="92"/>
                        <a:pt x="169" y="92"/>
                        <a:pt x="190" y="113"/>
                      </a:cubicBezTo>
                      <a:cubicBezTo>
                        <a:pt x="211" y="134"/>
                        <a:pt x="211" y="169"/>
                        <a:pt x="190" y="190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462" name="Google Shape;704;p23"/>
                <p:cNvSpPr/>
                <p:nvPr/>
              </p:nvSpPr>
              <p:spPr>
                <a:xfrm>
                  <a:off x="8543880" y="622440"/>
                  <a:ext cx="356040" cy="357120"/>
                </a:xfrm>
                <a:custGeom>
                  <a:avLst/>
                  <a:gdLst>
                    <a:gd name="textAreaLeft" fmla="*/ 0 w 356040"/>
                    <a:gd name="textAreaRight" fmla="*/ 356400 w 356040"/>
                    <a:gd name="textAreaTop" fmla="*/ 0 h 357120"/>
                    <a:gd name="textAreaBottom" fmla="*/ 357480 h 357120"/>
                  </a:gdLst>
                  <a:ahLst/>
                  <a:cxnLst/>
                  <a:rect l="textAreaLeft" t="textAreaTop" r="textAreaRight" b="textAreaBottom"/>
                  <a:pathLst>
                    <a:path w="514" h="515">
                      <a:moveTo>
                        <a:pt x="507" y="209"/>
                      </a:moveTo>
                      <a:cubicBezTo>
                        <a:pt x="506" y="200"/>
                        <a:pt x="499" y="193"/>
                        <a:pt x="490" y="192"/>
                      </a:cubicBezTo>
                      <a:cubicBezTo>
                        <a:pt x="469" y="188"/>
                        <a:pt x="469" y="188"/>
                        <a:pt x="469" y="188"/>
                      </a:cubicBezTo>
                      <a:cubicBezTo>
                        <a:pt x="467" y="188"/>
                        <a:pt x="465" y="186"/>
                        <a:pt x="464" y="184"/>
                      </a:cubicBezTo>
                      <a:cubicBezTo>
                        <a:pt x="461" y="177"/>
                        <a:pt x="458" y="170"/>
                        <a:pt x="455" y="163"/>
                      </a:cubicBezTo>
                      <a:cubicBezTo>
                        <a:pt x="454" y="161"/>
                        <a:pt x="454" y="158"/>
                        <a:pt x="456" y="157"/>
                      </a:cubicBezTo>
                      <a:cubicBezTo>
                        <a:pt x="468" y="139"/>
                        <a:pt x="468" y="139"/>
                        <a:pt x="468" y="139"/>
                      </a:cubicBezTo>
                      <a:cubicBezTo>
                        <a:pt x="473" y="132"/>
                        <a:pt x="473" y="122"/>
                        <a:pt x="468" y="115"/>
                      </a:cubicBezTo>
                      <a:cubicBezTo>
                        <a:pt x="459" y="101"/>
                        <a:pt x="448" y="89"/>
                        <a:pt x="437" y="77"/>
                      </a:cubicBezTo>
                      <a:cubicBezTo>
                        <a:pt x="424" y="64"/>
                        <a:pt x="409" y="53"/>
                        <a:pt x="394" y="43"/>
                      </a:cubicBezTo>
                      <a:cubicBezTo>
                        <a:pt x="389" y="39"/>
                        <a:pt x="382" y="39"/>
                        <a:pt x="377" y="43"/>
                      </a:cubicBezTo>
                      <a:cubicBezTo>
                        <a:pt x="357" y="58"/>
                        <a:pt x="357" y="58"/>
                        <a:pt x="357" y="58"/>
                      </a:cubicBezTo>
                      <a:cubicBezTo>
                        <a:pt x="355" y="59"/>
                        <a:pt x="352" y="60"/>
                        <a:pt x="350" y="59"/>
                      </a:cubicBezTo>
                      <a:cubicBezTo>
                        <a:pt x="343" y="55"/>
                        <a:pt x="336" y="53"/>
                        <a:pt x="329" y="50"/>
                      </a:cubicBezTo>
                      <a:cubicBezTo>
                        <a:pt x="327" y="49"/>
                        <a:pt x="326" y="47"/>
                        <a:pt x="325" y="45"/>
                      </a:cubicBezTo>
                      <a:cubicBezTo>
                        <a:pt x="321" y="20"/>
                        <a:pt x="321" y="20"/>
                        <a:pt x="321" y="20"/>
                      </a:cubicBezTo>
                      <a:cubicBezTo>
                        <a:pt x="320" y="14"/>
                        <a:pt x="315" y="9"/>
                        <a:pt x="309" y="8"/>
                      </a:cubicBezTo>
                      <a:cubicBezTo>
                        <a:pt x="274" y="0"/>
                        <a:pt x="237" y="1"/>
                        <a:pt x="201" y="8"/>
                      </a:cubicBezTo>
                      <a:cubicBezTo>
                        <a:pt x="195" y="9"/>
                        <a:pt x="191" y="14"/>
                        <a:pt x="190" y="20"/>
                      </a:cubicBezTo>
                      <a:cubicBezTo>
                        <a:pt x="186" y="45"/>
                        <a:pt x="186" y="45"/>
                        <a:pt x="186" y="45"/>
                      </a:cubicBezTo>
                      <a:cubicBezTo>
                        <a:pt x="185" y="48"/>
                        <a:pt x="184" y="49"/>
                        <a:pt x="181" y="50"/>
                      </a:cubicBezTo>
                      <a:cubicBezTo>
                        <a:pt x="174" y="53"/>
                        <a:pt x="167" y="56"/>
                        <a:pt x="160" y="59"/>
                      </a:cubicBezTo>
                      <a:cubicBezTo>
                        <a:pt x="158" y="60"/>
                        <a:pt x="156" y="60"/>
                        <a:pt x="154" y="58"/>
                      </a:cubicBezTo>
                      <a:cubicBezTo>
                        <a:pt x="133" y="44"/>
                        <a:pt x="133" y="44"/>
                        <a:pt x="133" y="44"/>
                      </a:cubicBezTo>
                      <a:cubicBezTo>
                        <a:pt x="128" y="40"/>
                        <a:pt x="121" y="40"/>
                        <a:pt x="116" y="43"/>
                      </a:cubicBezTo>
                      <a:cubicBezTo>
                        <a:pt x="101" y="53"/>
                        <a:pt x="87" y="65"/>
                        <a:pt x="75" y="77"/>
                      </a:cubicBezTo>
                      <a:cubicBezTo>
                        <a:pt x="63" y="89"/>
                        <a:pt x="52" y="102"/>
                        <a:pt x="43" y="116"/>
                      </a:cubicBezTo>
                      <a:cubicBezTo>
                        <a:pt x="38" y="123"/>
                        <a:pt x="38" y="133"/>
                        <a:pt x="43" y="140"/>
                      </a:cubicBezTo>
                      <a:cubicBezTo>
                        <a:pt x="55" y="157"/>
                        <a:pt x="55" y="157"/>
                        <a:pt x="55" y="157"/>
                      </a:cubicBezTo>
                      <a:cubicBezTo>
                        <a:pt x="57" y="159"/>
                        <a:pt x="57" y="162"/>
                        <a:pt x="56" y="164"/>
                      </a:cubicBezTo>
                      <a:cubicBezTo>
                        <a:pt x="53" y="171"/>
                        <a:pt x="50" y="178"/>
                        <a:pt x="47" y="185"/>
                      </a:cubicBezTo>
                      <a:cubicBezTo>
                        <a:pt x="47" y="187"/>
                        <a:pt x="45" y="188"/>
                        <a:pt x="42" y="189"/>
                      </a:cubicBezTo>
                      <a:cubicBezTo>
                        <a:pt x="17" y="193"/>
                        <a:pt x="17" y="193"/>
                        <a:pt x="17" y="193"/>
                      </a:cubicBezTo>
                      <a:cubicBezTo>
                        <a:pt x="11" y="194"/>
                        <a:pt x="6" y="199"/>
                        <a:pt x="5" y="205"/>
                      </a:cubicBezTo>
                      <a:cubicBezTo>
                        <a:pt x="1" y="222"/>
                        <a:pt x="0" y="240"/>
                        <a:pt x="0" y="258"/>
                      </a:cubicBezTo>
                      <a:cubicBezTo>
                        <a:pt x="0" y="275"/>
                        <a:pt x="1" y="292"/>
                        <a:pt x="4" y="308"/>
                      </a:cubicBezTo>
                      <a:cubicBezTo>
                        <a:pt x="6" y="317"/>
                        <a:pt x="13" y="324"/>
                        <a:pt x="22" y="325"/>
                      </a:cubicBezTo>
                      <a:cubicBezTo>
                        <a:pt x="43" y="329"/>
                        <a:pt x="43" y="329"/>
                        <a:pt x="43" y="329"/>
                      </a:cubicBezTo>
                      <a:cubicBezTo>
                        <a:pt x="45" y="329"/>
                        <a:pt x="47" y="331"/>
                        <a:pt x="47" y="333"/>
                      </a:cubicBezTo>
                      <a:cubicBezTo>
                        <a:pt x="50" y="340"/>
                        <a:pt x="53" y="347"/>
                        <a:pt x="56" y="353"/>
                      </a:cubicBezTo>
                      <a:cubicBezTo>
                        <a:pt x="57" y="356"/>
                        <a:pt x="57" y="358"/>
                        <a:pt x="56" y="360"/>
                      </a:cubicBezTo>
                      <a:cubicBezTo>
                        <a:pt x="43" y="377"/>
                        <a:pt x="43" y="377"/>
                        <a:pt x="43" y="377"/>
                      </a:cubicBezTo>
                      <a:cubicBezTo>
                        <a:pt x="38" y="384"/>
                        <a:pt x="38" y="394"/>
                        <a:pt x="43" y="402"/>
                      </a:cubicBezTo>
                      <a:cubicBezTo>
                        <a:pt x="62" y="430"/>
                        <a:pt x="88" y="455"/>
                        <a:pt x="117" y="474"/>
                      </a:cubicBezTo>
                      <a:cubicBezTo>
                        <a:pt x="122" y="477"/>
                        <a:pt x="129" y="477"/>
                        <a:pt x="134" y="474"/>
                      </a:cubicBezTo>
                      <a:cubicBezTo>
                        <a:pt x="154" y="459"/>
                        <a:pt x="154" y="459"/>
                        <a:pt x="154" y="459"/>
                      </a:cubicBezTo>
                      <a:cubicBezTo>
                        <a:pt x="156" y="457"/>
                        <a:pt x="159" y="457"/>
                        <a:pt x="161" y="458"/>
                      </a:cubicBezTo>
                      <a:cubicBezTo>
                        <a:pt x="168" y="461"/>
                        <a:pt x="175" y="464"/>
                        <a:pt x="182" y="467"/>
                      </a:cubicBezTo>
                      <a:cubicBezTo>
                        <a:pt x="184" y="468"/>
                        <a:pt x="186" y="469"/>
                        <a:pt x="186" y="472"/>
                      </a:cubicBezTo>
                      <a:cubicBezTo>
                        <a:pt x="190" y="493"/>
                        <a:pt x="190" y="493"/>
                        <a:pt x="190" y="493"/>
                      </a:cubicBezTo>
                      <a:cubicBezTo>
                        <a:pt x="191" y="501"/>
                        <a:pt x="198" y="508"/>
                        <a:pt x="207" y="510"/>
                      </a:cubicBezTo>
                      <a:cubicBezTo>
                        <a:pt x="223" y="513"/>
                        <a:pt x="239" y="515"/>
                        <a:pt x="256" y="515"/>
                      </a:cubicBezTo>
                      <a:cubicBezTo>
                        <a:pt x="272" y="515"/>
                        <a:pt x="289" y="513"/>
                        <a:pt x="305" y="510"/>
                      </a:cubicBezTo>
                      <a:cubicBezTo>
                        <a:pt x="314" y="508"/>
                        <a:pt x="321" y="501"/>
                        <a:pt x="322" y="492"/>
                      </a:cubicBezTo>
                      <a:cubicBezTo>
                        <a:pt x="326" y="472"/>
                        <a:pt x="326" y="472"/>
                        <a:pt x="326" y="472"/>
                      </a:cubicBezTo>
                      <a:cubicBezTo>
                        <a:pt x="326" y="469"/>
                        <a:pt x="328" y="467"/>
                        <a:pt x="330" y="467"/>
                      </a:cubicBezTo>
                      <a:cubicBezTo>
                        <a:pt x="337" y="464"/>
                        <a:pt x="344" y="461"/>
                        <a:pt x="351" y="458"/>
                      </a:cubicBezTo>
                      <a:cubicBezTo>
                        <a:pt x="353" y="457"/>
                        <a:pt x="355" y="457"/>
                        <a:pt x="357" y="458"/>
                      </a:cubicBezTo>
                      <a:cubicBezTo>
                        <a:pt x="378" y="473"/>
                        <a:pt x="378" y="473"/>
                        <a:pt x="378" y="473"/>
                      </a:cubicBezTo>
                      <a:cubicBezTo>
                        <a:pt x="383" y="477"/>
                        <a:pt x="390" y="477"/>
                        <a:pt x="395" y="474"/>
                      </a:cubicBezTo>
                      <a:cubicBezTo>
                        <a:pt x="410" y="464"/>
                        <a:pt x="424" y="452"/>
                        <a:pt x="437" y="440"/>
                      </a:cubicBezTo>
                      <a:cubicBezTo>
                        <a:pt x="449" y="428"/>
                        <a:pt x="459" y="415"/>
                        <a:pt x="469" y="401"/>
                      </a:cubicBezTo>
                      <a:cubicBezTo>
                        <a:pt x="474" y="394"/>
                        <a:pt x="474" y="384"/>
                        <a:pt x="468" y="377"/>
                      </a:cubicBezTo>
                      <a:cubicBezTo>
                        <a:pt x="456" y="360"/>
                        <a:pt x="456" y="360"/>
                        <a:pt x="456" y="360"/>
                      </a:cubicBezTo>
                      <a:cubicBezTo>
                        <a:pt x="455" y="358"/>
                        <a:pt x="454" y="355"/>
                        <a:pt x="455" y="353"/>
                      </a:cubicBezTo>
                      <a:cubicBezTo>
                        <a:pt x="459" y="346"/>
                        <a:pt x="462" y="339"/>
                        <a:pt x="464" y="332"/>
                      </a:cubicBezTo>
                      <a:cubicBezTo>
                        <a:pt x="465" y="330"/>
                        <a:pt x="467" y="328"/>
                        <a:pt x="469" y="328"/>
                      </a:cubicBezTo>
                      <a:cubicBezTo>
                        <a:pt x="494" y="324"/>
                        <a:pt x="494" y="324"/>
                        <a:pt x="494" y="324"/>
                      </a:cubicBezTo>
                      <a:cubicBezTo>
                        <a:pt x="500" y="323"/>
                        <a:pt x="505" y="318"/>
                        <a:pt x="506" y="312"/>
                      </a:cubicBezTo>
                      <a:cubicBezTo>
                        <a:pt x="513" y="278"/>
                        <a:pt x="514" y="243"/>
                        <a:pt x="507" y="209"/>
                      </a:cubicBezTo>
                      <a:close/>
                      <a:moveTo>
                        <a:pt x="384" y="387"/>
                      </a:moveTo>
                      <a:cubicBezTo>
                        <a:pt x="339" y="431"/>
                        <a:pt x="279" y="448"/>
                        <a:pt x="220" y="436"/>
                      </a:cubicBezTo>
                      <a:cubicBezTo>
                        <a:pt x="219" y="436"/>
                        <a:pt x="218" y="436"/>
                        <a:pt x="217" y="436"/>
                      </a:cubicBezTo>
                      <a:cubicBezTo>
                        <a:pt x="217" y="436"/>
                        <a:pt x="217" y="436"/>
                        <a:pt x="217" y="436"/>
                      </a:cubicBezTo>
                      <a:cubicBezTo>
                        <a:pt x="151" y="423"/>
                        <a:pt x="91" y="363"/>
                        <a:pt x="79" y="297"/>
                      </a:cubicBezTo>
                      <a:cubicBezTo>
                        <a:pt x="79" y="297"/>
                        <a:pt x="79" y="297"/>
                        <a:pt x="79" y="297"/>
                      </a:cubicBezTo>
                      <a:cubicBezTo>
                        <a:pt x="78" y="296"/>
                        <a:pt x="78" y="295"/>
                        <a:pt x="78" y="294"/>
                      </a:cubicBezTo>
                      <a:cubicBezTo>
                        <a:pt x="73" y="271"/>
                        <a:pt x="73" y="246"/>
                        <a:pt x="78" y="222"/>
                      </a:cubicBezTo>
                      <a:cubicBezTo>
                        <a:pt x="78" y="221"/>
                        <a:pt x="78" y="220"/>
                        <a:pt x="79" y="219"/>
                      </a:cubicBezTo>
                      <a:cubicBezTo>
                        <a:pt x="79" y="219"/>
                        <a:pt x="79" y="219"/>
                        <a:pt x="79" y="219"/>
                      </a:cubicBezTo>
                      <a:cubicBezTo>
                        <a:pt x="108" y="81"/>
                        <a:pt x="283" y="29"/>
                        <a:pt x="384" y="130"/>
                      </a:cubicBezTo>
                      <a:cubicBezTo>
                        <a:pt x="409" y="155"/>
                        <a:pt x="425" y="186"/>
                        <a:pt x="433" y="219"/>
                      </a:cubicBezTo>
                      <a:cubicBezTo>
                        <a:pt x="433" y="219"/>
                        <a:pt x="433" y="219"/>
                        <a:pt x="433" y="219"/>
                      </a:cubicBezTo>
                      <a:cubicBezTo>
                        <a:pt x="433" y="221"/>
                        <a:pt x="433" y="222"/>
                        <a:pt x="433" y="223"/>
                      </a:cubicBezTo>
                      <a:cubicBezTo>
                        <a:pt x="445" y="280"/>
                        <a:pt x="428" y="342"/>
                        <a:pt x="384" y="387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463" name="Google Shape;705;p23"/>
              <p:cNvGrpSpPr/>
              <p:nvPr/>
            </p:nvGrpSpPr>
            <p:grpSpPr>
              <a:xfrm>
                <a:off x="7987680" y="940680"/>
                <a:ext cx="354600" cy="366480"/>
                <a:chOff x="7987680" y="940680"/>
                <a:chExt cx="354600" cy="366480"/>
              </a:xfrm>
            </p:grpSpPr>
            <p:sp>
              <p:nvSpPr>
                <p:cNvPr id="464" name="Google Shape;706;p23"/>
                <p:cNvSpPr/>
                <p:nvPr/>
              </p:nvSpPr>
              <p:spPr>
                <a:xfrm>
                  <a:off x="7987680" y="940680"/>
                  <a:ext cx="354600" cy="231480"/>
                </a:xfrm>
                <a:custGeom>
                  <a:avLst/>
                  <a:gdLst>
                    <a:gd name="textAreaLeft" fmla="*/ 0 w 354600"/>
                    <a:gd name="textAreaRight" fmla="*/ 354960 w 354600"/>
                    <a:gd name="textAreaTop" fmla="*/ 0 h 231480"/>
                    <a:gd name="textAreaBottom" fmla="*/ 231840 h 231480"/>
                  </a:gdLst>
                  <a:ahLst/>
                  <a:cxnLst/>
                  <a:rect l="textAreaLeft" t="textAreaTop" r="textAreaRight" b="textAreaBottom"/>
                  <a:pathLst>
                    <a:path w="511" h="334">
                      <a:moveTo>
                        <a:pt x="470" y="187"/>
                      </a:moveTo>
                      <a:cubicBezTo>
                        <a:pt x="462" y="183"/>
                        <a:pt x="459" y="175"/>
                        <a:pt x="462" y="167"/>
                      </a:cubicBezTo>
                      <a:cubicBezTo>
                        <a:pt x="481" y="118"/>
                        <a:pt x="444" y="63"/>
                        <a:pt x="391" y="63"/>
                      </a:cubicBezTo>
                      <a:cubicBezTo>
                        <a:pt x="381" y="62"/>
                        <a:pt x="371" y="64"/>
                        <a:pt x="361" y="68"/>
                      </a:cubicBezTo>
                      <a:cubicBezTo>
                        <a:pt x="353" y="71"/>
                        <a:pt x="344" y="68"/>
                        <a:pt x="341" y="60"/>
                      </a:cubicBezTo>
                      <a:cubicBezTo>
                        <a:pt x="314" y="1"/>
                        <a:pt x="229" y="0"/>
                        <a:pt x="201" y="59"/>
                      </a:cubicBezTo>
                      <a:cubicBezTo>
                        <a:pt x="198" y="67"/>
                        <a:pt x="189" y="70"/>
                        <a:pt x="181" y="67"/>
                      </a:cubicBezTo>
                      <a:cubicBezTo>
                        <a:pt x="173" y="64"/>
                        <a:pt x="163" y="63"/>
                        <a:pt x="154" y="63"/>
                      </a:cubicBezTo>
                      <a:cubicBezTo>
                        <a:pt x="112" y="63"/>
                        <a:pt x="78" y="98"/>
                        <a:pt x="78" y="140"/>
                      </a:cubicBezTo>
                      <a:cubicBezTo>
                        <a:pt x="78" y="149"/>
                        <a:pt x="80" y="158"/>
                        <a:pt x="83" y="167"/>
                      </a:cubicBezTo>
                      <a:cubicBezTo>
                        <a:pt x="86" y="175"/>
                        <a:pt x="82" y="184"/>
                        <a:pt x="75" y="187"/>
                      </a:cubicBezTo>
                      <a:cubicBezTo>
                        <a:pt x="0" y="225"/>
                        <a:pt x="26" y="332"/>
                        <a:pt x="109" y="334"/>
                      </a:cubicBezTo>
                      <a:cubicBezTo>
                        <a:pt x="177" y="334"/>
                        <a:pt x="177" y="334"/>
                        <a:pt x="177" y="334"/>
                      </a:cubicBezTo>
                      <a:cubicBezTo>
                        <a:pt x="271" y="330"/>
                        <a:pt x="271" y="196"/>
                        <a:pt x="177" y="192"/>
                      </a:cubicBezTo>
                      <a:cubicBezTo>
                        <a:pt x="168" y="192"/>
                        <a:pt x="161" y="185"/>
                        <a:pt x="161" y="176"/>
                      </a:cubicBezTo>
                      <a:cubicBezTo>
                        <a:pt x="161" y="167"/>
                        <a:pt x="168" y="160"/>
                        <a:pt x="177" y="160"/>
                      </a:cubicBezTo>
                      <a:cubicBezTo>
                        <a:pt x="228" y="160"/>
                        <a:pt x="271" y="198"/>
                        <a:pt x="278" y="247"/>
                      </a:cubicBezTo>
                      <a:cubicBezTo>
                        <a:pt x="353" y="247"/>
                        <a:pt x="353" y="247"/>
                        <a:pt x="353" y="247"/>
                      </a:cubicBezTo>
                      <a:cubicBezTo>
                        <a:pt x="367" y="247"/>
                        <a:pt x="379" y="235"/>
                        <a:pt x="379" y="221"/>
                      </a:cubicBezTo>
                      <a:cubicBezTo>
                        <a:pt x="379" y="207"/>
                        <a:pt x="367" y="195"/>
                        <a:pt x="353" y="195"/>
                      </a:cubicBezTo>
                      <a:cubicBezTo>
                        <a:pt x="332" y="194"/>
                        <a:pt x="332" y="164"/>
                        <a:pt x="353" y="163"/>
                      </a:cubicBezTo>
                      <a:cubicBezTo>
                        <a:pt x="430" y="166"/>
                        <a:pt x="430" y="276"/>
                        <a:pt x="353" y="279"/>
                      </a:cubicBezTo>
                      <a:cubicBezTo>
                        <a:pt x="278" y="279"/>
                        <a:pt x="278" y="279"/>
                        <a:pt x="278" y="279"/>
                      </a:cubicBezTo>
                      <a:cubicBezTo>
                        <a:pt x="275" y="300"/>
                        <a:pt x="265" y="319"/>
                        <a:pt x="251" y="334"/>
                      </a:cubicBezTo>
                      <a:cubicBezTo>
                        <a:pt x="257" y="334"/>
                        <a:pt x="257" y="334"/>
                        <a:pt x="257" y="334"/>
                      </a:cubicBezTo>
                      <a:cubicBezTo>
                        <a:pt x="258" y="334"/>
                        <a:pt x="258" y="334"/>
                        <a:pt x="259" y="334"/>
                      </a:cubicBezTo>
                      <a:cubicBezTo>
                        <a:pt x="432" y="334"/>
                        <a:pt x="432" y="334"/>
                        <a:pt x="432" y="334"/>
                      </a:cubicBezTo>
                      <a:cubicBezTo>
                        <a:pt x="453" y="334"/>
                        <a:pt x="473" y="326"/>
                        <a:pt x="488" y="311"/>
                      </a:cubicBezTo>
                      <a:cubicBezTo>
                        <a:pt x="503" y="296"/>
                        <a:pt x="511" y="276"/>
                        <a:pt x="511" y="255"/>
                      </a:cubicBezTo>
                      <a:cubicBezTo>
                        <a:pt x="511" y="226"/>
                        <a:pt x="495" y="200"/>
                        <a:pt x="470" y="187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465" name="Google Shape;707;p23"/>
                <p:cNvSpPr/>
                <p:nvPr/>
              </p:nvSpPr>
              <p:spPr>
                <a:xfrm>
                  <a:off x="8235720" y="1261080"/>
                  <a:ext cx="44280" cy="46080"/>
                </a:xfrm>
                <a:custGeom>
                  <a:avLst/>
                  <a:gdLst>
                    <a:gd name="textAreaLeft" fmla="*/ 0 w 44280"/>
                    <a:gd name="textAreaRight" fmla="*/ 44640 w 44280"/>
                    <a:gd name="textAreaTop" fmla="*/ 0 h 46080"/>
                    <a:gd name="textAreaBottom" fmla="*/ 46440 h 46080"/>
                  </a:gdLst>
                  <a:ahLst/>
                  <a:cxnLst/>
                  <a:rect l="textAreaLeft" t="textAreaTop" r="textAreaRight" b="textAreaBottom"/>
                  <a:pathLst>
                    <a:path w="64" h="67">
                      <a:moveTo>
                        <a:pt x="63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35"/>
                        <a:pt x="0" y="35"/>
                        <a:pt x="0" y="35"/>
                      </a:cubicBezTo>
                      <a:cubicBezTo>
                        <a:pt x="0" y="52"/>
                        <a:pt x="14" y="67"/>
                        <a:pt x="32" y="67"/>
                      </a:cubicBezTo>
                      <a:cubicBezTo>
                        <a:pt x="57" y="67"/>
                        <a:pt x="57" y="67"/>
                        <a:pt x="57" y="67"/>
                      </a:cubicBezTo>
                      <a:cubicBezTo>
                        <a:pt x="61" y="67"/>
                        <a:pt x="64" y="63"/>
                        <a:pt x="64" y="59"/>
                      </a:cubicBezTo>
                      <a:cubicBezTo>
                        <a:pt x="64" y="0"/>
                        <a:pt x="64" y="0"/>
                        <a:pt x="64" y="0"/>
                      </a:cubicBezTo>
                      <a:cubicBezTo>
                        <a:pt x="64" y="0"/>
                        <a:pt x="64" y="0"/>
                        <a:pt x="63" y="0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3040" bIns="2304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466" name="Google Shape;708;p23"/>
                <p:cNvSpPr/>
                <p:nvPr/>
              </p:nvSpPr>
              <p:spPr>
                <a:xfrm>
                  <a:off x="8179200" y="1190160"/>
                  <a:ext cx="135000" cy="48600"/>
                </a:xfrm>
                <a:custGeom>
                  <a:avLst/>
                  <a:gdLst>
                    <a:gd name="textAreaLeft" fmla="*/ 0 w 135000"/>
                    <a:gd name="textAreaRight" fmla="*/ 135360 w 135000"/>
                    <a:gd name="textAreaTop" fmla="*/ 0 h 48600"/>
                    <a:gd name="textAreaBottom" fmla="*/ 48960 h 48600"/>
                  </a:gdLst>
                  <a:ahLst/>
                  <a:cxnLst/>
                  <a:rect l="textAreaLeft" t="textAreaTop" r="textAreaRight" b="textAreaBottom"/>
                  <a:pathLst>
                    <a:path w="195" h="70">
                      <a:moveTo>
                        <a:pt x="195" y="19"/>
                      </a:moveTo>
                      <a:cubicBezTo>
                        <a:pt x="195" y="0"/>
                        <a:pt x="195" y="0"/>
                        <a:pt x="195" y="0"/>
                      </a:cubicBezTo>
                      <a:cubicBezTo>
                        <a:pt x="183" y="5"/>
                        <a:pt x="170" y="7"/>
                        <a:pt x="156" y="7"/>
                      </a:cubicBezTo>
                      <a:cubicBezTo>
                        <a:pt x="0" y="7"/>
                        <a:pt x="0" y="7"/>
                        <a:pt x="0" y="7"/>
                      </a:cubicBezTo>
                      <a:cubicBezTo>
                        <a:pt x="7" y="43"/>
                        <a:pt x="39" y="70"/>
                        <a:pt x="77" y="70"/>
                      </a:cubicBezTo>
                      <a:cubicBezTo>
                        <a:pt x="144" y="70"/>
                        <a:pt x="144" y="70"/>
                        <a:pt x="144" y="70"/>
                      </a:cubicBezTo>
                      <a:cubicBezTo>
                        <a:pt x="172" y="70"/>
                        <a:pt x="195" y="47"/>
                        <a:pt x="195" y="19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4480" bIns="2448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467" name="Google Shape;709;p23"/>
              <p:cNvGrpSpPr/>
              <p:nvPr/>
            </p:nvGrpSpPr>
            <p:grpSpPr>
              <a:xfrm>
                <a:off x="8001720" y="323280"/>
                <a:ext cx="326520" cy="318600"/>
                <a:chOff x="8001720" y="323280"/>
                <a:chExt cx="326520" cy="318600"/>
              </a:xfrm>
            </p:grpSpPr>
            <p:sp>
              <p:nvSpPr>
                <p:cNvPr id="468" name="Google Shape;710;p23"/>
                <p:cNvSpPr/>
                <p:nvPr/>
              </p:nvSpPr>
              <p:spPr>
                <a:xfrm>
                  <a:off x="8127720" y="620280"/>
                  <a:ext cx="115920" cy="21600"/>
                </a:xfrm>
                <a:custGeom>
                  <a:avLst/>
                  <a:gdLst>
                    <a:gd name="textAreaLeft" fmla="*/ 0 w 115920"/>
                    <a:gd name="textAreaRight" fmla="*/ 116280 w 115920"/>
                    <a:gd name="textAreaTop" fmla="*/ 0 h 21600"/>
                    <a:gd name="textAreaBottom" fmla="*/ 21960 h 21600"/>
                  </a:gdLst>
                  <a:ahLst/>
                  <a:cxnLst/>
                  <a:rect l="textAreaLeft" t="textAreaTop" r="textAreaRight" b="textAreaBottom"/>
                  <a:pathLst>
                    <a:path w="190" h="36">
                      <a:moveTo>
                        <a:pt x="1" y="14"/>
                      </a:moveTo>
                      <a:cubicBezTo>
                        <a:pt x="0" y="16"/>
                        <a:pt x="2" y="19"/>
                        <a:pt x="4" y="19"/>
                      </a:cubicBezTo>
                      <a:cubicBezTo>
                        <a:pt x="65" y="36"/>
                        <a:pt x="135" y="29"/>
                        <a:pt x="190" y="0"/>
                      </a:cubicBezTo>
                      <a:cubicBezTo>
                        <a:pt x="6" y="0"/>
                        <a:pt x="6" y="0"/>
                        <a:pt x="6" y="0"/>
                      </a:cubicBezTo>
                      <a:lnTo>
                        <a:pt x="1" y="14"/>
                      </a:ln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0800" bIns="1080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469" name="Google Shape;711;p23"/>
                <p:cNvSpPr/>
                <p:nvPr/>
              </p:nvSpPr>
              <p:spPr>
                <a:xfrm>
                  <a:off x="8001720" y="441720"/>
                  <a:ext cx="155880" cy="181080"/>
                </a:xfrm>
                <a:custGeom>
                  <a:avLst/>
                  <a:gdLst>
                    <a:gd name="textAreaLeft" fmla="*/ 0 w 155880"/>
                    <a:gd name="textAreaRight" fmla="*/ 156240 w 155880"/>
                    <a:gd name="textAreaTop" fmla="*/ 0 h 181080"/>
                    <a:gd name="textAreaBottom" fmla="*/ 181440 h 181080"/>
                  </a:gdLst>
                  <a:ahLst/>
                  <a:cxnLst/>
                  <a:rect l="textAreaLeft" t="textAreaTop" r="textAreaRight" b="textAreaBottom"/>
                  <a:pathLst>
                    <a:path w="255" h="296">
                      <a:moveTo>
                        <a:pt x="251" y="72"/>
                      </a:moveTo>
                      <a:cubicBezTo>
                        <a:pt x="34" y="1"/>
                        <a:pt x="34" y="1"/>
                        <a:pt x="34" y="1"/>
                      </a:cubicBezTo>
                      <a:cubicBezTo>
                        <a:pt x="32" y="0"/>
                        <a:pt x="29" y="2"/>
                        <a:pt x="28" y="5"/>
                      </a:cubicBezTo>
                      <a:cubicBezTo>
                        <a:pt x="0" y="121"/>
                        <a:pt x="60" y="245"/>
                        <a:pt x="169" y="295"/>
                      </a:cubicBezTo>
                      <a:cubicBezTo>
                        <a:pt x="171" y="296"/>
                        <a:pt x="174" y="295"/>
                        <a:pt x="175" y="292"/>
                      </a:cubicBezTo>
                      <a:cubicBezTo>
                        <a:pt x="254" y="78"/>
                        <a:pt x="254" y="78"/>
                        <a:pt x="254" y="78"/>
                      </a:cubicBezTo>
                      <a:cubicBezTo>
                        <a:pt x="255" y="76"/>
                        <a:pt x="254" y="73"/>
                        <a:pt x="251" y="72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470" name="Google Shape;712;p23"/>
                <p:cNvSpPr/>
                <p:nvPr/>
              </p:nvSpPr>
              <p:spPr>
                <a:xfrm>
                  <a:off x="8139600" y="576000"/>
                  <a:ext cx="156960" cy="23040"/>
                </a:xfrm>
                <a:custGeom>
                  <a:avLst/>
                  <a:gdLst>
                    <a:gd name="textAreaLeft" fmla="*/ 0 w 156960"/>
                    <a:gd name="textAreaRight" fmla="*/ 157320 w 156960"/>
                    <a:gd name="textAreaTop" fmla="*/ 0 h 23040"/>
                    <a:gd name="textAreaBottom" fmla="*/ 23400 h 23040"/>
                  </a:gdLst>
                  <a:ahLst/>
                  <a:cxnLst/>
                  <a:rect l="textAreaLeft" t="textAreaTop" r="textAreaRight" b="textAreaBottom"/>
                  <a:pathLst>
                    <a:path w="257" h="38">
                      <a:moveTo>
                        <a:pt x="0" y="38"/>
                      </a:moveTo>
                      <a:cubicBezTo>
                        <a:pt x="221" y="38"/>
                        <a:pt x="221" y="38"/>
                        <a:pt x="221" y="38"/>
                      </a:cubicBezTo>
                      <a:cubicBezTo>
                        <a:pt x="234" y="26"/>
                        <a:pt x="246" y="13"/>
                        <a:pt x="257" y="0"/>
                      </a:cubicBezTo>
                      <a:cubicBezTo>
                        <a:pt x="14" y="0"/>
                        <a:pt x="14" y="0"/>
                        <a:pt x="14" y="0"/>
                      </a:cubicBezTo>
                      <a:lnTo>
                        <a:pt x="0" y="38"/>
                      </a:ln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1520" bIns="1152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471" name="Google Shape;713;p23"/>
                <p:cNvSpPr/>
                <p:nvPr/>
              </p:nvSpPr>
              <p:spPr>
                <a:xfrm>
                  <a:off x="8026560" y="323280"/>
                  <a:ext cx="134280" cy="141480"/>
                </a:xfrm>
                <a:custGeom>
                  <a:avLst/>
                  <a:gdLst>
                    <a:gd name="textAreaLeft" fmla="*/ 0 w 134280"/>
                    <a:gd name="textAreaRight" fmla="*/ 134640 w 134280"/>
                    <a:gd name="textAreaTop" fmla="*/ 0 h 141480"/>
                    <a:gd name="textAreaBottom" fmla="*/ 141840 h 141480"/>
                  </a:gdLst>
                  <a:ahLst/>
                  <a:cxnLst/>
                  <a:rect l="textAreaLeft" t="textAreaTop" r="textAreaRight" b="textAreaBottom"/>
                  <a:pathLst>
                    <a:path w="220" h="231">
                      <a:moveTo>
                        <a:pt x="4" y="162"/>
                      </a:moveTo>
                      <a:cubicBezTo>
                        <a:pt x="214" y="230"/>
                        <a:pt x="214" y="230"/>
                        <a:pt x="214" y="230"/>
                      </a:cubicBezTo>
                      <a:cubicBezTo>
                        <a:pt x="217" y="231"/>
                        <a:pt x="220" y="229"/>
                        <a:pt x="220" y="226"/>
                      </a:cubicBezTo>
                      <a:cubicBezTo>
                        <a:pt x="220" y="5"/>
                        <a:pt x="220" y="5"/>
                        <a:pt x="220" y="5"/>
                      </a:cubicBezTo>
                      <a:cubicBezTo>
                        <a:pt x="220" y="2"/>
                        <a:pt x="217" y="0"/>
                        <a:pt x="215" y="0"/>
                      </a:cubicBezTo>
                      <a:cubicBezTo>
                        <a:pt x="155" y="6"/>
                        <a:pt x="99" y="31"/>
                        <a:pt x="56" y="75"/>
                      </a:cubicBezTo>
                      <a:cubicBezTo>
                        <a:pt x="32" y="98"/>
                        <a:pt x="14" y="125"/>
                        <a:pt x="1" y="155"/>
                      </a:cubicBezTo>
                      <a:cubicBezTo>
                        <a:pt x="0" y="158"/>
                        <a:pt x="1" y="161"/>
                        <a:pt x="4" y="162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472" name="Google Shape;714;p23"/>
                <p:cNvSpPr/>
                <p:nvPr/>
              </p:nvSpPr>
              <p:spPr>
                <a:xfrm>
                  <a:off x="8155080" y="533520"/>
                  <a:ext cx="164160" cy="21240"/>
                </a:xfrm>
                <a:custGeom>
                  <a:avLst/>
                  <a:gdLst>
                    <a:gd name="textAreaLeft" fmla="*/ 0 w 164160"/>
                    <a:gd name="textAreaRight" fmla="*/ 164520 w 164160"/>
                    <a:gd name="textAreaTop" fmla="*/ 0 h 21240"/>
                    <a:gd name="textAreaBottom" fmla="*/ 21600 h 21240"/>
                  </a:gdLst>
                  <a:ahLst/>
                  <a:cxnLst/>
                  <a:rect l="textAreaLeft" t="textAreaTop" r="textAreaRight" b="textAreaBottom"/>
                  <a:pathLst>
                    <a:path w="268" h="35">
                      <a:moveTo>
                        <a:pt x="0" y="35"/>
                      </a:moveTo>
                      <a:cubicBezTo>
                        <a:pt x="253" y="35"/>
                        <a:pt x="253" y="35"/>
                        <a:pt x="253" y="35"/>
                      </a:cubicBezTo>
                      <a:cubicBezTo>
                        <a:pt x="259" y="24"/>
                        <a:pt x="264" y="12"/>
                        <a:pt x="268" y="0"/>
                      </a:cubicBezTo>
                      <a:cubicBezTo>
                        <a:pt x="13" y="0"/>
                        <a:pt x="13" y="0"/>
                        <a:pt x="13" y="0"/>
                      </a:cubicBezTo>
                      <a:lnTo>
                        <a:pt x="0" y="35"/>
                      </a:ln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0800" bIns="1080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473" name="Google Shape;715;p23"/>
                <p:cNvSpPr/>
                <p:nvPr/>
              </p:nvSpPr>
              <p:spPr>
                <a:xfrm>
                  <a:off x="8170560" y="490680"/>
                  <a:ext cx="157680" cy="21600"/>
                </a:xfrm>
                <a:custGeom>
                  <a:avLst/>
                  <a:gdLst>
                    <a:gd name="textAreaLeft" fmla="*/ 0 w 157680"/>
                    <a:gd name="textAreaRight" fmla="*/ 158040 w 157680"/>
                    <a:gd name="textAreaTop" fmla="*/ 0 h 21600"/>
                    <a:gd name="textAreaBottom" fmla="*/ 21960 h 21600"/>
                  </a:gdLst>
                  <a:ahLst/>
                  <a:cxnLst/>
                  <a:rect l="textAreaLeft" t="textAreaTop" r="textAreaRight" b="textAreaBottom"/>
                  <a:pathLst>
                    <a:path w="258" h="36">
                      <a:moveTo>
                        <a:pt x="253" y="0"/>
                      </a:moveTo>
                      <a:cubicBezTo>
                        <a:pt x="16" y="0"/>
                        <a:pt x="16" y="0"/>
                        <a:pt x="16" y="0"/>
                      </a:cubicBezTo>
                      <a:cubicBezTo>
                        <a:pt x="15" y="0"/>
                        <a:pt x="14" y="1"/>
                        <a:pt x="13" y="2"/>
                      </a:cubicBezTo>
                      <a:cubicBezTo>
                        <a:pt x="0" y="36"/>
                        <a:pt x="0" y="36"/>
                        <a:pt x="0" y="36"/>
                      </a:cubicBezTo>
                      <a:cubicBezTo>
                        <a:pt x="253" y="36"/>
                        <a:pt x="253" y="36"/>
                        <a:pt x="253" y="36"/>
                      </a:cubicBezTo>
                      <a:cubicBezTo>
                        <a:pt x="255" y="26"/>
                        <a:pt x="257" y="16"/>
                        <a:pt x="257" y="5"/>
                      </a:cubicBezTo>
                      <a:cubicBezTo>
                        <a:pt x="258" y="2"/>
                        <a:pt x="255" y="0"/>
                        <a:pt x="253" y="0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0800" bIns="1080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474" name="Google Shape;716;p23"/>
                <p:cNvSpPr/>
                <p:nvPr/>
              </p:nvSpPr>
              <p:spPr>
                <a:xfrm>
                  <a:off x="8200080" y="398880"/>
                  <a:ext cx="18360" cy="54720"/>
                </a:xfrm>
                <a:custGeom>
                  <a:avLst/>
                  <a:gdLst>
                    <a:gd name="textAreaLeft" fmla="*/ 0 w 18360"/>
                    <a:gd name="textAreaRight" fmla="*/ 18720 w 18360"/>
                    <a:gd name="textAreaTop" fmla="*/ 0 h 54720"/>
                    <a:gd name="textAreaBottom" fmla="*/ 55080 h 54720"/>
                  </a:gdLst>
                  <a:ahLst/>
                  <a:cxnLst/>
                  <a:rect l="textAreaLeft" t="textAreaTop" r="textAreaRight" b="textAreaBottom"/>
                  <a:pathLst>
                    <a:path w="31" h="90">
                      <a:moveTo>
                        <a:pt x="16" y="90"/>
                      </a:moveTo>
                      <a:cubicBezTo>
                        <a:pt x="24" y="90"/>
                        <a:pt x="31" y="84"/>
                        <a:pt x="31" y="75"/>
                      </a:cubicBezTo>
                      <a:cubicBezTo>
                        <a:pt x="31" y="20"/>
                        <a:pt x="31" y="20"/>
                        <a:pt x="31" y="20"/>
                      </a:cubicBezTo>
                      <a:cubicBezTo>
                        <a:pt x="30" y="0"/>
                        <a:pt x="1" y="0"/>
                        <a:pt x="0" y="20"/>
                      </a:cubicBezTo>
                      <a:cubicBezTo>
                        <a:pt x="0" y="75"/>
                        <a:pt x="0" y="75"/>
                        <a:pt x="0" y="75"/>
                      </a:cubicBezTo>
                      <a:cubicBezTo>
                        <a:pt x="0" y="84"/>
                        <a:pt x="7" y="90"/>
                        <a:pt x="16" y="90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7360" bIns="2736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475" name="Google Shape;717;p23"/>
                <p:cNvSpPr/>
                <p:nvPr/>
              </p:nvSpPr>
              <p:spPr>
                <a:xfrm>
                  <a:off x="8237520" y="378000"/>
                  <a:ext cx="18000" cy="75600"/>
                </a:xfrm>
                <a:custGeom>
                  <a:avLst/>
                  <a:gdLst>
                    <a:gd name="textAreaLeft" fmla="*/ 0 w 18000"/>
                    <a:gd name="textAreaRight" fmla="*/ 18360 w 18000"/>
                    <a:gd name="textAreaTop" fmla="*/ 0 h 75600"/>
                    <a:gd name="textAreaBottom" fmla="*/ 75960 h 75600"/>
                  </a:gdLst>
                  <a:ahLst/>
                  <a:cxnLst/>
                  <a:rect l="textAreaLeft" t="textAreaTop" r="textAreaRight" b="textAreaBottom"/>
                  <a:pathLst>
                    <a:path w="30" h="124">
                      <a:moveTo>
                        <a:pt x="15" y="124"/>
                      </a:moveTo>
                      <a:cubicBezTo>
                        <a:pt x="24" y="124"/>
                        <a:pt x="30" y="118"/>
                        <a:pt x="30" y="109"/>
                      </a:cubicBezTo>
                      <a:cubicBezTo>
                        <a:pt x="30" y="20"/>
                        <a:pt x="30" y="20"/>
                        <a:pt x="30" y="20"/>
                      </a:cubicBezTo>
                      <a:cubicBezTo>
                        <a:pt x="30" y="0"/>
                        <a:pt x="1" y="0"/>
                        <a:pt x="0" y="20"/>
                      </a:cubicBezTo>
                      <a:cubicBezTo>
                        <a:pt x="0" y="109"/>
                        <a:pt x="0" y="109"/>
                        <a:pt x="0" y="109"/>
                      </a:cubicBezTo>
                      <a:cubicBezTo>
                        <a:pt x="0" y="118"/>
                        <a:pt x="7" y="124"/>
                        <a:pt x="15" y="124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7800" bIns="3780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476" name="Google Shape;718;p23"/>
                <p:cNvSpPr/>
                <p:nvPr/>
              </p:nvSpPr>
              <p:spPr>
                <a:xfrm>
                  <a:off x="8274600" y="349200"/>
                  <a:ext cx="18360" cy="104400"/>
                </a:xfrm>
                <a:custGeom>
                  <a:avLst/>
                  <a:gdLst>
                    <a:gd name="textAreaLeft" fmla="*/ 0 w 18360"/>
                    <a:gd name="textAreaRight" fmla="*/ 18720 w 18360"/>
                    <a:gd name="textAreaTop" fmla="*/ 0 h 104400"/>
                    <a:gd name="textAreaBottom" fmla="*/ 104760 h 104400"/>
                  </a:gdLst>
                  <a:ahLst/>
                  <a:cxnLst/>
                  <a:rect l="textAreaLeft" t="textAreaTop" r="textAreaRight" b="textAreaBottom"/>
                  <a:pathLst>
                    <a:path w="30" h="171">
                      <a:moveTo>
                        <a:pt x="15" y="171"/>
                      </a:moveTo>
                      <a:cubicBezTo>
                        <a:pt x="23" y="171"/>
                        <a:pt x="30" y="165"/>
                        <a:pt x="30" y="156"/>
                      </a:cubicBezTo>
                      <a:cubicBezTo>
                        <a:pt x="30" y="20"/>
                        <a:pt x="30" y="20"/>
                        <a:pt x="30" y="20"/>
                      </a:cubicBezTo>
                      <a:cubicBezTo>
                        <a:pt x="29" y="0"/>
                        <a:pt x="1" y="0"/>
                        <a:pt x="0" y="20"/>
                      </a:cubicBezTo>
                      <a:cubicBezTo>
                        <a:pt x="0" y="156"/>
                        <a:pt x="0" y="156"/>
                        <a:pt x="0" y="156"/>
                      </a:cubicBezTo>
                      <a:cubicBezTo>
                        <a:pt x="0" y="165"/>
                        <a:pt x="7" y="171"/>
                        <a:pt x="15" y="171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</p:grpSp>
        <p:grpSp>
          <p:nvGrpSpPr>
            <p:cNvPr id="477" name="Google Shape;719;p23"/>
            <p:cNvGrpSpPr/>
            <p:nvPr/>
          </p:nvGrpSpPr>
          <p:grpSpPr>
            <a:xfrm>
              <a:off x="-440640" y="-271440"/>
              <a:ext cx="2007000" cy="1963080"/>
              <a:chOff x="-440640" y="-271440"/>
              <a:chExt cx="2007000" cy="1963080"/>
            </a:xfrm>
          </p:grpSpPr>
          <p:pic>
            <p:nvPicPr>
              <p:cNvPr id="478" name="Google Shape;720;p23"/>
              <p:cNvPicPr/>
              <p:nvPr/>
            </p:nvPicPr>
            <p:blipFill>
              <a:blip r:embed="rId7">
                <a:alphaModFix amt="50000"/>
              </a:blip>
              <a:stretch/>
            </p:blipFill>
            <p:spPr>
              <a:xfrm>
                <a:off x="-440640" y="-271440"/>
                <a:ext cx="2007000" cy="196308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grpSp>
            <p:nvGrpSpPr>
              <p:cNvPr id="479" name="Google Shape;721;p23"/>
              <p:cNvGrpSpPr/>
              <p:nvPr/>
            </p:nvGrpSpPr>
            <p:grpSpPr>
              <a:xfrm>
                <a:off x="-183240" y="109440"/>
                <a:ext cx="344520" cy="317160"/>
                <a:chOff x="-183240" y="109440"/>
                <a:chExt cx="344520" cy="317160"/>
              </a:xfrm>
            </p:grpSpPr>
            <p:sp>
              <p:nvSpPr>
                <p:cNvPr id="480" name="Google Shape;722;p23"/>
                <p:cNvSpPr/>
                <p:nvPr/>
              </p:nvSpPr>
              <p:spPr>
                <a:xfrm>
                  <a:off x="-68400" y="163440"/>
                  <a:ext cx="148320" cy="149040"/>
                </a:xfrm>
                <a:custGeom>
                  <a:avLst/>
                  <a:gdLst>
                    <a:gd name="textAreaLeft" fmla="*/ 0 w 148320"/>
                    <a:gd name="textAreaRight" fmla="*/ 148680 w 148320"/>
                    <a:gd name="textAreaTop" fmla="*/ 0 h 149040"/>
                    <a:gd name="textAreaBottom" fmla="*/ 149400 h 149040"/>
                  </a:gdLst>
                  <a:ahLst/>
                  <a:cxnLst/>
                  <a:rect l="textAreaLeft" t="textAreaTop" r="textAreaRight" b="textAreaBottom"/>
                  <a:pathLst>
                    <a:path w="251" h="252">
                      <a:moveTo>
                        <a:pt x="197" y="142"/>
                      </a:moveTo>
                      <a:cubicBezTo>
                        <a:pt x="176" y="141"/>
                        <a:pt x="176" y="110"/>
                        <a:pt x="197" y="110"/>
                      </a:cubicBezTo>
                      <a:cubicBezTo>
                        <a:pt x="251" y="109"/>
                        <a:pt x="251" y="109"/>
                        <a:pt x="251" y="109"/>
                      </a:cubicBezTo>
                      <a:cubicBezTo>
                        <a:pt x="245" y="55"/>
                        <a:pt x="197" y="6"/>
                        <a:pt x="142" y="0"/>
                      </a:cubicBezTo>
                      <a:cubicBezTo>
                        <a:pt x="141" y="54"/>
                        <a:pt x="141" y="54"/>
                        <a:pt x="141" y="54"/>
                      </a:cubicBezTo>
                      <a:cubicBezTo>
                        <a:pt x="141" y="63"/>
                        <a:pt x="134" y="70"/>
                        <a:pt x="125" y="70"/>
                      </a:cubicBezTo>
                      <a:cubicBezTo>
                        <a:pt x="125" y="70"/>
                        <a:pt x="125" y="70"/>
                        <a:pt x="125" y="70"/>
                      </a:cubicBezTo>
                      <a:cubicBezTo>
                        <a:pt x="116" y="70"/>
                        <a:pt x="109" y="63"/>
                        <a:pt x="109" y="54"/>
                      </a:cubicBezTo>
                      <a:cubicBezTo>
                        <a:pt x="109" y="0"/>
                        <a:pt x="109" y="0"/>
                        <a:pt x="109" y="0"/>
                      </a:cubicBezTo>
                      <a:cubicBezTo>
                        <a:pt x="53" y="6"/>
                        <a:pt x="5" y="55"/>
                        <a:pt x="0" y="110"/>
                      </a:cubicBezTo>
                      <a:cubicBezTo>
                        <a:pt x="53" y="110"/>
                        <a:pt x="53" y="110"/>
                        <a:pt x="53" y="110"/>
                      </a:cubicBezTo>
                      <a:cubicBezTo>
                        <a:pt x="53" y="110"/>
                        <a:pt x="53" y="110"/>
                        <a:pt x="53" y="110"/>
                      </a:cubicBezTo>
                      <a:cubicBezTo>
                        <a:pt x="74" y="111"/>
                        <a:pt x="74" y="141"/>
                        <a:pt x="53" y="142"/>
                      </a:cubicBezTo>
                      <a:cubicBezTo>
                        <a:pt x="0" y="142"/>
                        <a:pt x="0" y="142"/>
                        <a:pt x="0" y="142"/>
                      </a:cubicBezTo>
                      <a:cubicBezTo>
                        <a:pt x="5" y="197"/>
                        <a:pt x="53" y="246"/>
                        <a:pt x="109" y="252"/>
                      </a:cubicBezTo>
                      <a:cubicBezTo>
                        <a:pt x="109" y="198"/>
                        <a:pt x="109" y="198"/>
                        <a:pt x="109" y="198"/>
                      </a:cubicBezTo>
                      <a:cubicBezTo>
                        <a:pt x="109" y="189"/>
                        <a:pt x="116" y="182"/>
                        <a:pt x="125" y="182"/>
                      </a:cubicBezTo>
                      <a:cubicBezTo>
                        <a:pt x="125" y="182"/>
                        <a:pt x="125" y="182"/>
                        <a:pt x="125" y="182"/>
                      </a:cubicBezTo>
                      <a:cubicBezTo>
                        <a:pt x="134" y="182"/>
                        <a:pt x="141" y="189"/>
                        <a:pt x="141" y="198"/>
                      </a:cubicBezTo>
                      <a:cubicBezTo>
                        <a:pt x="141" y="252"/>
                        <a:pt x="141" y="252"/>
                        <a:pt x="141" y="252"/>
                      </a:cubicBezTo>
                      <a:cubicBezTo>
                        <a:pt x="197" y="246"/>
                        <a:pt x="245" y="197"/>
                        <a:pt x="251" y="142"/>
                      </a:cubicBezTo>
                      <a:cubicBezTo>
                        <a:pt x="197" y="142"/>
                        <a:pt x="197" y="142"/>
                        <a:pt x="197" y="142"/>
                      </a:cubicBezTo>
                      <a:cubicBezTo>
                        <a:pt x="197" y="142"/>
                        <a:pt x="197" y="142"/>
                        <a:pt x="197" y="142"/>
                      </a:cubicBezTo>
                      <a:close/>
                      <a:moveTo>
                        <a:pt x="125" y="142"/>
                      </a:moveTo>
                      <a:cubicBezTo>
                        <a:pt x="104" y="141"/>
                        <a:pt x="104" y="111"/>
                        <a:pt x="125" y="110"/>
                      </a:cubicBezTo>
                      <a:cubicBezTo>
                        <a:pt x="147" y="110"/>
                        <a:pt x="147" y="141"/>
                        <a:pt x="125" y="142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481" name="Google Shape;723;p23"/>
                <p:cNvSpPr/>
                <p:nvPr/>
              </p:nvSpPr>
              <p:spPr>
                <a:xfrm>
                  <a:off x="-183240" y="348120"/>
                  <a:ext cx="77760" cy="78480"/>
                </a:xfrm>
                <a:custGeom>
                  <a:avLst/>
                  <a:gdLst>
                    <a:gd name="textAreaLeft" fmla="*/ 0 w 77760"/>
                    <a:gd name="textAreaRight" fmla="*/ 78120 w 77760"/>
                    <a:gd name="textAreaTop" fmla="*/ 0 h 78480"/>
                    <a:gd name="textAreaBottom" fmla="*/ 78840 h 78480"/>
                  </a:gdLst>
                  <a:ahLst/>
                  <a:cxnLst/>
                  <a:rect l="textAreaLeft" t="textAreaTop" r="textAreaRight" b="textAreaBottom"/>
                  <a:pathLst>
                    <a:path w="132" h="133">
                      <a:moveTo>
                        <a:pt x="75" y="0"/>
                      </a:moveTo>
                      <a:cubicBezTo>
                        <a:pt x="15" y="60"/>
                        <a:pt x="15" y="60"/>
                        <a:pt x="15" y="60"/>
                      </a:cubicBezTo>
                      <a:cubicBezTo>
                        <a:pt x="0" y="76"/>
                        <a:pt x="0" y="101"/>
                        <a:pt x="15" y="117"/>
                      </a:cubicBezTo>
                      <a:cubicBezTo>
                        <a:pt x="31" y="133"/>
                        <a:pt x="56" y="133"/>
                        <a:pt x="72" y="117"/>
                      </a:cubicBezTo>
                      <a:cubicBezTo>
                        <a:pt x="132" y="57"/>
                        <a:pt x="132" y="57"/>
                        <a:pt x="132" y="57"/>
                      </a:cubicBezTo>
                      <a:cubicBezTo>
                        <a:pt x="132" y="57"/>
                        <a:pt x="132" y="57"/>
                        <a:pt x="132" y="57"/>
                      </a:cubicBezTo>
                      <a:lnTo>
                        <a:pt x="75" y="0"/>
                      </a:ln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9240" bIns="3924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482" name="Google Shape;724;p23"/>
                <p:cNvSpPr/>
                <p:nvPr/>
              </p:nvSpPr>
              <p:spPr>
                <a:xfrm>
                  <a:off x="-149760" y="109440"/>
                  <a:ext cx="311040" cy="245520"/>
                </a:xfrm>
                <a:custGeom>
                  <a:avLst/>
                  <a:gdLst>
                    <a:gd name="textAreaLeft" fmla="*/ 0 w 311040"/>
                    <a:gd name="textAreaRight" fmla="*/ 311400 w 311040"/>
                    <a:gd name="textAreaTop" fmla="*/ 0 h 245520"/>
                    <a:gd name="textAreaBottom" fmla="*/ 245880 h 245520"/>
                  </a:gdLst>
                  <a:ahLst/>
                  <a:cxnLst/>
                  <a:rect l="textAreaLeft" t="textAreaTop" r="textAreaRight" b="textAreaBottom"/>
                  <a:pathLst>
                    <a:path w="526" h="415">
                      <a:moveTo>
                        <a:pt x="402" y="77"/>
                      </a:moveTo>
                      <a:cubicBezTo>
                        <a:pt x="329" y="1"/>
                        <a:pt x="197" y="0"/>
                        <a:pt x="124" y="77"/>
                      </a:cubicBezTo>
                      <a:cubicBezTo>
                        <a:pt x="0" y="200"/>
                        <a:pt x="89" y="415"/>
                        <a:pt x="263" y="414"/>
                      </a:cubicBezTo>
                      <a:cubicBezTo>
                        <a:pt x="437" y="415"/>
                        <a:pt x="526" y="200"/>
                        <a:pt x="402" y="77"/>
                      </a:cubicBezTo>
                      <a:close/>
                      <a:moveTo>
                        <a:pt x="376" y="329"/>
                      </a:moveTo>
                      <a:cubicBezTo>
                        <a:pt x="312" y="393"/>
                        <a:pt x="211" y="390"/>
                        <a:pt x="151" y="329"/>
                      </a:cubicBezTo>
                      <a:cubicBezTo>
                        <a:pt x="120" y="299"/>
                        <a:pt x="105" y="259"/>
                        <a:pt x="104" y="219"/>
                      </a:cubicBezTo>
                      <a:cubicBezTo>
                        <a:pt x="104" y="218"/>
                        <a:pt x="104" y="218"/>
                        <a:pt x="104" y="217"/>
                      </a:cubicBezTo>
                      <a:cubicBezTo>
                        <a:pt x="104" y="216"/>
                        <a:pt x="104" y="216"/>
                        <a:pt x="104" y="215"/>
                      </a:cubicBezTo>
                      <a:cubicBezTo>
                        <a:pt x="103" y="131"/>
                        <a:pt x="177" y="56"/>
                        <a:pt x="263" y="57"/>
                      </a:cubicBezTo>
                      <a:cubicBezTo>
                        <a:pt x="409" y="60"/>
                        <a:pt x="473" y="231"/>
                        <a:pt x="376" y="329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483" name="Google Shape;725;p23"/>
                <p:cNvSpPr/>
                <p:nvPr/>
              </p:nvSpPr>
              <p:spPr>
                <a:xfrm>
                  <a:off x="-125280" y="315360"/>
                  <a:ext cx="52560" cy="52560"/>
                </a:xfrm>
                <a:custGeom>
                  <a:avLst/>
                  <a:gdLst>
                    <a:gd name="textAreaLeft" fmla="*/ 0 w 52560"/>
                    <a:gd name="textAreaRight" fmla="*/ 52920 w 52560"/>
                    <a:gd name="textAreaTop" fmla="*/ 0 h 52560"/>
                    <a:gd name="textAreaBottom" fmla="*/ 52920 h 52560"/>
                  </a:gdLst>
                  <a:ahLst/>
                  <a:cxnLst/>
                  <a:rect l="textAreaLeft" t="textAreaTop" r="textAreaRight" b="textAreaBottom"/>
                  <a:pathLst>
                    <a:path w="89" h="89">
                      <a:moveTo>
                        <a:pt x="33" y="0"/>
                      </a:moveTo>
                      <a:cubicBezTo>
                        <a:pt x="0" y="32"/>
                        <a:pt x="0" y="32"/>
                        <a:pt x="0" y="32"/>
                      </a:cubicBezTo>
                      <a:cubicBezTo>
                        <a:pt x="57" y="89"/>
                        <a:pt x="57" y="89"/>
                        <a:pt x="57" y="89"/>
                      </a:cubicBezTo>
                      <a:cubicBezTo>
                        <a:pt x="89" y="57"/>
                        <a:pt x="89" y="57"/>
                        <a:pt x="89" y="57"/>
                      </a:cubicBezTo>
                      <a:cubicBezTo>
                        <a:pt x="67" y="41"/>
                        <a:pt x="48" y="22"/>
                        <a:pt x="33" y="0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6280" bIns="2628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484" name="Google Shape;726;p23"/>
              <p:cNvGrpSpPr/>
              <p:nvPr/>
            </p:nvGrpSpPr>
            <p:grpSpPr>
              <a:xfrm>
                <a:off x="454680" y="110880"/>
                <a:ext cx="314280" cy="314640"/>
                <a:chOff x="454680" y="110880"/>
                <a:chExt cx="314280" cy="314640"/>
              </a:xfrm>
            </p:grpSpPr>
            <p:sp>
              <p:nvSpPr>
                <p:cNvPr id="485" name="Google Shape;727;p23"/>
                <p:cNvSpPr/>
                <p:nvPr/>
              </p:nvSpPr>
              <p:spPr>
                <a:xfrm>
                  <a:off x="493920" y="140760"/>
                  <a:ext cx="185760" cy="186480"/>
                </a:xfrm>
                <a:custGeom>
                  <a:avLst/>
                  <a:gdLst>
                    <a:gd name="textAreaLeft" fmla="*/ 0 w 185760"/>
                    <a:gd name="textAreaRight" fmla="*/ 186120 w 185760"/>
                    <a:gd name="textAreaTop" fmla="*/ 0 h 186480"/>
                    <a:gd name="textAreaBottom" fmla="*/ 186840 h 186480"/>
                  </a:gdLst>
                  <a:ahLst/>
                  <a:cxnLst/>
                  <a:rect l="textAreaLeft" t="textAreaTop" r="textAreaRight" b="textAreaBottom"/>
                  <a:pathLst>
                    <a:path w="306" h="307">
                      <a:moveTo>
                        <a:pt x="23" y="169"/>
                      </a:moveTo>
                      <a:cubicBezTo>
                        <a:pt x="0" y="169"/>
                        <a:pt x="0" y="169"/>
                        <a:pt x="0" y="169"/>
                      </a:cubicBezTo>
                      <a:cubicBezTo>
                        <a:pt x="7" y="242"/>
                        <a:pt x="65" y="299"/>
                        <a:pt x="137" y="307"/>
                      </a:cubicBezTo>
                      <a:cubicBezTo>
                        <a:pt x="137" y="284"/>
                        <a:pt x="137" y="284"/>
                        <a:pt x="137" y="284"/>
                      </a:cubicBezTo>
                      <a:cubicBezTo>
                        <a:pt x="138" y="263"/>
                        <a:pt x="168" y="263"/>
                        <a:pt x="168" y="284"/>
                      </a:cubicBezTo>
                      <a:cubicBezTo>
                        <a:pt x="168" y="307"/>
                        <a:pt x="168" y="307"/>
                        <a:pt x="168" y="307"/>
                      </a:cubicBezTo>
                      <a:cubicBezTo>
                        <a:pt x="241" y="299"/>
                        <a:pt x="299" y="242"/>
                        <a:pt x="306" y="169"/>
                      </a:cubicBezTo>
                      <a:cubicBezTo>
                        <a:pt x="283" y="169"/>
                        <a:pt x="283" y="169"/>
                        <a:pt x="283" y="169"/>
                      </a:cubicBezTo>
                      <a:cubicBezTo>
                        <a:pt x="262" y="168"/>
                        <a:pt x="262" y="139"/>
                        <a:pt x="283" y="138"/>
                      </a:cubicBezTo>
                      <a:cubicBezTo>
                        <a:pt x="306" y="138"/>
                        <a:pt x="306" y="138"/>
                        <a:pt x="306" y="138"/>
                      </a:cubicBezTo>
                      <a:cubicBezTo>
                        <a:pt x="299" y="65"/>
                        <a:pt x="241" y="8"/>
                        <a:pt x="168" y="0"/>
                      </a:cubicBezTo>
                      <a:cubicBezTo>
                        <a:pt x="168" y="24"/>
                        <a:pt x="168" y="24"/>
                        <a:pt x="168" y="24"/>
                      </a:cubicBezTo>
                      <a:cubicBezTo>
                        <a:pt x="167" y="44"/>
                        <a:pt x="138" y="44"/>
                        <a:pt x="137" y="24"/>
                      </a:cubicBezTo>
                      <a:cubicBezTo>
                        <a:pt x="137" y="0"/>
                        <a:pt x="137" y="0"/>
                        <a:pt x="137" y="0"/>
                      </a:cubicBezTo>
                      <a:cubicBezTo>
                        <a:pt x="65" y="8"/>
                        <a:pt x="7" y="65"/>
                        <a:pt x="0" y="138"/>
                      </a:cubicBezTo>
                      <a:cubicBezTo>
                        <a:pt x="23" y="138"/>
                        <a:pt x="23" y="138"/>
                        <a:pt x="23" y="138"/>
                      </a:cubicBezTo>
                      <a:cubicBezTo>
                        <a:pt x="43" y="139"/>
                        <a:pt x="43" y="168"/>
                        <a:pt x="23" y="169"/>
                      </a:cubicBezTo>
                      <a:close/>
                      <a:moveTo>
                        <a:pt x="103" y="138"/>
                      </a:moveTo>
                      <a:cubicBezTo>
                        <a:pt x="109" y="138"/>
                        <a:pt x="109" y="138"/>
                        <a:pt x="109" y="138"/>
                      </a:cubicBezTo>
                      <a:cubicBezTo>
                        <a:pt x="116" y="107"/>
                        <a:pt x="144" y="84"/>
                        <a:pt x="177" y="84"/>
                      </a:cubicBezTo>
                      <a:cubicBezTo>
                        <a:pt x="186" y="84"/>
                        <a:pt x="193" y="91"/>
                        <a:pt x="193" y="99"/>
                      </a:cubicBezTo>
                      <a:cubicBezTo>
                        <a:pt x="193" y="108"/>
                        <a:pt x="186" y="115"/>
                        <a:pt x="177" y="115"/>
                      </a:cubicBezTo>
                      <a:cubicBezTo>
                        <a:pt x="161" y="115"/>
                        <a:pt x="147" y="124"/>
                        <a:pt x="141" y="138"/>
                      </a:cubicBezTo>
                      <a:cubicBezTo>
                        <a:pt x="177" y="138"/>
                        <a:pt x="177" y="138"/>
                        <a:pt x="177" y="138"/>
                      </a:cubicBezTo>
                      <a:cubicBezTo>
                        <a:pt x="198" y="139"/>
                        <a:pt x="198" y="169"/>
                        <a:pt x="177" y="170"/>
                      </a:cubicBezTo>
                      <a:cubicBezTo>
                        <a:pt x="141" y="170"/>
                        <a:pt x="141" y="170"/>
                        <a:pt x="141" y="170"/>
                      </a:cubicBezTo>
                      <a:cubicBezTo>
                        <a:pt x="147" y="183"/>
                        <a:pt x="161" y="193"/>
                        <a:pt x="177" y="193"/>
                      </a:cubicBezTo>
                      <a:cubicBezTo>
                        <a:pt x="186" y="193"/>
                        <a:pt x="193" y="200"/>
                        <a:pt x="193" y="209"/>
                      </a:cubicBezTo>
                      <a:cubicBezTo>
                        <a:pt x="193" y="217"/>
                        <a:pt x="186" y="224"/>
                        <a:pt x="177" y="224"/>
                      </a:cubicBezTo>
                      <a:cubicBezTo>
                        <a:pt x="144" y="224"/>
                        <a:pt x="116" y="201"/>
                        <a:pt x="109" y="170"/>
                      </a:cubicBezTo>
                      <a:cubicBezTo>
                        <a:pt x="103" y="170"/>
                        <a:pt x="103" y="170"/>
                        <a:pt x="103" y="170"/>
                      </a:cubicBezTo>
                      <a:cubicBezTo>
                        <a:pt x="82" y="169"/>
                        <a:pt x="82" y="139"/>
                        <a:pt x="103" y="138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486" name="Google Shape;728;p23"/>
                <p:cNvSpPr/>
                <p:nvPr/>
              </p:nvSpPr>
              <p:spPr>
                <a:xfrm>
                  <a:off x="454680" y="110880"/>
                  <a:ext cx="314280" cy="314640"/>
                </a:xfrm>
                <a:custGeom>
                  <a:avLst/>
                  <a:gdLst>
                    <a:gd name="textAreaLeft" fmla="*/ 0 w 314280"/>
                    <a:gd name="textAreaRight" fmla="*/ 314640 w 314280"/>
                    <a:gd name="textAreaTop" fmla="*/ 0 h 314640"/>
                    <a:gd name="textAreaBottom" fmla="*/ 315000 h 314640"/>
                  </a:gdLst>
                  <a:ahLst/>
                  <a:cxnLst/>
                  <a:rect l="textAreaLeft" t="textAreaTop" r="textAreaRight" b="textAreaBottom"/>
                  <a:pathLst>
                    <a:path w="517" h="517">
                      <a:moveTo>
                        <a:pt x="497" y="487"/>
                      </a:moveTo>
                      <a:cubicBezTo>
                        <a:pt x="30" y="487"/>
                        <a:pt x="30" y="487"/>
                        <a:pt x="30" y="487"/>
                      </a:cubicBezTo>
                      <a:cubicBezTo>
                        <a:pt x="30" y="453"/>
                        <a:pt x="30" y="453"/>
                        <a:pt x="30" y="453"/>
                      </a:cubicBezTo>
                      <a:cubicBezTo>
                        <a:pt x="208" y="453"/>
                        <a:pt x="208" y="453"/>
                        <a:pt x="208" y="453"/>
                      </a:cubicBezTo>
                      <a:cubicBezTo>
                        <a:pt x="350" y="453"/>
                        <a:pt x="468" y="342"/>
                        <a:pt x="475" y="200"/>
                      </a:cubicBezTo>
                      <a:cubicBezTo>
                        <a:pt x="479" y="129"/>
                        <a:pt x="479" y="129"/>
                        <a:pt x="479" y="129"/>
                      </a:cubicBezTo>
                      <a:cubicBezTo>
                        <a:pt x="485" y="136"/>
                        <a:pt x="485" y="136"/>
                        <a:pt x="485" y="136"/>
                      </a:cubicBezTo>
                      <a:cubicBezTo>
                        <a:pt x="488" y="140"/>
                        <a:pt x="492" y="141"/>
                        <a:pt x="497" y="141"/>
                      </a:cubicBezTo>
                      <a:cubicBezTo>
                        <a:pt x="500" y="141"/>
                        <a:pt x="504" y="140"/>
                        <a:pt x="506" y="137"/>
                      </a:cubicBezTo>
                      <a:cubicBezTo>
                        <a:pt x="513" y="132"/>
                        <a:pt x="513" y="122"/>
                        <a:pt x="508" y="116"/>
                      </a:cubicBezTo>
                      <a:cubicBezTo>
                        <a:pt x="477" y="82"/>
                        <a:pt x="477" y="82"/>
                        <a:pt x="477" y="82"/>
                      </a:cubicBezTo>
                      <a:cubicBezTo>
                        <a:pt x="472" y="77"/>
                        <a:pt x="462" y="75"/>
                        <a:pt x="456" y="81"/>
                      </a:cubicBezTo>
                      <a:cubicBezTo>
                        <a:pt x="424" y="110"/>
                        <a:pt x="424" y="110"/>
                        <a:pt x="424" y="110"/>
                      </a:cubicBezTo>
                      <a:cubicBezTo>
                        <a:pt x="410" y="124"/>
                        <a:pt x="429" y="145"/>
                        <a:pt x="444" y="132"/>
                      </a:cubicBezTo>
                      <a:cubicBezTo>
                        <a:pt x="449" y="128"/>
                        <a:pt x="449" y="128"/>
                        <a:pt x="449" y="128"/>
                      </a:cubicBezTo>
                      <a:cubicBezTo>
                        <a:pt x="445" y="198"/>
                        <a:pt x="445" y="198"/>
                        <a:pt x="445" y="198"/>
                      </a:cubicBezTo>
                      <a:cubicBezTo>
                        <a:pt x="439" y="324"/>
                        <a:pt x="334" y="423"/>
                        <a:pt x="208" y="423"/>
                      </a:cubicBezTo>
                      <a:cubicBezTo>
                        <a:pt x="30" y="423"/>
                        <a:pt x="30" y="423"/>
                        <a:pt x="30" y="423"/>
                      </a:cubicBezTo>
                      <a:cubicBezTo>
                        <a:pt x="30" y="20"/>
                        <a:pt x="30" y="20"/>
                        <a:pt x="30" y="20"/>
                      </a:cubicBezTo>
                      <a:cubicBezTo>
                        <a:pt x="29" y="0"/>
                        <a:pt x="0" y="0"/>
                        <a:pt x="0" y="20"/>
                      </a:cubicBezTo>
                      <a:cubicBezTo>
                        <a:pt x="0" y="502"/>
                        <a:pt x="0" y="502"/>
                        <a:pt x="0" y="502"/>
                      </a:cubicBezTo>
                      <a:cubicBezTo>
                        <a:pt x="0" y="510"/>
                        <a:pt x="6" y="517"/>
                        <a:pt x="15" y="517"/>
                      </a:cubicBezTo>
                      <a:cubicBezTo>
                        <a:pt x="497" y="517"/>
                        <a:pt x="497" y="517"/>
                        <a:pt x="497" y="517"/>
                      </a:cubicBezTo>
                      <a:cubicBezTo>
                        <a:pt x="517" y="516"/>
                        <a:pt x="517" y="487"/>
                        <a:pt x="497" y="487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487" name="Google Shape;729;p23"/>
              <p:cNvGrpSpPr/>
              <p:nvPr/>
            </p:nvGrpSpPr>
            <p:grpSpPr>
              <a:xfrm>
                <a:off x="90360" y="632880"/>
                <a:ext cx="405360" cy="405000"/>
                <a:chOff x="90360" y="632880"/>
                <a:chExt cx="405360" cy="405000"/>
              </a:xfrm>
            </p:grpSpPr>
            <p:sp>
              <p:nvSpPr>
                <p:cNvPr id="488" name="Google Shape;730;p23"/>
                <p:cNvSpPr/>
                <p:nvPr/>
              </p:nvSpPr>
              <p:spPr>
                <a:xfrm>
                  <a:off x="192960" y="632880"/>
                  <a:ext cx="201240" cy="204480"/>
                </a:xfrm>
                <a:custGeom>
                  <a:avLst/>
                  <a:gdLst>
                    <a:gd name="textAreaLeft" fmla="*/ 0 w 201240"/>
                    <a:gd name="textAreaRight" fmla="*/ 201600 w 201240"/>
                    <a:gd name="textAreaTop" fmla="*/ 0 h 204480"/>
                    <a:gd name="textAreaBottom" fmla="*/ 204840 h 204480"/>
                  </a:gdLst>
                  <a:ahLst/>
                  <a:cxnLst/>
                  <a:rect l="textAreaLeft" t="textAreaTop" r="textAreaRight" b="textAreaBottom"/>
                  <a:pathLst>
                    <a:path w="255" h="259">
                      <a:moveTo>
                        <a:pt x="227" y="210"/>
                      </a:moveTo>
                      <a:cubicBezTo>
                        <a:pt x="230" y="210"/>
                        <a:pt x="232" y="208"/>
                        <a:pt x="233" y="206"/>
                      </a:cubicBezTo>
                      <a:cubicBezTo>
                        <a:pt x="253" y="167"/>
                        <a:pt x="253" y="167"/>
                        <a:pt x="253" y="167"/>
                      </a:cubicBezTo>
                      <a:cubicBezTo>
                        <a:pt x="255" y="163"/>
                        <a:pt x="253" y="160"/>
                        <a:pt x="250" y="158"/>
                      </a:cubicBezTo>
                      <a:cubicBezTo>
                        <a:pt x="229" y="148"/>
                        <a:pt x="229" y="148"/>
                        <a:pt x="229" y="148"/>
                      </a:cubicBezTo>
                      <a:cubicBezTo>
                        <a:pt x="227" y="146"/>
                        <a:pt x="226" y="144"/>
                        <a:pt x="226" y="141"/>
                      </a:cubicBezTo>
                      <a:cubicBezTo>
                        <a:pt x="227" y="131"/>
                        <a:pt x="227" y="120"/>
                        <a:pt x="225" y="109"/>
                      </a:cubicBezTo>
                      <a:cubicBezTo>
                        <a:pt x="224" y="107"/>
                        <a:pt x="226" y="104"/>
                        <a:pt x="228" y="103"/>
                      </a:cubicBezTo>
                      <a:cubicBezTo>
                        <a:pt x="248" y="91"/>
                        <a:pt x="248" y="91"/>
                        <a:pt x="248" y="91"/>
                      </a:cubicBezTo>
                      <a:cubicBezTo>
                        <a:pt x="251" y="89"/>
                        <a:pt x="252" y="85"/>
                        <a:pt x="250" y="82"/>
                      </a:cubicBezTo>
                      <a:cubicBezTo>
                        <a:pt x="228" y="44"/>
                        <a:pt x="228" y="44"/>
                        <a:pt x="228" y="44"/>
                      </a:cubicBezTo>
                      <a:cubicBezTo>
                        <a:pt x="227" y="42"/>
                        <a:pt x="224" y="41"/>
                        <a:pt x="222" y="41"/>
                      </a:cubicBezTo>
                      <a:cubicBezTo>
                        <a:pt x="221" y="41"/>
                        <a:pt x="220" y="41"/>
                        <a:pt x="219" y="42"/>
                      </a:cubicBezTo>
                      <a:cubicBezTo>
                        <a:pt x="199" y="53"/>
                        <a:pt x="199" y="53"/>
                        <a:pt x="199" y="53"/>
                      </a:cubicBezTo>
                      <a:cubicBezTo>
                        <a:pt x="197" y="55"/>
                        <a:pt x="194" y="54"/>
                        <a:pt x="191" y="53"/>
                      </a:cubicBezTo>
                      <a:cubicBezTo>
                        <a:pt x="182" y="45"/>
                        <a:pt x="172" y="39"/>
                        <a:pt x="160" y="35"/>
                      </a:cubicBezTo>
                      <a:cubicBezTo>
                        <a:pt x="158" y="34"/>
                        <a:pt x="156" y="31"/>
                        <a:pt x="156" y="29"/>
                      </a:cubicBezTo>
                      <a:cubicBezTo>
                        <a:pt x="156" y="7"/>
                        <a:pt x="156" y="7"/>
                        <a:pt x="156" y="7"/>
                      </a:cubicBezTo>
                      <a:cubicBezTo>
                        <a:pt x="156" y="3"/>
                        <a:pt x="153" y="0"/>
                        <a:pt x="149" y="0"/>
                      </a:cubicBezTo>
                      <a:cubicBezTo>
                        <a:pt x="105" y="0"/>
                        <a:pt x="105" y="0"/>
                        <a:pt x="105" y="0"/>
                      </a:cubicBezTo>
                      <a:cubicBezTo>
                        <a:pt x="101" y="0"/>
                        <a:pt x="98" y="3"/>
                        <a:pt x="98" y="7"/>
                      </a:cubicBezTo>
                      <a:cubicBezTo>
                        <a:pt x="98" y="29"/>
                        <a:pt x="98" y="29"/>
                        <a:pt x="98" y="29"/>
                      </a:cubicBezTo>
                      <a:cubicBezTo>
                        <a:pt x="98" y="31"/>
                        <a:pt x="97" y="34"/>
                        <a:pt x="94" y="35"/>
                      </a:cubicBezTo>
                      <a:cubicBezTo>
                        <a:pt x="81" y="40"/>
                        <a:pt x="68" y="47"/>
                        <a:pt x="58" y="57"/>
                      </a:cubicBezTo>
                      <a:cubicBezTo>
                        <a:pt x="56" y="59"/>
                        <a:pt x="53" y="59"/>
                        <a:pt x="51" y="58"/>
                      </a:cubicBezTo>
                      <a:cubicBezTo>
                        <a:pt x="30" y="48"/>
                        <a:pt x="30" y="48"/>
                        <a:pt x="30" y="48"/>
                      </a:cubicBezTo>
                      <a:cubicBezTo>
                        <a:pt x="27" y="46"/>
                        <a:pt x="23" y="47"/>
                        <a:pt x="21" y="50"/>
                      </a:cubicBezTo>
                      <a:cubicBezTo>
                        <a:pt x="1" y="90"/>
                        <a:pt x="1" y="90"/>
                        <a:pt x="1" y="90"/>
                      </a:cubicBezTo>
                      <a:cubicBezTo>
                        <a:pt x="0" y="93"/>
                        <a:pt x="1" y="97"/>
                        <a:pt x="4" y="99"/>
                      </a:cubicBezTo>
                      <a:cubicBezTo>
                        <a:pt x="25" y="109"/>
                        <a:pt x="25" y="109"/>
                        <a:pt x="25" y="109"/>
                      </a:cubicBezTo>
                      <a:cubicBezTo>
                        <a:pt x="27" y="110"/>
                        <a:pt x="29" y="113"/>
                        <a:pt x="28" y="116"/>
                      </a:cubicBezTo>
                      <a:cubicBezTo>
                        <a:pt x="27" y="126"/>
                        <a:pt x="27" y="137"/>
                        <a:pt x="29" y="147"/>
                      </a:cubicBezTo>
                      <a:cubicBezTo>
                        <a:pt x="30" y="150"/>
                        <a:pt x="29" y="153"/>
                        <a:pt x="26" y="154"/>
                      </a:cubicBezTo>
                      <a:cubicBezTo>
                        <a:pt x="6" y="166"/>
                        <a:pt x="6" y="166"/>
                        <a:pt x="6" y="166"/>
                      </a:cubicBezTo>
                      <a:cubicBezTo>
                        <a:pt x="3" y="167"/>
                        <a:pt x="2" y="171"/>
                        <a:pt x="4" y="175"/>
                      </a:cubicBezTo>
                      <a:cubicBezTo>
                        <a:pt x="26" y="213"/>
                        <a:pt x="26" y="213"/>
                        <a:pt x="26" y="213"/>
                      </a:cubicBezTo>
                      <a:cubicBezTo>
                        <a:pt x="28" y="216"/>
                        <a:pt x="32" y="217"/>
                        <a:pt x="35" y="215"/>
                      </a:cubicBezTo>
                      <a:cubicBezTo>
                        <a:pt x="55" y="203"/>
                        <a:pt x="55" y="203"/>
                        <a:pt x="55" y="203"/>
                      </a:cubicBezTo>
                      <a:cubicBezTo>
                        <a:pt x="58" y="202"/>
                        <a:pt x="61" y="202"/>
                        <a:pt x="63" y="204"/>
                      </a:cubicBezTo>
                      <a:cubicBezTo>
                        <a:pt x="72" y="212"/>
                        <a:pt x="82" y="218"/>
                        <a:pt x="94" y="222"/>
                      </a:cubicBezTo>
                      <a:cubicBezTo>
                        <a:pt x="97" y="223"/>
                        <a:pt x="98" y="225"/>
                        <a:pt x="98" y="228"/>
                      </a:cubicBezTo>
                      <a:cubicBezTo>
                        <a:pt x="98" y="252"/>
                        <a:pt x="98" y="252"/>
                        <a:pt x="98" y="252"/>
                      </a:cubicBezTo>
                      <a:cubicBezTo>
                        <a:pt x="98" y="256"/>
                        <a:pt x="101" y="259"/>
                        <a:pt x="105" y="259"/>
                      </a:cubicBezTo>
                      <a:cubicBezTo>
                        <a:pt x="149" y="259"/>
                        <a:pt x="149" y="259"/>
                        <a:pt x="149" y="259"/>
                      </a:cubicBezTo>
                      <a:cubicBezTo>
                        <a:pt x="153" y="259"/>
                        <a:pt x="156" y="256"/>
                        <a:pt x="156" y="252"/>
                      </a:cubicBezTo>
                      <a:cubicBezTo>
                        <a:pt x="156" y="228"/>
                        <a:pt x="156" y="228"/>
                        <a:pt x="156" y="228"/>
                      </a:cubicBezTo>
                      <a:cubicBezTo>
                        <a:pt x="156" y="225"/>
                        <a:pt x="158" y="223"/>
                        <a:pt x="160" y="222"/>
                      </a:cubicBezTo>
                      <a:cubicBezTo>
                        <a:pt x="174" y="217"/>
                        <a:pt x="186" y="209"/>
                        <a:pt x="196" y="200"/>
                      </a:cubicBezTo>
                      <a:cubicBezTo>
                        <a:pt x="198" y="198"/>
                        <a:pt x="201" y="197"/>
                        <a:pt x="204" y="199"/>
                      </a:cubicBezTo>
                      <a:cubicBezTo>
                        <a:pt x="224" y="209"/>
                        <a:pt x="224" y="209"/>
                        <a:pt x="224" y="209"/>
                      </a:cubicBezTo>
                      <a:cubicBezTo>
                        <a:pt x="225" y="209"/>
                        <a:pt x="226" y="210"/>
                        <a:pt x="227" y="210"/>
                      </a:cubicBezTo>
                      <a:close/>
                      <a:moveTo>
                        <a:pt x="127" y="172"/>
                      </a:moveTo>
                      <a:cubicBezTo>
                        <a:pt x="104" y="172"/>
                        <a:pt x="84" y="153"/>
                        <a:pt x="84" y="130"/>
                      </a:cubicBezTo>
                      <a:cubicBezTo>
                        <a:pt x="87" y="73"/>
                        <a:pt x="168" y="73"/>
                        <a:pt x="170" y="130"/>
                      </a:cubicBezTo>
                      <a:cubicBezTo>
                        <a:pt x="170" y="153"/>
                        <a:pt x="151" y="172"/>
                        <a:pt x="127" y="172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489" name="Google Shape;731;p23"/>
                <p:cNvSpPr/>
                <p:nvPr/>
              </p:nvSpPr>
              <p:spPr>
                <a:xfrm>
                  <a:off x="282960" y="725400"/>
                  <a:ext cx="20160" cy="22680"/>
                </a:xfrm>
                <a:custGeom>
                  <a:avLst/>
                  <a:gdLst>
                    <a:gd name="textAreaLeft" fmla="*/ 0 w 20160"/>
                    <a:gd name="textAreaRight" fmla="*/ 20520 w 20160"/>
                    <a:gd name="textAreaTop" fmla="*/ 0 h 22680"/>
                    <a:gd name="textAreaBottom" fmla="*/ 23040 h 22680"/>
                  </a:gdLst>
                  <a:ahLst/>
                  <a:cxnLst/>
                  <a:rect l="textAreaLeft" t="textAreaTop" r="textAreaRight" b="textAreaBottom"/>
                  <a:pathLst>
                    <a:path w="26" h="29">
                      <a:moveTo>
                        <a:pt x="13" y="0"/>
                      </a:moveTo>
                      <a:cubicBezTo>
                        <a:pt x="6" y="0"/>
                        <a:pt x="0" y="6"/>
                        <a:pt x="0" y="13"/>
                      </a:cubicBezTo>
                      <a:cubicBezTo>
                        <a:pt x="1" y="29"/>
                        <a:pt x="25" y="29"/>
                        <a:pt x="26" y="13"/>
                      </a:cubicBezTo>
                      <a:cubicBezTo>
                        <a:pt x="26" y="6"/>
                        <a:pt x="20" y="0"/>
                        <a:pt x="13" y="0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1520" bIns="1152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490" name="Google Shape;732;p23"/>
                <p:cNvSpPr/>
                <p:nvPr/>
              </p:nvSpPr>
              <p:spPr>
                <a:xfrm>
                  <a:off x="251280" y="860400"/>
                  <a:ext cx="82440" cy="177480"/>
                </a:xfrm>
                <a:custGeom>
                  <a:avLst/>
                  <a:gdLst>
                    <a:gd name="textAreaLeft" fmla="*/ 0 w 82440"/>
                    <a:gd name="textAreaRight" fmla="*/ 82800 w 82440"/>
                    <a:gd name="textAreaTop" fmla="*/ 0 h 177480"/>
                    <a:gd name="textAreaBottom" fmla="*/ 177840 h 177480"/>
                  </a:gdLst>
                  <a:ahLst/>
                  <a:cxnLst/>
                  <a:rect l="textAreaLeft" t="textAreaTop" r="textAreaRight" b="textAreaBottom"/>
                  <a:pathLst>
                    <a:path w="105" h="225">
                      <a:moveTo>
                        <a:pt x="99" y="145"/>
                      </a:moveTo>
                      <a:cubicBezTo>
                        <a:pt x="85" y="145"/>
                        <a:pt x="85" y="145"/>
                        <a:pt x="85" y="145"/>
                      </a:cubicBezTo>
                      <a:cubicBezTo>
                        <a:pt x="82" y="145"/>
                        <a:pt x="80" y="143"/>
                        <a:pt x="80" y="141"/>
                      </a:cubicBezTo>
                      <a:cubicBezTo>
                        <a:pt x="80" y="0"/>
                        <a:pt x="80" y="0"/>
                        <a:pt x="80" y="0"/>
                      </a:cubicBezTo>
                      <a:cubicBezTo>
                        <a:pt x="79" y="0"/>
                        <a:pt x="77" y="1"/>
                        <a:pt x="75" y="1"/>
                      </a:cubicBezTo>
                      <a:cubicBezTo>
                        <a:pt x="31" y="1"/>
                        <a:pt x="31" y="1"/>
                        <a:pt x="31" y="1"/>
                      </a:cubicBezTo>
                      <a:cubicBezTo>
                        <a:pt x="29" y="1"/>
                        <a:pt x="28" y="0"/>
                        <a:pt x="26" y="0"/>
                      </a:cubicBezTo>
                      <a:cubicBezTo>
                        <a:pt x="26" y="141"/>
                        <a:pt x="26" y="141"/>
                        <a:pt x="26" y="141"/>
                      </a:cubicBezTo>
                      <a:cubicBezTo>
                        <a:pt x="26" y="143"/>
                        <a:pt x="24" y="145"/>
                        <a:pt x="21" y="145"/>
                      </a:cubicBezTo>
                      <a:cubicBezTo>
                        <a:pt x="7" y="145"/>
                        <a:pt x="7" y="145"/>
                        <a:pt x="7" y="145"/>
                      </a:cubicBezTo>
                      <a:cubicBezTo>
                        <a:pt x="3" y="145"/>
                        <a:pt x="0" y="148"/>
                        <a:pt x="0" y="152"/>
                      </a:cubicBezTo>
                      <a:cubicBezTo>
                        <a:pt x="0" y="177"/>
                        <a:pt x="0" y="177"/>
                        <a:pt x="0" y="177"/>
                      </a:cubicBezTo>
                      <a:cubicBezTo>
                        <a:pt x="0" y="179"/>
                        <a:pt x="1" y="180"/>
                        <a:pt x="3" y="182"/>
                      </a:cubicBezTo>
                      <a:cubicBezTo>
                        <a:pt x="49" y="223"/>
                        <a:pt x="49" y="223"/>
                        <a:pt x="49" y="223"/>
                      </a:cubicBezTo>
                      <a:cubicBezTo>
                        <a:pt x="51" y="225"/>
                        <a:pt x="55" y="225"/>
                        <a:pt x="57" y="223"/>
                      </a:cubicBezTo>
                      <a:cubicBezTo>
                        <a:pt x="103" y="182"/>
                        <a:pt x="103" y="182"/>
                        <a:pt x="103" y="182"/>
                      </a:cubicBezTo>
                      <a:cubicBezTo>
                        <a:pt x="104" y="180"/>
                        <a:pt x="105" y="179"/>
                        <a:pt x="105" y="177"/>
                      </a:cubicBezTo>
                      <a:cubicBezTo>
                        <a:pt x="105" y="152"/>
                        <a:pt x="105" y="152"/>
                        <a:pt x="105" y="152"/>
                      </a:cubicBezTo>
                      <a:cubicBezTo>
                        <a:pt x="105" y="148"/>
                        <a:pt x="102" y="145"/>
                        <a:pt x="99" y="145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491" name="Google Shape;733;p23"/>
                <p:cNvSpPr/>
                <p:nvPr/>
              </p:nvSpPr>
              <p:spPr>
                <a:xfrm>
                  <a:off x="90360" y="820080"/>
                  <a:ext cx="163440" cy="102240"/>
                </a:xfrm>
                <a:custGeom>
                  <a:avLst/>
                  <a:gdLst>
                    <a:gd name="textAreaLeft" fmla="*/ 0 w 163440"/>
                    <a:gd name="textAreaRight" fmla="*/ 163800 w 163440"/>
                    <a:gd name="textAreaTop" fmla="*/ 0 h 102240"/>
                    <a:gd name="textAreaBottom" fmla="*/ 102600 h 102240"/>
                  </a:gdLst>
                  <a:ahLst/>
                  <a:cxnLst/>
                  <a:rect l="textAreaLeft" t="textAreaTop" r="textAreaRight" b="textAreaBottom"/>
                  <a:pathLst>
                    <a:path w="208" h="130">
                      <a:moveTo>
                        <a:pt x="198" y="15"/>
                      </a:moveTo>
                      <a:cubicBezTo>
                        <a:pt x="198" y="6"/>
                        <a:pt x="198" y="6"/>
                        <a:pt x="198" y="6"/>
                      </a:cubicBezTo>
                      <a:cubicBezTo>
                        <a:pt x="194" y="4"/>
                        <a:pt x="191" y="2"/>
                        <a:pt x="187" y="0"/>
                      </a:cubicBezTo>
                      <a:cubicBezTo>
                        <a:pt x="180" y="4"/>
                        <a:pt x="180" y="4"/>
                        <a:pt x="180" y="4"/>
                      </a:cubicBezTo>
                      <a:cubicBezTo>
                        <a:pt x="174" y="8"/>
                        <a:pt x="166" y="9"/>
                        <a:pt x="158" y="8"/>
                      </a:cubicBezTo>
                      <a:cubicBezTo>
                        <a:pt x="158" y="18"/>
                        <a:pt x="158" y="18"/>
                        <a:pt x="158" y="18"/>
                      </a:cubicBezTo>
                      <a:cubicBezTo>
                        <a:pt x="158" y="36"/>
                        <a:pt x="143" y="51"/>
                        <a:pt x="125" y="51"/>
                      </a:cubicBezTo>
                      <a:cubicBezTo>
                        <a:pt x="85" y="51"/>
                        <a:pt x="85" y="51"/>
                        <a:pt x="85" y="51"/>
                      </a:cubicBezTo>
                      <a:cubicBezTo>
                        <a:pt x="83" y="51"/>
                        <a:pt x="81" y="49"/>
                        <a:pt x="81" y="46"/>
                      </a:cubicBezTo>
                      <a:cubicBezTo>
                        <a:pt x="81" y="32"/>
                        <a:pt x="81" y="32"/>
                        <a:pt x="81" y="32"/>
                      </a:cubicBezTo>
                      <a:cubicBezTo>
                        <a:pt x="81" y="28"/>
                        <a:pt x="78" y="25"/>
                        <a:pt x="74" y="25"/>
                      </a:cubicBezTo>
                      <a:cubicBezTo>
                        <a:pt x="49" y="25"/>
                        <a:pt x="49" y="25"/>
                        <a:pt x="49" y="25"/>
                      </a:cubicBezTo>
                      <a:cubicBezTo>
                        <a:pt x="47" y="25"/>
                        <a:pt x="46" y="26"/>
                        <a:pt x="44" y="28"/>
                      </a:cubicBezTo>
                      <a:cubicBezTo>
                        <a:pt x="3" y="73"/>
                        <a:pt x="3" y="73"/>
                        <a:pt x="3" y="73"/>
                      </a:cubicBezTo>
                      <a:cubicBezTo>
                        <a:pt x="0" y="76"/>
                        <a:pt x="0" y="80"/>
                        <a:pt x="3" y="82"/>
                      </a:cubicBezTo>
                      <a:cubicBezTo>
                        <a:pt x="44" y="128"/>
                        <a:pt x="44" y="128"/>
                        <a:pt x="44" y="128"/>
                      </a:cubicBezTo>
                      <a:cubicBezTo>
                        <a:pt x="46" y="129"/>
                        <a:pt x="47" y="130"/>
                        <a:pt x="49" y="130"/>
                      </a:cubicBezTo>
                      <a:cubicBezTo>
                        <a:pt x="74" y="130"/>
                        <a:pt x="74" y="130"/>
                        <a:pt x="74" y="130"/>
                      </a:cubicBezTo>
                      <a:cubicBezTo>
                        <a:pt x="78" y="130"/>
                        <a:pt x="81" y="127"/>
                        <a:pt x="81" y="123"/>
                      </a:cubicBezTo>
                      <a:cubicBezTo>
                        <a:pt x="81" y="109"/>
                        <a:pt x="81" y="109"/>
                        <a:pt x="81" y="109"/>
                      </a:cubicBezTo>
                      <a:cubicBezTo>
                        <a:pt x="81" y="107"/>
                        <a:pt x="83" y="105"/>
                        <a:pt x="85" y="105"/>
                      </a:cubicBezTo>
                      <a:cubicBezTo>
                        <a:pt x="118" y="105"/>
                        <a:pt x="118" y="105"/>
                        <a:pt x="118" y="105"/>
                      </a:cubicBezTo>
                      <a:cubicBezTo>
                        <a:pt x="160" y="105"/>
                        <a:pt x="196" y="77"/>
                        <a:pt x="208" y="40"/>
                      </a:cubicBezTo>
                      <a:cubicBezTo>
                        <a:pt x="202" y="33"/>
                        <a:pt x="198" y="25"/>
                        <a:pt x="198" y="15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492" name="Google Shape;734;p23"/>
                <p:cNvSpPr/>
                <p:nvPr/>
              </p:nvSpPr>
              <p:spPr>
                <a:xfrm>
                  <a:off x="331920" y="816120"/>
                  <a:ext cx="163800" cy="106560"/>
                </a:xfrm>
                <a:custGeom>
                  <a:avLst/>
                  <a:gdLst>
                    <a:gd name="textAreaLeft" fmla="*/ 0 w 163800"/>
                    <a:gd name="textAreaRight" fmla="*/ 164160 w 163800"/>
                    <a:gd name="textAreaTop" fmla="*/ 0 h 106560"/>
                    <a:gd name="textAreaBottom" fmla="*/ 106920 h 106560"/>
                  </a:gdLst>
                  <a:ahLst/>
                  <a:cxnLst/>
                  <a:rect l="textAreaLeft" t="textAreaTop" r="textAreaRight" b="textAreaBottom"/>
                  <a:pathLst>
                    <a:path w="208" h="135">
                      <a:moveTo>
                        <a:pt x="206" y="78"/>
                      </a:moveTo>
                      <a:cubicBezTo>
                        <a:pt x="164" y="33"/>
                        <a:pt x="164" y="33"/>
                        <a:pt x="164" y="33"/>
                      </a:cubicBezTo>
                      <a:cubicBezTo>
                        <a:pt x="163" y="31"/>
                        <a:pt x="161" y="30"/>
                        <a:pt x="159" y="30"/>
                      </a:cubicBezTo>
                      <a:cubicBezTo>
                        <a:pt x="134" y="30"/>
                        <a:pt x="134" y="30"/>
                        <a:pt x="134" y="30"/>
                      </a:cubicBezTo>
                      <a:cubicBezTo>
                        <a:pt x="131" y="30"/>
                        <a:pt x="128" y="33"/>
                        <a:pt x="128" y="37"/>
                      </a:cubicBezTo>
                      <a:cubicBezTo>
                        <a:pt x="128" y="51"/>
                        <a:pt x="128" y="51"/>
                        <a:pt x="128" y="51"/>
                      </a:cubicBezTo>
                      <a:cubicBezTo>
                        <a:pt x="128" y="54"/>
                        <a:pt x="126" y="56"/>
                        <a:pt x="123" y="56"/>
                      </a:cubicBezTo>
                      <a:cubicBezTo>
                        <a:pt x="84" y="56"/>
                        <a:pt x="84" y="56"/>
                        <a:pt x="84" y="56"/>
                      </a:cubicBezTo>
                      <a:cubicBezTo>
                        <a:pt x="65" y="56"/>
                        <a:pt x="50" y="41"/>
                        <a:pt x="50" y="23"/>
                      </a:cubicBezTo>
                      <a:cubicBezTo>
                        <a:pt x="50" y="7"/>
                        <a:pt x="50" y="7"/>
                        <a:pt x="50" y="7"/>
                      </a:cubicBezTo>
                      <a:cubicBezTo>
                        <a:pt x="45" y="7"/>
                        <a:pt x="40" y="6"/>
                        <a:pt x="35" y="4"/>
                      </a:cubicBezTo>
                      <a:cubicBezTo>
                        <a:pt x="28" y="0"/>
                        <a:pt x="28" y="0"/>
                        <a:pt x="28" y="0"/>
                      </a:cubicBezTo>
                      <a:cubicBezTo>
                        <a:pt x="22" y="4"/>
                        <a:pt x="16" y="8"/>
                        <a:pt x="10" y="11"/>
                      </a:cubicBezTo>
                      <a:cubicBezTo>
                        <a:pt x="10" y="20"/>
                        <a:pt x="10" y="20"/>
                        <a:pt x="10" y="20"/>
                      </a:cubicBezTo>
                      <a:cubicBezTo>
                        <a:pt x="10" y="30"/>
                        <a:pt x="6" y="38"/>
                        <a:pt x="0" y="45"/>
                      </a:cubicBezTo>
                      <a:cubicBezTo>
                        <a:pt x="12" y="82"/>
                        <a:pt x="48" y="110"/>
                        <a:pt x="90" y="110"/>
                      </a:cubicBezTo>
                      <a:cubicBezTo>
                        <a:pt x="123" y="110"/>
                        <a:pt x="123" y="110"/>
                        <a:pt x="123" y="110"/>
                      </a:cubicBezTo>
                      <a:cubicBezTo>
                        <a:pt x="126" y="110"/>
                        <a:pt x="128" y="112"/>
                        <a:pt x="128" y="114"/>
                      </a:cubicBezTo>
                      <a:cubicBezTo>
                        <a:pt x="128" y="128"/>
                        <a:pt x="128" y="128"/>
                        <a:pt x="128" y="128"/>
                      </a:cubicBezTo>
                      <a:cubicBezTo>
                        <a:pt x="128" y="132"/>
                        <a:pt x="131" y="135"/>
                        <a:pt x="134" y="135"/>
                      </a:cubicBezTo>
                      <a:cubicBezTo>
                        <a:pt x="159" y="135"/>
                        <a:pt x="159" y="135"/>
                        <a:pt x="159" y="135"/>
                      </a:cubicBezTo>
                      <a:cubicBezTo>
                        <a:pt x="161" y="135"/>
                        <a:pt x="163" y="134"/>
                        <a:pt x="164" y="133"/>
                      </a:cubicBezTo>
                      <a:cubicBezTo>
                        <a:pt x="206" y="87"/>
                        <a:pt x="206" y="87"/>
                        <a:pt x="206" y="87"/>
                      </a:cubicBezTo>
                      <a:cubicBezTo>
                        <a:pt x="208" y="85"/>
                        <a:pt x="208" y="81"/>
                        <a:pt x="206" y="78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</p:grpSp>
      </p:grpSp>
      <p:sp>
        <p:nvSpPr>
          <p:cNvPr id="493" name="PlaceHolder 1"/>
          <p:cNvSpPr>
            <a:spLocks noGrp="1"/>
          </p:cNvSpPr>
          <p:nvPr>
            <p:ph type="title"/>
          </p:nvPr>
        </p:nvSpPr>
        <p:spPr>
          <a:xfrm>
            <a:off x="2099160" y="539640"/>
            <a:ext cx="5359320" cy="1058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5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  <p:transition spd="slow">
    <p:push dir="u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9"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4" name="Google Shape;738;p24"/>
          <p:cNvPicPr/>
          <p:nvPr/>
        </p:nvPicPr>
        <p:blipFill>
          <a:blip r:embed="rId2"/>
          <a:srcRect t="1844" r="1844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95" name="Google Shape;739;p24"/>
          <p:cNvPicPr/>
          <p:nvPr/>
        </p:nvPicPr>
        <p:blipFill>
          <a:blip r:embed="rId3">
            <a:alphaModFix amt="60000"/>
          </a:blip>
          <a:srcRect b="1681"/>
          <a:stretch/>
        </p:blipFill>
        <p:spPr>
          <a:xfrm>
            <a:off x="0" y="0"/>
            <a:ext cx="2740680" cy="514332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496" name="Google Shape;740;p24"/>
          <p:cNvGrpSpPr/>
          <p:nvPr/>
        </p:nvGrpSpPr>
        <p:grpSpPr>
          <a:xfrm>
            <a:off x="-1317240" y="-1764360"/>
            <a:ext cx="12139560" cy="8643960"/>
            <a:chOff x="-1317240" y="-1764360"/>
            <a:chExt cx="12139560" cy="8643960"/>
          </a:xfrm>
        </p:grpSpPr>
        <p:pic>
          <p:nvPicPr>
            <p:cNvPr id="497" name="Google Shape;741;p24"/>
            <p:cNvPicPr/>
            <p:nvPr/>
          </p:nvPicPr>
          <p:blipFill>
            <a:blip r:embed="rId4">
              <a:alphaModFix amt="50000"/>
            </a:blip>
            <a:stretch/>
          </p:blipFill>
          <p:spPr>
            <a:xfrm rot="1120800">
              <a:off x="6818760" y="-1288440"/>
              <a:ext cx="3541680" cy="34646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498" name="Google Shape;742;p24"/>
            <p:cNvPicPr/>
            <p:nvPr/>
          </p:nvPicPr>
          <p:blipFill>
            <a:blip r:embed="rId4">
              <a:alphaModFix amt="50000"/>
            </a:blip>
            <a:stretch/>
          </p:blipFill>
          <p:spPr>
            <a:xfrm rot="4680600">
              <a:off x="-1025640" y="3054960"/>
              <a:ext cx="3541680" cy="346464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499" name="Google Shape;743;p24"/>
          <p:cNvGrpSpPr/>
          <p:nvPr/>
        </p:nvGrpSpPr>
        <p:grpSpPr>
          <a:xfrm>
            <a:off x="-812520" y="-464040"/>
            <a:ext cx="10246680" cy="6233040"/>
            <a:chOff x="-812520" y="-464040"/>
            <a:chExt cx="10246680" cy="6233040"/>
          </a:xfrm>
        </p:grpSpPr>
        <p:grpSp>
          <p:nvGrpSpPr>
            <p:cNvPr id="500" name="Google Shape;744;p24"/>
            <p:cNvGrpSpPr/>
            <p:nvPr/>
          </p:nvGrpSpPr>
          <p:grpSpPr>
            <a:xfrm>
              <a:off x="-812520" y="-464040"/>
              <a:ext cx="1963080" cy="2007000"/>
              <a:chOff x="-812520" y="-464040"/>
              <a:chExt cx="1963080" cy="2007000"/>
            </a:xfrm>
          </p:grpSpPr>
          <p:pic>
            <p:nvPicPr>
              <p:cNvPr id="501" name="Google Shape;745;p24"/>
              <p:cNvPicPr/>
              <p:nvPr/>
            </p:nvPicPr>
            <p:blipFill>
              <a:blip r:embed="rId5">
                <a:alphaModFix amt="50000"/>
              </a:blip>
              <a:stretch/>
            </p:blipFill>
            <p:spPr>
              <a:xfrm rot="5400000">
                <a:off x="-834480" y="-442080"/>
                <a:ext cx="2007000" cy="196308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grpSp>
            <p:nvGrpSpPr>
              <p:cNvPr id="502" name="Google Shape;746;p24"/>
              <p:cNvGrpSpPr/>
              <p:nvPr/>
            </p:nvGrpSpPr>
            <p:grpSpPr>
              <a:xfrm>
                <a:off x="432360" y="425520"/>
                <a:ext cx="326880" cy="318240"/>
                <a:chOff x="432360" y="425520"/>
                <a:chExt cx="326880" cy="318240"/>
              </a:xfrm>
            </p:grpSpPr>
            <p:sp>
              <p:nvSpPr>
                <p:cNvPr id="503" name="Google Shape;747;p24"/>
                <p:cNvSpPr/>
                <p:nvPr/>
              </p:nvSpPr>
              <p:spPr>
                <a:xfrm>
                  <a:off x="558720" y="722160"/>
                  <a:ext cx="115920" cy="21600"/>
                </a:xfrm>
                <a:custGeom>
                  <a:avLst/>
                  <a:gdLst>
                    <a:gd name="textAreaLeft" fmla="*/ 0 w 115920"/>
                    <a:gd name="textAreaRight" fmla="*/ 116280 w 115920"/>
                    <a:gd name="textAreaTop" fmla="*/ 0 h 21600"/>
                    <a:gd name="textAreaBottom" fmla="*/ 21960 h 21600"/>
                  </a:gdLst>
                  <a:ahLst/>
                  <a:cxnLst/>
                  <a:rect l="textAreaLeft" t="textAreaTop" r="textAreaRight" b="textAreaBottom"/>
                  <a:pathLst>
                    <a:path w="190" h="36">
                      <a:moveTo>
                        <a:pt x="1" y="14"/>
                      </a:moveTo>
                      <a:cubicBezTo>
                        <a:pt x="0" y="16"/>
                        <a:pt x="2" y="19"/>
                        <a:pt x="4" y="19"/>
                      </a:cubicBezTo>
                      <a:cubicBezTo>
                        <a:pt x="65" y="36"/>
                        <a:pt x="135" y="29"/>
                        <a:pt x="190" y="0"/>
                      </a:cubicBezTo>
                      <a:cubicBezTo>
                        <a:pt x="6" y="0"/>
                        <a:pt x="6" y="0"/>
                        <a:pt x="6" y="0"/>
                      </a:cubicBezTo>
                      <a:lnTo>
                        <a:pt x="1" y="14"/>
                      </a:ln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0800" bIns="1080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504" name="Google Shape;748;p24"/>
                <p:cNvSpPr/>
                <p:nvPr/>
              </p:nvSpPr>
              <p:spPr>
                <a:xfrm>
                  <a:off x="432360" y="543960"/>
                  <a:ext cx="155880" cy="181080"/>
                </a:xfrm>
                <a:custGeom>
                  <a:avLst/>
                  <a:gdLst>
                    <a:gd name="textAreaLeft" fmla="*/ 0 w 155880"/>
                    <a:gd name="textAreaRight" fmla="*/ 156240 w 155880"/>
                    <a:gd name="textAreaTop" fmla="*/ 0 h 181080"/>
                    <a:gd name="textAreaBottom" fmla="*/ 181440 h 181080"/>
                  </a:gdLst>
                  <a:ahLst/>
                  <a:cxnLst/>
                  <a:rect l="textAreaLeft" t="textAreaTop" r="textAreaRight" b="textAreaBottom"/>
                  <a:pathLst>
                    <a:path w="255" h="296">
                      <a:moveTo>
                        <a:pt x="251" y="72"/>
                      </a:moveTo>
                      <a:cubicBezTo>
                        <a:pt x="34" y="1"/>
                        <a:pt x="34" y="1"/>
                        <a:pt x="34" y="1"/>
                      </a:cubicBezTo>
                      <a:cubicBezTo>
                        <a:pt x="32" y="0"/>
                        <a:pt x="29" y="2"/>
                        <a:pt x="28" y="5"/>
                      </a:cubicBezTo>
                      <a:cubicBezTo>
                        <a:pt x="0" y="121"/>
                        <a:pt x="60" y="245"/>
                        <a:pt x="169" y="295"/>
                      </a:cubicBezTo>
                      <a:cubicBezTo>
                        <a:pt x="171" y="296"/>
                        <a:pt x="174" y="295"/>
                        <a:pt x="175" y="292"/>
                      </a:cubicBezTo>
                      <a:cubicBezTo>
                        <a:pt x="254" y="78"/>
                        <a:pt x="254" y="78"/>
                        <a:pt x="254" y="78"/>
                      </a:cubicBezTo>
                      <a:cubicBezTo>
                        <a:pt x="255" y="76"/>
                        <a:pt x="254" y="73"/>
                        <a:pt x="251" y="72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505" name="Google Shape;749;p24"/>
                <p:cNvSpPr/>
                <p:nvPr/>
              </p:nvSpPr>
              <p:spPr>
                <a:xfrm>
                  <a:off x="570240" y="678240"/>
                  <a:ext cx="156960" cy="23040"/>
                </a:xfrm>
                <a:custGeom>
                  <a:avLst/>
                  <a:gdLst>
                    <a:gd name="textAreaLeft" fmla="*/ 0 w 156960"/>
                    <a:gd name="textAreaRight" fmla="*/ 157320 w 156960"/>
                    <a:gd name="textAreaTop" fmla="*/ 0 h 23040"/>
                    <a:gd name="textAreaBottom" fmla="*/ 23400 h 23040"/>
                  </a:gdLst>
                  <a:ahLst/>
                  <a:cxnLst/>
                  <a:rect l="textAreaLeft" t="textAreaTop" r="textAreaRight" b="textAreaBottom"/>
                  <a:pathLst>
                    <a:path w="257" h="38">
                      <a:moveTo>
                        <a:pt x="0" y="38"/>
                      </a:moveTo>
                      <a:cubicBezTo>
                        <a:pt x="221" y="38"/>
                        <a:pt x="221" y="38"/>
                        <a:pt x="221" y="38"/>
                      </a:cubicBezTo>
                      <a:cubicBezTo>
                        <a:pt x="234" y="26"/>
                        <a:pt x="246" y="13"/>
                        <a:pt x="257" y="0"/>
                      </a:cubicBezTo>
                      <a:cubicBezTo>
                        <a:pt x="14" y="0"/>
                        <a:pt x="14" y="0"/>
                        <a:pt x="14" y="0"/>
                      </a:cubicBezTo>
                      <a:lnTo>
                        <a:pt x="0" y="38"/>
                      </a:ln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1520" bIns="1152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506" name="Google Shape;750;p24"/>
                <p:cNvSpPr/>
                <p:nvPr/>
              </p:nvSpPr>
              <p:spPr>
                <a:xfrm>
                  <a:off x="457560" y="425520"/>
                  <a:ext cx="134280" cy="141480"/>
                </a:xfrm>
                <a:custGeom>
                  <a:avLst/>
                  <a:gdLst>
                    <a:gd name="textAreaLeft" fmla="*/ 0 w 134280"/>
                    <a:gd name="textAreaRight" fmla="*/ 134640 w 134280"/>
                    <a:gd name="textAreaTop" fmla="*/ 0 h 141480"/>
                    <a:gd name="textAreaBottom" fmla="*/ 141840 h 141480"/>
                  </a:gdLst>
                  <a:ahLst/>
                  <a:cxnLst/>
                  <a:rect l="textAreaLeft" t="textAreaTop" r="textAreaRight" b="textAreaBottom"/>
                  <a:pathLst>
                    <a:path w="220" h="231">
                      <a:moveTo>
                        <a:pt x="4" y="162"/>
                      </a:moveTo>
                      <a:cubicBezTo>
                        <a:pt x="214" y="230"/>
                        <a:pt x="214" y="230"/>
                        <a:pt x="214" y="230"/>
                      </a:cubicBezTo>
                      <a:cubicBezTo>
                        <a:pt x="217" y="231"/>
                        <a:pt x="220" y="229"/>
                        <a:pt x="220" y="226"/>
                      </a:cubicBezTo>
                      <a:cubicBezTo>
                        <a:pt x="220" y="5"/>
                        <a:pt x="220" y="5"/>
                        <a:pt x="220" y="5"/>
                      </a:cubicBezTo>
                      <a:cubicBezTo>
                        <a:pt x="220" y="2"/>
                        <a:pt x="217" y="0"/>
                        <a:pt x="215" y="0"/>
                      </a:cubicBezTo>
                      <a:cubicBezTo>
                        <a:pt x="155" y="6"/>
                        <a:pt x="99" y="31"/>
                        <a:pt x="56" y="75"/>
                      </a:cubicBezTo>
                      <a:cubicBezTo>
                        <a:pt x="32" y="98"/>
                        <a:pt x="14" y="125"/>
                        <a:pt x="1" y="155"/>
                      </a:cubicBezTo>
                      <a:cubicBezTo>
                        <a:pt x="0" y="158"/>
                        <a:pt x="1" y="161"/>
                        <a:pt x="4" y="162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507" name="Google Shape;751;p24"/>
                <p:cNvSpPr/>
                <p:nvPr/>
              </p:nvSpPr>
              <p:spPr>
                <a:xfrm>
                  <a:off x="586080" y="635760"/>
                  <a:ext cx="164160" cy="21240"/>
                </a:xfrm>
                <a:custGeom>
                  <a:avLst/>
                  <a:gdLst>
                    <a:gd name="textAreaLeft" fmla="*/ 0 w 164160"/>
                    <a:gd name="textAreaRight" fmla="*/ 164520 w 164160"/>
                    <a:gd name="textAreaTop" fmla="*/ 0 h 21240"/>
                    <a:gd name="textAreaBottom" fmla="*/ 21600 h 21240"/>
                  </a:gdLst>
                  <a:ahLst/>
                  <a:cxnLst/>
                  <a:rect l="textAreaLeft" t="textAreaTop" r="textAreaRight" b="textAreaBottom"/>
                  <a:pathLst>
                    <a:path w="268" h="35">
                      <a:moveTo>
                        <a:pt x="0" y="35"/>
                      </a:moveTo>
                      <a:cubicBezTo>
                        <a:pt x="253" y="35"/>
                        <a:pt x="253" y="35"/>
                        <a:pt x="253" y="35"/>
                      </a:cubicBezTo>
                      <a:cubicBezTo>
                        <a:pt x="259" y="24"/>
                        <a:pt x="264" y="12"/>
                        <a:pt x="268" y="0"/>
                      </a:cubicBezTo>
                      <a:cubicBezTo>
                        <a:pt x="13" y="0"/>
                        <a:pt x="13" y="0"/>
                        <a:pt x="13" y="0"/>
                      </a:cubicBezTo>
                      <a:lnTo>
                        <a:pt x="0" y="35"/>
                      </a:ln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0800" bIns="1080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508" name="Google Shape;752;p24"/>
                <p:cNvSpPr/>
                <p:nvPr/>
              </p:nvSpPr>
              <p:spPr>
                <a:xfrm>
                  <a:off x="601560" y="592920"/>
                  <a:ext cx="157680" cy="21600"/>
                </a:xfrm>
                <a:custGeom>
                  <a:avLst/>
                  <a:gdLst>
                    <a:gd name="textAreaLeft" fmla="*/ 0 w 157680"/>
                    <a:gd name="textAreaRight" fmla="*/ 158040 w 157680"/>
                    <a:gd name="textAreaTop" fmla="*/ 0 h 21600"/>
                    <a:gd name="textAreaBottom" fmla="*/ 21960 h 21600"/>
                  </a:gdLst>
                  <a:ahLst/>
                  <a:cxnLst/>
                  <a:rect l="textAreaLeft" t="textAreaTop" r="textAreaRight" b="textAreaBottom"/>
                  <a:pathLst>
                    <a:path w="258" h="36">
                      <a:moveTo>
                        <a:pt x="253" y="0"/>
                      </a:moveTo>
                      <a:cubicBezTo>
                        <a:pt x="16" y="0"/>
                        <a:pt x="16" y="0"/>
                        <a:pt x="16" y="0"/>
                      </a:cubicBezTo>
                      <a:cubicBezTo>
                        <a:pt x="15" y="0"/>
                        <a:pt x="14" y="1"/>
                        <a:pt x="13" y="2"/>
                      </a:cubicBezTo>
                      <a:cubicBezTo>
                        <a:pt x="0" y="36"/>
                        <a:pt x="0" y="36"/>
                        <a:pt x="0" y="36"/>
                      </a:cubicBezTo>
                      <a:cubicBezTo>
                        <a:pt x="253" y="36"/>
                        <a:pt x="253" y="36"/>
                        <a:pt x="253" y="36"/>
                      </a:cubicBezTo>
                      <a:cubicBezTo>
                        <a:pt x="255" y="26"/>
                        <a:pt x="257" y="16"/>
                        <a:pt x="257" y="5"/>
                      </a:cubicBezTo>
                      <a:cubicBezTo>
                        <a:pt x="258" y="2"/>
                        <a:pt x="255" y="0"/>
                        <a:pt x="253" y="0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0800" bIns="1080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509" name="Google Shape;753;p24"/>
                <p:cNvSpPr/>
                <p:nvPr/>
              </p:nvSpPr>
              <p:spPr>
                <a:xfrm>
                  <a:off x="631080" y="501120"/>
                  <a:ext cx="18360" cy="54720"/>
                </a:xfrm>
                <a:custGeom>
                  <a:avLst/>
                  <a:gdLst>
                    <a:gd name="textAreaLeft" fmla="*/ 0 w 18360"/>
                    <a:gd name="textAreaRight" fmla="*/ 18720 w 18360"/>
                    <a:gd name="textAreaTop" fmla="*/ 0 h 54720"/>
                    <a:gd name="textAreaBottom" fmla="*/ 55080 h 54720"/>
                  </a:gdLst>
                  <a:ahLst/>
                  <a:cxnLst/>
                  <a:rect l="textAreaLeft" t="textAreaTop" r="textAreaRight" b="textAreaBottom"/>
                  <a:pathLst>
                    <a:path w="31" h="90">
                      <a:moveTo>
                        <a:pt x="16" y="90"/>
                      </a:moveTo>
                      <a:cubicBezTo>
                        <a:pt x="24" y="90"/>
                        <a:pt x="31" y="84"/>
                        <a:pt x="31" y="75"/>
                      </a:cubicBezTo>
                      <a:cubicBezTo>
                        <a:pt x="31" y="20"/>
                        <a:pt x="31" y="20"/>
                        <a:pt x="31" y="20"/>
                      </a:cubicBezTo>
                      <a:cubicBezTo>
                        <a:pt x="30" y="0"/>
                        <a:pt x="1" y="0"/>
                        <a:pt x="0" y="20"/>
                      </a:cubicBezTo>
                      <a:cubicBezTo>
                        <a:pt x="0" y="75"/>
                        <a:pt x="0" y="75"/>
                        <a:pt x="0" y="75"/>
                      </a:cubicBezTo>
                      <a:cubicBezTo>
                        <a:pt x="0" y="84"/>
                        <a:pt x="7" y="90"/>
                        <a:pt x="16" y="90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7360" bIns="2736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510" name="Google Shape;754;p24"/>
                <p:cNvSpPr/>
                <p:nvPr/>
              </p:nvSpPr>
              <p:spPr>
                <a:xfrm>
                  <a:off x="668520" y="480240"/>
                  <a:ext cx="18000" cy="75600"/>
                </a:xfrm>
                <a:custGeom>
                  <a:avLst/>
                  <a:gdLst>
                    <a:gd name="textAreaLeft" fmla="*/ 0 w 18000"/>
                    <a:gd name="textAreaRight" fmla="*/ 18360 w 18000"/>
                    <a:gd name="textAreaTop" fmla="*/ 0 h 75600"/>
                    <a:gd name="textAreaBottom" fmla="*/ 75960 h 75600"/>
                  </a:gdLst>
                  <a:ahLst/>
                  <a:cxnLst/>
                  <a:rect l="textAreaLeft" t="textAreaTop" r="textAreaRight" b="textAreaBottom"/>
                  <a:pathLst>
                    <a:path w="30" h="124">
                      <a:moveTo>
                        <a:pt x="15" y="124"/>
                      </a:moveTo>
                      <a:cubicBezTo>
                        <a:pt x="24" y="124"/>
                        <a:pt x="30" y="118"/>
                        <a:pt x="30" y="109"/>
                      </a:cubicBezTo>
                      <a:cubicBezTo>
                        <a:pt x="30" y="20"/>
                        <a:pt x="30" y="20"/>
                        <a:pt x="30" y="20"/>
                      </a:cubicBezTo>
                      <a:cubicBezTo>
                        <a:pt x="30" y="0"/>
                        <a:pt x="1" y="0"/>
                        <a:pt x="0" y="20"/>
                      </a:cubicBezTo>
                      <a:cubicBezTo>
                        <a:pt x="0" y="109"/>
                        <a:pt x="0" y="109"/>
                        <a:pt x="0" y="109"/>
                      </a:cubicBezTo>
                      <a:cubicBezTo>
                        <a:pt x="0" y="118"/>
                        <a:pt x="7" y="124"/>
                        <a:pt x="15" y="124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7800" bIns="3780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511" name="Google Shape;755;p24"/>
                <p:cNvSpPr/>
                <p:nvPr/>
              </p:nvSpPr>
              <p:spPr>
                <a:xfrm>
                  <a:off x="705600" y="451080"/>
                  <a:ext cx="18360" cy="104400"/>
                </a:xfrm>
                <a:custGeom>
                  <a:avLst/>
                  <a:gdLst>
                    <a:gd name="textAreaLeft" fmla="*/ 0 w 18360"/>
                    <a:gd name="textAreaRight" fmla="*/ 18720 w 18360"/>
                    <a:gd name="textAreaTop" fmla="*/ 0 h 104400"/>
                    <a:gd name="textAreaBottom" fmla="*/ 104760 h 104400"/>
                  </a:gdLst>
                  <a:ahLst/>
                  <a:cxnLst/>
                  <a:rect l="textAreaLeft" t="textAreaTop" r="textAreaRight" b="textAreaBottom"/>
                  <a:pathLst>
                    <a:path w="30" h="171">
                      <a:moveTo>
                        <a:pt x="15" y="171"/>
                      </a:moveTo>
                      <a:cubicBezTo>
                        <a:pt x="23" y="171"/>
                        <a:pt x="30" y="165"/>
                        <a:pt x="30" y="156"/>
                      </a:cubicBezTo>
                      <a:cubicBezTo>
                        <a:pt x="30" y="20"/>
                        <a:pt x="30" y="20"/>
                        <a:pt x="30" y="20"/>
                      </a:cubicBezTo>
                      <a:cubicBezTo>
                        <a:pt x="29" y="0"/>
                        <a:pt x="1" y="0"/>
                        <a:pt x="0" y="20"/>
                      </a:cubicBezTo>
                      <a:cubicBezTo>
                        <a:pt x="0" y="156"/>
                        <a:pt x="0" y="156"/>
                        <a:pt x="0" y="156"/>
                      </a:cubicBezTo>
                      <a:cubicBezTo>
                        <a:pt x="0" y="165"/>
                        <a:pt x="7" y="171"/>
                        <a:pt x="15" y="171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512" name="Google Shape;756;p24"/>
              <p:cNvGrpSpPr/>
              <p:nvPr/>
            </p:nvGrpSpPr>
            <p:grpSpPr>
              <a:xfrm>
                <a:off x="475920" y="1088640"/>
                <a:ext cx="268200" cy="268560"/>
                <a:chOff x="475920" y="1088640"/>
                <a:chExt cx="268200" cy="268560"/>
              </a:xfrm>
            </p:grpSpPr>
            <p:sp>
              <p:nvSpPr>
                <p:cNvPr id="513" name="Google Shape;757;p24"/>
                <p:cNvSpPr/>
                <p:nvPr/>
              </p:nvSpPr>
              <p:spPr>
                <a:xfrm>
                  <a:off x="534240" y="1247040"/>
                  <a:ext cx="51480" cy="51480"/>
                </a:xfrm>
                <a:custGeom>
                  <a:avLst/>
                  <a:gdLst>
                    <a:gd name="textAreaLeft" fmla="*/ 0 w 51480"/>
                    <a:gd name="textAreaRight" fmla="*/ 51840 w 51480"/>
                    <a:gd name="textAreaTop" fmla="*/ 0 h 51480"/>
                    <a:gd name="textAreaBottom" fmla="*/ 51840 h 51480"/>
                  </a:gdLst>
                  <a:ahLst/>
                  <a:cxnLst/>
                  <a:rect l="textAreaLeft" t="textAreaTop" r="textAreaRight" b="textAreaBottom"/>
                  <a:pathLst>
                    <a:path w="99" h="99">
                      <a:moveTo>
                        <a:pt x="0" y="2"/>
                      </a:moveTo>
                      <a:cubicBezTo>
                        <a:pt x="7" y="24"/>
                        <a:pt x="19" y="45"/>
                        <a:pt x="37" y="62"/>
                      </a:cubicBezTo>
                      <a:cubicBezTo>
                        <a:pt x="54" y="80"/>
                        <a:pt x="75" y="92"/>
                        <a:pt x="97" y="99"/>
                      </a:cubicBezTo>
                      <a:cubicBezTo>
                        <a:pt x="99" y="53"/>
                        <a:pt x="46" y="0"/>
                        <a:pt x="0" y="2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5920" bIns="2592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514" name="Google Shape;758;p24"/>
                <p:cNvSpPr/>
                <p:nvPr/>
              </p:nvSpPr>
              <p:spPr>
                <a:xfrm>
                  <a:off x="633600" y="1247760"/>
                  <a:ext cx="50760" cy="50760"/>
                </a:xfrm>
                <a:custGeom>
                  <a:avLst/>
                  <a:gdLst>
                    <a:gd name="textAreaLeft" fmla="*/ 0 w 50760"/>
                    <a:gd name="textAreaRight" fmla="*/ 51120 w 50760"/>
                    <a:gd name="textAreaTop" fmla="*/ 0 h 50760"/>
                    <a:gd name="textAreaBottom" fmla="*/ 51120 h 50760"/>
                  </a:gdLst>
                  <a:ahLst/>
                  <a:cxnLst/>
                  <a:rect l="textAreaLeft" t="textAreaTop" r="textAreaRight" b="textAreaBottom"/>
                  <a:pathLst>
                    <a:path w="98" h="98">
                      <a:moveTo>
                        <a:pt x="31" y="32"/>
                      </a:moveTo>
                      <a:cubicBezTo>
                        <a:pt x="11" y="52"/>
                        <a:pt x="0" y="77"/>
                        <a:pt x="0" y="98"/>
                      </a:cubicBezTo>
                      <a:cubicBezTo>
                        <a:pt x="22" y="91"/>
                        <a:pt x="43" y="79"/>
                        <a:pt x="61" y="61"/>
                      </a:cubicBezTo>
                      <a:cubicBezTo>
                        <a:pt x="78" y="44"/>
                        <a:pt x="91" y="23"/>
                        <a:pt x="98" y="1"/>
                      </a:cubicBezTo>
                      <a:cubicBezTo>
                        <a:pt x="76" y="0"/>
                        <a:pt x="51" y="11"/>
                        <a:pt x="31" y="32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5560" bIns="2556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515" name="Google Shape;759;p24"/>
                <p:cNvSpPr/>
                <p:nvPr/>
              </p:nvSpPr>
              <p:spPr>
                <a:xfrm>
                  <a:off x="534240" y="1148400"/>
                  <a:ext cx="50400" cy="50760"/>
                </a:xfrm>
                <a:custGeom>
                  <a:avLst/>
                  <a:gdLst>
                    <a:gd name="textAreaLeft" fmla="*/ 0 w 50400"/>
                    <a:gd name="textAreaRight" fmla="*/ 50760 w 50400"/>
                    <a:gd name="textAreaTop" fmla="*/ 0 h 50760"/>
                    <a:gd name="textAreaBottom" fmla="*/ 51120 h 50760"/>
                  </a:gdLst>
                  <a:ahLst/>
                  <a:cxnLst/>
                  <a:rect l="textAreaLeft" t="textAreaTop" r="textAreaRight" b="textAreaBottom"/>
                  <a:pathLst>
                    <a:path w="97" h="98">
                      <a:moveTo>
                        <a:pt x="66" y="67"/>
                      </a:moveTo>
                      <a:cubicBezTo>
                        <a:pt x="86" y="47"/>
                        <a:pt x="97" y="22"/>
                        <a:pt x="97" y="0"/>
                      </a:cubicBezTo>
                      <a:cubicBezTo>
                        <a:pt x="52" y="14"/>
                        <a:pt x="13" y="53"/>
                        <a:pt x="0" y="98"/>
                      </a:cubicBezTo>
                      <a:cubicBezTo>
                        <a:pt x="21" y="98"/>
                        <a:pt x="46" y="87"/>
                        <a:pt x="66" y="67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5560" bIns="2556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516" name="Google Shape;760;p24"/>
                <p:cNvSpPr/>
                <p:nvPr/>
              </p:nvSpPr>
              <p:spPr>
                <a:xfrm>
                  <a:off x="632520" y="1148400"/>
                  <a:ext cx="51840" cy="51840"/>
                </a:xfrm>
                <a:custGeom>
                  <a:avLst/>
                  <a:gdLst>
                    <a:gd name="textAreaLeft" fmla="*/ 0 w 51840"/>
                    <a:gd name="textAreaRight" fmla="*/ 52200 w 51840"/>
                    <a:gd name="textAreaTop" fmla="*/ 0 h 51840"/>
                    <a:gd name="textAreaBottom" fmla="*/ 52200 h 51840"/>
                  </a:gdLst>
                  <a:ahLst/>
                  <a:cxnLst/>
                  <a:rect l="textAreaLeft" t="textAreaTop" r="textAreaRight" b="textAreaBottom"/>
                  <a:pathLst>
                    <a:path w="100" h="100">
                      <a:moveTo>
                        <a:pt x="100" y="98"/>
                      </a:moveTo>
                      <a:cubicBezTo>
                        <a:pt x="86" y="53"/>
                        <a:pt x="47" y="14"/>
                        <a:pt x="2" y="0"/>
                      </a:cubicBezTo>
                      <a:cubicBezTo>
                        <a:pt x="0" y="46"/>
                        <a:pt x="54" y="100"/>
                        <a:pt x="100" y="98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5920" bIns="2592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517" name="Google Shape;761;p24"/>
                <p:cNvSpPr/>
                <p:nvPr/>
              </p:nvSpPr>
              <p:spPr>
                <a:xfrm>
                  <a:off x="595440" y="1211040"/>
                  <a:ext cx="27000" cy="26640"/>
                </a:xfrm>
                <a:custGeom>
                  <a:avLst/>
                  <a:gdLst>
                    <a:gd name="textAreaLeft" fmla="*/ 0 w 27000"/>
                    <a:gd name="textAreaRight" fmla="*/ 27360 w 27000"/>
                    <a:gd name="textAreaTop" fmla="*/ 0 h 26640"/>
                    <a:gd name="textAreaBottom" fmla="*/ 27000 h 26640"/>
                  </a:gdLst>
                  <a:ahLst/>
                  <a:cxnLst/>
                  <a:rect l="textAreaLeft" t="textAreaTop" r="textAreaRight" b="textAreaBottom"/>
                  <a:pathLst>
                    <a:path w="53" h="51">
                      <a:moveTo>
                        <a:pt x="27" y="0"/>
                      </a:moveTo>
                      <a:cubicBezTo>
                        <a:pt x="21" y="0"/>
                        <a:pt x="14" y="3"/>
                        <a:pt x="10" y="7"/>
                      </a:cubicBezTo>
                      <a:cubicBezTo>
                        <a:pt x="0" y="17"/>
                        <a:pt x="0" y="32"/>
                        <a:pt x="10" y="41"/>
                      </a:cubicBezTo>
                      <a:cubicBezTo>
                        <a:pt x="19" y="51"/>
                        <a:pt x="34" y="51"/>
                        <a:pt x="44" y="41"/>
                      </a:cubicBezTo>
                      <a:cubicBezTo>
                        <a:pt x="53" y="32"/>
                        <a:pt x="53" y="17"/>
                        <a:pt x="44" y="7"/>
                      </a:cubicBezTo>
                      <a:cubicBezTo>
                        <a:pt x="39" y="3"/>
                        <a:pt x="33" y="0"/>
                        <a:pt x="27" y="0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3320" bIns="1332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518" name="Google Shape;762;p24"/>
                <p:cNvSpPr/>
                <p:nvPr/>
              </p:nvSpPr>
              <p:spPr>
                <a:xfrm>
                  <a:off x="530280" y="1144800"/>
                  <a:ext cx="157680" cy="157680"/>
                </a:xfrm>
                <a:custGeom>
                  <a:avLst/>
                  <a:gdLst>
                    <a:gd name="textAreaLeft" fmla="*/ 0 w 157680"/>
                    <a:gd name="textAreaRight" fmla="*/ 158040 w 157680"/>
                    <a:gd name="textAreaTop" fmla="*/ 0 h 157680"/>
                    <a:gd name="textAreaBottom" fmla="*/ 158040 h 157680"/>
                  </a:gdLst>
                  <a:ahLst/>
                  <a:cxnLst/>
                  <a:rect l="textAreaLeft" t="textAreaTop" r="textAreaRight" b="textAreaBottom"/>
                  <a:pathLst>
                    <a:path w="303" h="303">
                      <a:moveTo>
                        <a:pt x="295" y="135"/>
                      </a:moveTo>
                      <a:cubicBezTo>
                        <a:pt x="265" y="135"/>
                        <a:pt x="233" y="120"/>
                        <a:pt x="208" y="95"/>
                      </a:cubicBezTo>
                      <a:cubicBezTo>
                        <a:pt x="192" y="79"/>
                        <a:pt x="180" y="61"/>
                        <a:pt x="174" y="41"/>
                      </a:cubicBezTo>
                      <a:cubicBezTo>
                        <a:pt x="169" y="27"/>
                        <a:pt x="168" y="14"/>
                        <a:pt x="169" y="1"/>
                      </a:cubicBezTo>
                      <a:cubicBezTo>
                        <a:pt x="158" y="0"/>
                        <a:pt x="146" y="0"/>
                        <a:pt x="135" y="1"/>
                      </a:cubicBezTo>
                      <a:cubicBezTo>
                        <a:pt x="140" y="52"/>
                        <a:pt x="93" y="114"/>
                        <a:pt x="41" y="129"/>
                      </a:cubicBezTo>
                      <a:cubicBezTo>
                        <a:pt x="28" y="134"/>
                        <a:pt x="15" y="135"/>
                        <a:pt x="1" y="134"/>
                      </a:cubicBezTo>
                      <a:cubicBezTo>
                        <a:pt x="0" y="146"/>
                        <a:pt x="0" y="157"/>
                        <a:pt x="1" y="168"/>
                      </a:cubicBezTo>
                      <a:cubicBezTo>
                        <a:pt x="68" y="161"/>
                        <a:pt x="142" y="235"/>
                        <a:pt x="135" y="302"/>
                      </a:cubicBezTo>
                      <a:cubicBezTo>
                        <a:pt x="146" y="303"/>
                        <a:pt x="157" y="303"/>
                        <a:pt x="169" y="302"/>
                      </a:cubicBezTo>
                      <a:cubicBezTo>
                        <a:pt x="166" y="270"/>
                        <a:pt x="180" y="235"/>
                        <a:pt x="208" y="207"/>
                      </a:cubicBezTo>
                      <a:cubicBezTo>
                        <a:pt x="224" y="191"/>
                        <a:pt x="242" y="180"/>
                        <a:pt x="262" y="173"/>
                      </a:cubicBezTo>
                      <a:cubicBezTo>
                        <a:pt x="275" y="169"/>
                        <a:pt x="289" y="167"/>
                        <a:pt x="302" y="168"/>
                      </a:cubicBezTo>
                      <a:cubicBezTo>
                        <a:pt x="303" y="157"/>
                        <a:pt x="303" y="146"/>
                        <a:pt x="302" y="134"/>
                      </a:cubicBezTo>
                      <a:cubicBezTo>
                        <a:pt x="300" y="134"/>
                        <a:pt x="297" y="135"/>
                        <a:pt x="295" y="135"/>
                      </a:cubicBezTo>
                      <a:close/>
                      <a:moveTo>
                        <a:pt x="190" y="190"/>
                      </a:moveTo>
                      <a:cubicBezTo>
                        <a:pt x="190" y="190"/>
                        <a:pt x="190" y="190"/>
                        <a:pt x="190" y="190"/>
                      </a:cubicBezTo>
                      <a:cubicBezTo>
                        <a:pt x="169" y="211"/>
                        <a:pt x="135" y="211"/>
                        <a:pt x="114" y="190"/>
                      </a:cubicBezTo>
                      <a:cubicBezTo>
                        <a:pt x="92" y="169"/>
                        <a:pt x="92" y="134"/>
                        <a:pt x="114" y="113"/>
                      </a:cubicBezTo>
                      <a:cubicBezTo>
                        <a:pt x="135" y="92"/>
                        <a:pt x="169" y="92"/>
                        <a:pt x="190" y="113"/>
                      </a:cubicBezTo>
                      <a:cubicBezTo>
                        <a:pt x="211" y="134"/>
                        <a:pt x="211" y="169"/>
                        <a:pt x="190" y="190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519" name="Google Shape;763;p24"/>
                <p:cNvSpPr/>
                <p:nvPr/>
              </p:nvSpPr>
              <p:spPr>
                <a:xfrm>
                  <a:off x="475920" y="1088640"/>
                  <a:ext cx="268200" cy="268560"/>
                </a:xfrm>
                <a:custGeom>
                  <a:avLst/>
                  <a:gdLst>
                    <a:gd name="textAreaLeft" fmla="*/ 0 w 268200"/>
                    <a:gd name="textAreaRight" fmla="*/ 268560 w 268200"/>
                    <a:gd name="textAreaTop" fmla="*/ 0 h 268560"/>
                    <a:gd name="textAreaBottom" fmla="*/ 268920 h 268560"/>
                  </a:gdLst>
                  <a:ahLst/>
                  <a:cxnLst/>
                  <a:rect l="textAreaLeft" t="textAreaTop" r="textAreaRight" b="textAreaBottom"/>
                  <a:pathLst>
                    <a:path w="514" h="515">
                      <a:moveTo>
                        <a:pt x="507" y="209"/>
                      </a:moveTo>
                      <a:cubicBezTo>
                        <a:pt x="506" y="200"/>
                        <a:pt x="499" y="193"/>
                        <a:pt x="490" y="192"/>
                      </a:cubicBezTo>
                      <a:cubicBezTo>
                        <a:pt x="469" y="188"/>
                        <a:pt x="469" y="188"/>
                        <a:pt x="469" y="188"/>
                      </a:cubicBezTo>
                      <a:cubicBezTo>
                        <a:pt x="467" y="188"/>
                        <a:pt x="465" y="186"/>
                        <a:pt x="464" y="184"/>
                      </a:cubicBezTo>
                      <a:cubicBezTo>
                        <a:pt x="461" y="177"/>
                        <a:pt x="458" y="170"/>
                        <a:pt x="455" y="163"/>
                      </a:cubicBezTo>
                      <a:cubicBezTo>
                        <a:pt x="454" y="161"/>
                        <a:pt x="454" y="158"/>
                        <a:pt x="456" y="157"/>
                      </a:cubicBezTo>
                      <a:cubicBezTo>
                        <a:pt x="468" y="139"/>
                        <a:pt x="468" y="139"/>
                        <a:pt x="468" y="139"/>
                      </a:cubicBezTo>
                      <a:cubicBezTo>
                        <a:pt x="473" y="132"/>
                        <a:pt x="473" y="122"/>
                        <a:pt x="468" y="115"/>
                      </a:cubicBezTo>
                      <a:cubicBezTo>
                        <a:pt x="459" y="101"/>
                        <a:pt x="448" y="89"/>
                        <a:pt x="437" y="77"/>
                      </a:cubicBezTo>
                      <a:cubicBezTo>
                        <a:pt x="424" y="64"/>
                        <a:pt x="409" y="53"/>
                        <a:pt x="394" y="43"/>
                      </a:cubicBezTo>
                      <a:cubicBezTo>
                        <a:pt x="389" y="39"/>
                        <a:pt x="382" y="39"/>
                        <a:pt x="377" y="43"/>
                      </a:cubicBezTo>
                      <a:cubicBezTo>
                        <a:pt x="357" y="58"/>
                        <a:pt x="357" y="58"/>
                        <a:pt x="357" y="58"/>
                      </a:cubicBezTo>
                      <a:cubicBezTo>
                        <a:pt x="355" y="59"/>
                        <a:pt x="352" y="60"/>
                        <a:pt x="350" y="59"/>
                      </a:cubicBezTo>
                      <a:cubicBezTo>
                        <a:pt x="343" y="55"/>
                        <a:pt x="336" y="53"/>
                        <a:pt x="329" y="50"/>
                      </a:cubicBezTo>
                      <a:cubicBezTo>
                        <a:pt x="327" y="49"/>
                        <a:pt x="326" y="47"/>
                        <a:pt x="325" y="45"/>
                      </a:cubicBezTo>
                      <a:cubicBezTo>
                        <a:pt x="321" y="20"/>
                        <a:pt x="321" y="20"/>
                        <a:pt x="321" y="20"/>
                      </a:cubicBezTo>
                      <a:cubicBezTo>
                        <a:pt x="320" y="14"/>
                        <a:pt x="315" y="9"/>
                        <a:pt x="309" y="8"/>
                      </a:cubicBezTo>
                      <a:cubicBezTo>
                        <a:pt x="274" y="0"/>
                        <a:pt x="237" y="1"/>
                        <a:pt x="201" y="8"/>
                      </a:cubicBezTo>
                      <a:cubicBezTo>
                        <a:pt x="195" y="9"/>
                        <a:pt x="191" y="14"/>
                        <a:pt x="190" y="20"/>
                      </a:cubicBezTo>
                      <a:cubicBezTo>
                        <a:pt x="186" y="45"/>
                        <a:pt x="186" y="45"/>
                        <a:pt x="186" y="45"/>
                      </a:cubicBezTo>
                      <a:cubicBezTo>
                        <a:pt x="185" y="48"/>
                        <a:pt x="184" y="49"/>
                        <a:pt x="181" y="50"/>
                      </a:cubicBezTo>
                      <a:cubicBezTo>
                        <a:pt x="174" y="53"/>
                        <a:pt x="167" y="56"/>
                        <a:pt x="160" y="59"/>
                      </a:cubicBezTo>
                      <a:cubicBezTo>
                        <a:pt x="158" y="60"/>
                        <a:pt x="156" y="60"/>
                        <a:pt x="154" y="58"/>
                      </a:cubicBezTo>
                      <a:cubicBezTo>
                        <a:pt x="133" y="44"/>
                        <a:pt x="133" y="44"/>
                        <a:pt x="133" y="44"/>
                      </a:cubicBezTo>
                      <a:cubicBezTo>
                        <a:pt x="128" y="40"/>
                        <a:pt x="121" y="40"/>
                        <a:pt x="116" y="43"/>
                      </a:cubicBezTo>
                      <a:cubicBezTo>
                        <a:pt x="101" y="53"/>
                        <a:pt x="87" y="65"/>
                        <a:pt x="75" y="77"/>
                      </a:cubicBezTo>
                      <a:cubicBezTo>
                        <a:pt x="63" y="89"/>
                        <a:pt x="52" y="102"/>
                        <a:pt x="43" y="116"/>
                      </a:cubicBezTo>
                      <a:cubicBezTo>
                        <a:pt x="38" y="123"/>
                        <a:pt x="38" y="133"/>
                        <a:pt x="43" y="140"/>
                      </a:cubicBezTo>
                      <a:cubicBezTo>
                        <a:pt x="55" y="157"/>
                        <a:pt x="55" y="157"/>
                        <a:pt x="55" y="157"/>
                      </a:cubicBezTo>
                      <a:cubicBezTo>
                        <a:pt x="57" y="159"/>
                        <a:pt x="57" y="162"/>
                        <a:pt x="56" y="164"/>
                      </a:cubicBezTo>
                      <a:cubicBezTo>
                        <a:pt x="53" y="171"/>
                        <a:pt x="50" y="178"/>
                        <a:pt x="47" y="185"/>
                      </a:cubicBezTo>
                      <a:cubicBezTo>
                        <a:pt x="47" y="187"/>
                        <a:pt x="45" y="188"/>
                        <a:pt x="42" y="189"/>
                      </a:cubicBezTo>
                      <a:cubicBezTo>
                        <a:pt x="17" y="193"/>
                        <a:pt x="17" y="193"/>
                        <a:pt x="17" y="193"/>
                      </a:cubicBezTo>
                      <a:cubicBezTo>
                        <a:pt x="11" y="194"/>
                        <a:pt x="6" y="199"/>
                        <a:pt x="5" y="205"/>
                      </a:cubicBezTo>
                      <a:cubicBezTo>
                        <a:pt x="1" y="222"/>
                        <a:pt x="0" y="240"/>
                        <a:pt x="0" y="258"/>
                      </a:cubicBezTo>
                      <a:cubicBezTo>
                        <a:pt x="0" y="275"/>
                        <a:pt x="1" y="292"/>
                        <a:pt x="4" y="308"/>
                      </a:cubicBezTo>
                      <a:cubicBezTo>
                        <a:pt x="6" y="317"/>
                        <a:pt x="13" y="324"/>
                        <a:pt x="22" y="325"/>
                      </a:cubicBezTo>
                      <a:cubicBezTo>
                        <a:pt x="43" y="329"/>
                        <a:pt x="43" y="329"/>
                        <a:pt x="43" y="329"/>
                      </a:cubicBezTo>
                      <a:cubicBezTo>
                        <a:pt x="45" y="329"/>
                        <a:pt x="47" y="331"/>
                        <a:pt x="47" y="333"/>
                      </a:cubicBezTo>
                      <a:cubicBezTo>
                        <a:pt x="50" y="340"/>
                        <a:pt x="53" y="347"/>
                        <a:pt x="56" y="353"/>
                      </a:cubicBezTo>
                      <a:cubicBezTo>
                        <a:pt x="57" y="356"/>
                        <a:pt x="57" y="358"/>
                        <a:pt x="56" y="360"/>
                      </a:cubicBezTo>
                      <a:cubicBezTo>
                        <a:pt x="43" y="377"/>
                        <a:pt x="43" y="377"/>
                        <a:pt x="43" y="377"/>
                      </a:cubicBezTo>
                      <a:cubicBezTo>
                        <a:pt x="38" y="384"/>
                        <a:pt x="38" y="394"/>
                        <a:pt x="43" y="402"/>
                      </a:cubicBezTo>
                      <a:cubicBezTo>
                        <a:pt x="62" y="430"/>
                        <a:pt x="88" y="455"/>
                        <a:pt x="117" y="474"/>
                      </a:cubicBezTo>
                      <a:cubicBezTo>
                        <a:pt x="122" y="477"/>
                        <a:pt x="129" y="477"/>
                        <a:pt x="134" y="474"/>
                      </a:cubicBezTo>
                      <a:cubicBezTo>
                        <a:pt x="154" y="459"/>
                        <a:pt x="154" y="459"/>
                        <a:pt x="154" y="459"/>
                      </a:cubicBezTo>
                      <a:cubicBezTo>
                        <a:pt x="156" y="457"/>
                        <a:pt x="159" y="457"/>
                        <a:pt x="161" y="458"/>
                      </a:cubicBezTo>
                      <a:cubicBezTo>
                        <a:pt x="168" y="461"/>
                        <a:pt x="175" y="464"/>
                        <a:pt x="182" y="467"/>
                      </a:cubicBezTo>
                      <a:cubicBezTo>
                        <a:pt x="184" y="468"/>
                        <a:pt x="186" y="469"/>
                        <a:pt x="186" y="472"/>
                      </a:cubicBezTo>
                      <a:cubicBezTo>
                        <a:pt x="190" y="493"/>
                        <a:pt x="190" y="493"/>
                        <a:pt x="190" y="493"/>
                      </a:cubicBezTo>
                      <a:cubicBezTo>
                        <a:pt x="191" y="501"/>
                        <a:pt x="198" y="508"/>
                        <a:pt x="207" y="510"/>
                      </a:cubicBezTo>
                      <a:cubicBezTo>
                        <a:pt x="223" y="513"/>
                        <a:pt x="239" y="515"/>
                        <a:pt x="256" y="515"/>
                      </a:cubicBezTo>
                      <a:cubicBezTo>
                        <a:pt x="272" y="515"/>
                        <a:pt x="289" y="513"/>
                        <a:pt x="305" y="510"/>
                      </a:cubicBezTo>
                      <a:cubicBezTo>
                        <a:pt x="314" y="508"/>
                        <a:pt x="321" y="501"/>
                        <a:pt x="322" y="492"/>
                      </a:cubicBezTo>
                      <a:cubicBezTo>
                        <a:pt x="326" y="472"/>
                        <a:pt x="326" y="472"/>
                        <a:pt x="326" y="472"/>
                      </a:cubicBezTo>
                      <a:cubicBezTo>
                        <a:pt x="326" y="469"/>
                        <a:pt x="328" y="467"/>
                        <a:pt x="330" y="467"/>
                      </a:cubicBezTo>
                      <a:cubicBezTo>
                        <a:pt x="337" y="464"/>
                        <a:pt x="344" y="461"/>
                        <a:pt x="351" y="458"/>
                      </a:cubicBezTo>
                      <a:cubicBezTo>
                        <a:pt x="353" y="457"/>
                        <a:pt x="355" y="457"/>
                        <a:pt x="357" y="458"/>
                      </a:cubicBezTo>
                      <a:cubicBezTo>
                        <a:pt x="378" y="473"/>
                        <a:pt x="378" y="473"/>
                        <a:pt x="378" y="473"/>
                      </a:cubicBezTo>
                      <a:cubicBezTo>
                        <a:pt x="383" y="477"/>
                        <a:pt x="390" y="477"/>
                        <a:pt x="395" y="474"/>
                      </a:cubicBezTo>
                      <a:cubicBezTo>
                        <a:pt x="410" y="464"/>
                        <a:pt x="424" y="452"/>
                        <a:pt x="437" y="440"/>
                      </a:cubicBezTo>
                      <a:cubicBezTo>
                        <a:pt x="449" y="428"/>
                        <a:pt x="459" y="415"/>
                        <a:pt x="469" y="401"/>
                      </a:cubicBezTo>
                      <a:cubicBezTo>
                        <a:pt x="474" y="394"/>
                        <a:pt x="474" y="384"/>
                        <a:pt x="468" y="377"/>
                      </a:cubicBezTo>
                      <a:cubicBezTo>
                        <a:pt x="456" y="360"/>
                        <a:pt x="456" y="360"/>
                        <a:pt x="456" y="360"/>
                      </a:cubicBezTo>
                      <a:cubicBezTo>
                        <a:pt x="455" y="358"/>
                        <a:pt x="454" y="355"/>
                        <a:pt x="455" y="353"/>
                      </a:cubicBezTo>
                      <a:cubicBezTo>
                        <a:pt x="459" y="346"/>
                        <a:pt x="462" y="339"/>
                        <a:pt x="464" y="332"/>
                      </a:cubicBezTo>
                      <a:cubicBezTo>
                        <a:pt x="465" y="330"/>
                        <a:pt x="467" y="328"/>
                        <a:pt x="469" y="328"/>
                      </a:cubicBezTo>
                      <a:cubicBezTo>
                        <a:pt x="494" y="324"/>
                        <a:pt x="494" y="324"/>
                        <a:pt x="494" y="324"/>
                      </a:cubicBezTo>
                      <a:cubicBezTo>
                        <a:pt x="500" y="323"/>
                        <a:pt x="505" y="318"/>
                        <a:pt x="506" y="312"/>
                      </a:cubicBezTo>
                      <a:cubicBezTo>
                        <a:pt x="513" y="278"/>
                        <a:pt x="514" y="243"/>
                        <a:pt x="507" y="209"/>
                      </a:cubicBezTo>
                      <a:close/>
                      <a:moveTo>
                        <a:pt x="384" y="387"/>
                      </a:moveTo>
                      <a:cubicBezTo>
                        <a:pt x="339" y="431"/>
                        <a:pt x="279" y="448"/>
                        <a:pt x="220" y="436"/>
                      </a:cubicBezTo>
                      <a:cubicBezTo>
                        <a:pt x="219" y="436"/>
                        <a:pt x="218" y="436"/>
                        <a:pt x="217" y="436"/>
                      </a:cubicBezTo>
                      <a:cubicBezTo>
                        <a:pt x="217" y="436"/>
                        <a:pt x="217" y="436"/>
                        <a:pt x="217" y="436"/>
                      </a:cubicBezTo>
                      <a:cubicBezTo>
                        <a:pt x="151" y="423"/>
                        <a:pt x="91" y="363"/>
                        <a:pt x="79" y="297"/>
                      </a:cubicBezTo>
                      <a:cubicBezTo>
                        <a:pt x="79" y="297"/>
                        <a:pt x="79" y="297"/>
                        <a:pt x="79" y="297"/>
                      </a:cubicBezTo>
                      <a:cubicBezTo>
                        <a:pt x="78" y="296"/>
                        <a:pt x="78" y="295"/>
                        <a:pt x="78" y="294"/>
                      </a:cubicBezTo>
                      <a:cubicBezTo>
                        <a:pt x="73" y="271"/>
                        <a:pt x="73" y="246"/>
                        <a:pt x="78" y="222"/>
                      </a:cubicBezTo>
                      <a:cubicBezTo>
                        <a:pt x="78" y="221"/>
                        <a:pt x="78" y="220"/>
                        <a:pt x="79" y="219"/>
                      </a:cubicBezTo>
                      <a:cubicBezTo>
                        <a:pt x="79" y="219"/>
                        <a:pt x="79" y="219"/>
                        <a:pt x="79" y="219"/>
                      </a:cubicBezTo>
                      <a:cubicBezTo>
                        <a:pt x="108" y="81"/>
                        <a:pt x="283" y="29"/>
                        <a:pt x="384" y="130"/>
                      </a:cubicBezTo>
                      <a:cubicBezTo>
                        <a:pt x="409" y="155"/>
                        <a:pt x="425" y="186"/>
                        <a:pt x="433" y="219"/>
                      </a:cubicBezTo>
                      <a:cubicBezTo>
                        <a:pt x="433" y="219"/>
                        <a:pt x="433" y="219"/>
                        <a:pt x="433" y="219"/>
                      </a:cubicBezTo>
                      <a:cubicBezTo>
                        <a:pt x="433" y="221"/>
                        <a:pt x="433" y="222"/>
                        <a:pt x="433" y="223"/>
                      </a:cubicBezTo>
                      <a:cubicBezTo>
                        <a:pt x="445" y="280"/>
                        <a:pt x="428" y="342"/>
                        <a:pt x="384" y="387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520" name="Google Shape;764;p24"/>
              <p:cNvGrpSpPr/>
              <p:nvPr/>
            </p:nvGrpSpPr>
            <p:grpSpPr>
              <a:xfrm>
                <a:off x="-163800" y="693720"/>
                <a:ext cx="399240" cy="412560"/>
                <a:chOff x="-163800" y="693720"/>
                <a:chExt cx="399240" cy="412560"/>
              </a:xfrm>
            </p:grpSpPr>
            <p:sp>
              <p:nvSpPr>
                <p:cNvPr id="521" name="Google Shape;765;p24"/>
                <p:cNvSpPr/>
                <p:nvPr/>
              </p:nvSpPr>
              <p:spPr>
                <a:xfrm>
                  <a:off x="-163800" y="693720"/>
                  <a:ext cx="399240" cy="261000"/>
                </a:xfrm>
                <a:custGeom>
                  <a:avLst/>
                  <a:gdLst>
                    <a:gd name="textAreaLeft" fmla="*/ 0 w 399240"/>
                    <a:gd name="textAreaRight" fmla="*/ 399600 w 399240"/>
                    <a:gd name="textAreaTop" fmla="*/ 0 h 261000"/>
                    <a:gd name="textAreaBottom" fmla="*/ 261360 h 261000"/>
                  </a:gdLst>
                  <a:ahLst/>
                  <a:cxnLst/>
                  <a:rect l="textAreaLeft" t="textAreaTop" r="textAreaRight" b="textAreaBottom"/>
                  <a:pathLst>
                    <a:path w="511" h="334">
                      <a:moveTo>
                        <a:pt x="470" y="187"/>
                      </a:moveTo>
                      <a:cubicBezTo>
                        <a:pt x="462" y="183"/>
                        <a:pt x="459" y="175"/>
                        <a:pt x="462" y="167"/>
                      </a:cubicBezTo>
                      <a:cubicBezTo>
                        <a:pt x="481" y="118"/>
                        <a:pt x="444" y="63"/>
                        <a:pt x="391" y="63"/>
                      </a:cubicBezTo>
                      <a:cubicBezTo>
                        <a:pt x="381" y="62"/>
                        <a:pt x="371" y="64"/>
                        <a:pt x="361" y="68"/>
                      </a:cubicBezTo>
                      <a:cubicBezTo>
                        <a:pt x="353" y="71"/>
                        <a:pt x="344" y="68"/>
                        <a:pt x="341" y="60"/>
                      </a:cubicBezTo>
                      <a:cubicBezTo>
                        <a:pt x="314" y="1"/>
                        <a:pt x="229" y="0"/>
                        <a:pt x="201" y="59"/>
                      </a:cubicBezTo>
                      <a:cubicBezTo>
                        <a:pt x="198" y="67"/>
                        <a:pt x="189" y="70"/>
                        <a:pt x="181" y="67"/>
                      </a:cubicBezTo>
                      <a:cubicBezTo>
                        <a:pt x="173" y="64"/>
                        <a:pt x="163" y="63"/>
                        <a:pt x="154" y="63"/>
                      </a:cubicBezTo>
                      <a:cubicBezTo>
                        <a:pt x="112" y="63"/>
                        <a:pt x="78" y="98"/>
                        <a:pt x="78" y="140"/>
                      </a:cubicBezTo>
                      <a:cubicBezTo>
                        <a:pt x="78" y="149"/>
                        <a:pt x="80" y="158"/>
                        <a:pt x="83" y="167"/>
                      </a:cubicBezTo>
                      <a:cubicBezTo>
                        <a:pt x="86" y="175"/>
                        <a:pt x="82" y="184"/>
                        <a:pt x="75" y="187"/>
                      </a:cubicBezTo>
                      <a:cubicBezTo>
                        <a:pt x="0" y="225"/>
                        <a:pt x="26" y="332"/>
                        <a:pt x="109" y="334"/>
                      </a:cubicBezTo>
                      <a:cubicBezTo>
                        <a:pt x="177" y="334"/>
                        <a:pt x="177" y="334"/>
                        <a:pt x="177" y="334"/>
                      </a:cubicBezTo>
                      <a:cubicBezTo>
                        <a:pt x="271" y="330"/>
                        <a:pt x="271" y="196"/>
                        <a:pt x="177" y="192"/>
                      </a:cubicBezTo>
                      <a:cubicBezTo>
                        <a:pt x="168" y="192"/>
                        <a:pt x="161" y="185"/>
                        <a:pt x="161" y="176"/>
                      </a:cubicBezTo>
                      <a:cubicBezTo>
                        <a:pt x="161" y="167"/>
                        <a:pt x="168" y="160"/>
                        <a:pt x="177" y="160"/>
                      </a:cubicBezTo>
                      <a:cubicBezTo>
                        <a:pt x="228" y="160"/>
                        <a:pt x="271" y="198"/>
                        <a:pt x="278" y="247"/>
                      </a:cubicBezTo>
                      <a:cubicBezTo>
                        <a:pt x="353" y="247"/>
                        <a:pt x="353" y="247"/>
                        <a:pt x="353" y="247"/>
                      </a:cubicBezTo>
                      <a:cubicBezTo>
                        <a:pt x="367" y="247"/>
                        <a:pt x="379" y="235"/>
                        <a:pt x="379" y="221"/>
                      </a:cubicBezTo>
                      <a:cubicBezTo>
                        <a:pt x="379" y="207"/>
                        <a:pt x="367" y="195"/>
                        <a:pt x="353" y="195"/>
                      </a:cubicBezTo>
                      <a:cubicBezTo>
                        <a:pt x="332" y="194"/>
                        <a:pt x="332" y="164"/>
                        <a:pt x="353" y="163"/>
                      </a:cubicBezTo>
                      <a:cubicBezTo>
                        <a:pt x="430" y="166"/>
                        <a:pt x="430" y="276"/>
                        <a:pt x="353" y="279"/>
                      </a:cubicBezTo>
                      <a:cubicBezTo>
                        <a:pt x="278" y="279"/>
                        <a:pt x="278" y="279"/>
                        <a:pt x="278" y="279"/>
                      </a:cubicBezTo>
                      <a:cubicBezTo>
                        <a:pt x="275" y="300"/>
                        <a:pt x="265" y="319"/>
                        <a:pt x="251" y="334"/>
                      </a:cubicBezTo>
                      <a:cubicBezTo>
                        <a:pt x="257" y="334"/>
                        <a:pt x="257" y="334"/>
                        <a:pt x="257" y="334"/>
                      </a:cubicBezTo>
                      <a:cubicBezTo>
                        <a:pt x="258" y="334"/>
                        <a:pt x="258" y="334"/>
                        <a:pt x="259" y="334"/>
                      </a:cubicBezTo>
                      <a:cubicBezTo>
                        <a:pt x="432" y="334"/>
                        <a:pt x="432" y="334"/>
                        <a:pt x="432" y="334"/>
                      </a:cubicBezTo>
                      <a:cubicBezTo>
                        <a:pt x="453" y="334"/>
                        <a:pt x="473" y="326"/>
                        <a:pt x="488" y="311"/>
                      </a:cubicBezTo>
                      <a:cubicBezTo>
                        <a:pt x="503" y="296"/>
                        <a:pt x="511" y="276"/>
                        <a:pt x="511" y="255"/>
                      </a:cubicBezTo>
                      <a:cubicBezTo>
                        <a:pt x="511" y="226"/>
                        <a:pt x="495" y="200"/>
                        <a:pt x="470" y="187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522" name="Google Shape;766;p24"/>
                <p:cNvSpPr/>
                <p:nvPr/>
              </p:nvSpPr>
              <p:spPr>
                <a:xfrm>
                  <a:off x="115560" y="1054440"/>
                  <a:ext cx="49680" cy="51840"/>
                </a:xfrm>
                <a:custGeom>
                  <a:avLst/>
                  <a:gdLst>
                    <a:gd name="textAreaLeft" fmla="*/ 0 w 49680"/>
                    <a:gd name="textAreaRight" fmla="*/ 50040 w 49680"/>
                    <a:gd name="textAreaTop" fmla="*/ 0 h 51840"/>
                    <a:gd name="textAreaBottom" fmla="*/ 52200 h 51840"/>
                  </a:gdLst>
                  <a:ahLst/>
                  <a:cxnLst/>
                  <a:rect l="textAreaLeft" t="textAreaTop" r="textAreaRight" b="textAreaBottom"/>
                  <a:pathLst>
                    <a:path w="64" h="67">
                      <a:moveTo>
                        <a:pt x="63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35"/>
                        <a:pt x="0" y="35"/>
                        <a:pt x="0" y="35"/>
                      </a:cubicBezTo>
                      <a:cubicBezTo>
                        <a:pt x="0" y="52"/>
                        <a:pt x="14" y="67"/>
                        <a:pt x="32" y="67"/>
                      </a:cubicBezTo>
                      <a:cubicBezTo>
                        <a:pt x="57" y="67"/>
                        <a:pt x="57" y="67"/>
                        <a:pt x="57" y="67"/>
                      </a:cubicBezTo>
                      <a:cubicBezTo>
                        <a:pt x="61" y="67"/>
                        <a:pt x="64" y="63"/>
                        <a:pt x="64" y="59"/>
                      </a:cubicBezTo>
                      <a:cubicBezTo>
                        <a:pt x="64" y="0"/>
                        <a:pt x="64" y="0"/>
                        <a:pt x="64" y="0"/>
                      </a:cubicBezTo>
                      <a:cubicBezTo>
                        <a:pt x="64" y="0"/>
                        <a:pt x="64" y="0"/>
                        <a:pt x="63" y="0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5920" bIns="2592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523" name="Google Shape;767;p24"/>
                <p:cNvSpPr/>
                <p:nvPr/>
              </p:nvSpPr>
              <p:spPr>
                <a:xfrm>
                  <a:off x="51840" y="974520"/>
                  <a:ext cx="152280" cy="54720"/>
                </a:xfrm>
                <a:custGeom>
                  <a:avLst/>
                  <a:gdLst>
                    <a:gd name="textAreaLeft" fmla="*/ 0 w 152280"/>
                    <a:gd name="textAreaRight" fmla="*/ 152640 w 152280"/>
                    <a:gd name="textAreaTop" fmla="*/ 0 h 54720"/>
                    <a:gd name="textAreaBottom" fmla="*/ 55080 h 54720"/>
                  </a:gdLst>
                  <a:ahLst/>
                  <a:cxnLst/>
                  <a:rect l="textAreaLeft" t="textAreaTop" r="textAreaRight" b="textAreaBottom"/>
                  <a:pathLst>
                    <a:path w="195" h="70">
                      <a:moveTo>
                        <a:pt x="195" y="19"/>
                      </a:moveTo>
                      <a:cubicBezTo>
                        <a:pt x="195" y="0"/>
                        <a:pt x="195" y="0"/>
                        <a:pt x="195" y="0"/>
                      </a:cubicBezTo>
                      <a:cubicBezTo>
                        <a:pt x="183" y="5"/>
                        <a:pt x="170" y="7"/>
                        <a:pt x="156" y="7"/>
                      </a:cubicBezTo>
                      <a:cubicBezTo>
                        <a:pt x="0" y="7"/>
                        <a:pt x="0" y="7"/>
                        <a:pt x="0" y="7"/>
                      </a:cubicBezTo>
                      <a:cubicBezTo>
                        <a:pt x="7" y="43"/>
                        <a:pt x="39" y="70"/>
                        <a:pt x="77" y="70"/>
                      </a:cubicBezTo>
                      <a:cubicBezTo>
                        <a:pt x="144" y="70"/>
                        <a:pt x="144" y="70"/>
                        <a:pt x="144" y="70"/>
                      </a:cubicBezTo>
                      <a:cubicBezTo>
                        <a:pt x="172" y="70"/>
                        <a:pt x="195" y="47"/>
                        <a:pt x="195" y="19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7360" bIns="2736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</p:grpSp>
        <p:grpSp>
          <p:nvGrpSpPr>
            <p:cNvPr id="524" name="Google Shape;768;p24"/>
            <p:cNvGrpSpPr/>
            <p:nvPr/>
          </p:nvGrpSpPr>
          <p:grpSpPr>
            <a:xfrm>
              <a:off x="7427160" y="3805920"/>
              <a:ext cx="2007000" cy="1963080"/>
              <a:chOff x="7427160" y="3805920"/>
              <a:chExt cx="2007000" cy="1963080"/>
            </a:xfrm>
          </p:grpSpPr>
          <p:pic>
            <p:nvPicPr>
              <p:cNvPr id="525" name="Google Shape;769;p24"/>
              <p:cNvPicPr/>
              <p:nvPr/>
            </p:nvPicPr>
            <p:blipFill>
              <a:blip r:embed="rId5">
                <a:alphaModFix amt="50000"/>
              </a:blip>
              <a:stretch/>
            </p:blipFill>
            <p:spPr>
              <a:xfrm>
                <a:off x="7427160" y="3805920"/>
                <a:ext cx="2007000" cy="196308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grpSp>
            <p:nvGrpSpPr>
              <p:cNvPr id="526" name="Google Shape;770;p24"/>
              <p:cNvGrpSpPr/>
              <p:nvPr/>
            </p:nvGrpSpPr>
            <p:grpSpPr>
              <a:xfrm>
                <a:off x="7684560" y="4187160"/>
                <a:ext cx="344160" cy="317160"/>
                <a:chOff x="7684560" y="4187160"/>
                <a:chExt cx="344160" cy="317160"/>
              </a:xfrm>
            </p:grpSpPr>
            <p:sp>
              <p:nvSpPr>
                <p:cNvPr id="527" name="Google Shape;771;p24"/>
                <p:cNvSpPr/>
                <p:nvPr/>
              </p:nvSpPr>
              <p:spPr>
                <a:xfrm>
                  <a:off x="7799400" y="4240800"/>
                  <a:ext cx="148320" cy="149040"/>
                </a:xfrm>
                <a:custGeom>
                  <a:avLst/>
                  <a:gdLst>
                    <a:gd name="textAreaLeft" fmla="*/ 0 w 148320"/>
                    <a:gd name="textAreaRight" fmla="*/ 148680 w 148320"/>
                    <a:gd name="textAreaTop" fmla="*/ 0 h 149040"/>
                    <a:gd name="textAreaBottom" fmla="*/ 149400 h 149040"/>
                  </a:gdLst>
                  <a:ahLst/>
                  <a:cxnLst/>
                  <a:rect l="textAreaLeft" t="textAreaTop" r="textAreaRight" b="textAreaBottom"/>
                  <a:pathLst>
                    <a:path w="251" h="252">
                      <a:moveTo>
                        <a:pt x="197" y="142"/>
                      </a:moveTo>
                      <a:cubicBezTo>
                        <a:pt x="176" y="141"/>
                        <a:pt x="176" y="110"/>
                        <a:pt x="197" y="110"/>
                      </a:cubicBezTo>
                      <a:cubicBezTo>
                        <a:pt x="251" y="109"/>
                        <a:pt x="251" y="109"/>
                        <a:pt x="251" y="109"/>
                      </a:cubicBezTo>
                      <a:cubicBezTo>
                        <a:pt x="245" y="55"/>
                        <a:pt x="197" y="6"/>
                        <a:pt x="142" y="0"/>
                      </a:cubicBezTo>
                      <a:cubicBezTo>
                        <a:pt x="141" y="54"/>
                        <a:pt x="141" y="54"/>
                        <a:pt x="141" y="54"/>
                      </a:cubicBezTo>
                      <a:cubicBezTo>
                        <a:pt x="141" y="63"/>
                        <a:pt x="134" y="70"/>
                        <a:pt x="125" y="70"/>
                      </a:cubicBezTo>
                      <a:cubicBezTo>
                        <a:pt x="125" y="70"/>
                        <a:pt x="125" y="70"/>
                        <a:pt x="125" y="70"/>
                      </a:cubicBezTo>
                      <a:cubicBezTo>
                        <a:pt x="116" y="70"/>
                        <a:pt x="109" y="63"/>
                        <a:pt x="109" y="54"/>
                      </a:cubicBezTo>
                      <a:cubicBezTo>
                        <a:pt x="109" y="0"/>
                        <a:pt x="109" y="0"/>
                        <a:pt x="109" y="0"/>
                      </a:cubicBezTo>
                      <a:cubicBezTo>
                        <a:pt x="53" y="6"/>
                        <a:pt x="5" y="55"/>
                        <a:pt x="0" y="110"/>
                      </a:cubicBezTo>
                      <a:cubicBezTo>
                        <a:pt x="53" y="110"/>
                        <a:pt x="53" y="110"/>
                        <a:pt x="53" y="110"/>
                      </a:cubicBezTo>
                      <a:cubicBezTo>
                        <a:pt x="53" y="110"/>
                        <a:pt x="53" y="110"/>
                        <a:pt x="53" y="110"/>
                      </a:cubicBezTo>
                      <a:cubicBezTo>
                        <a:pt x="74" y="111"/>
                        <a:pt x="74" y="141"/>
                        <a:pt x="53" y="142"/>
                      </a:cubicBezTo>
                      <a:cubicBezTo>
                        <a:pt x="0" y="142"/>
                        <a:pt x="0" y="142"/>
                        <a:pt x="0" y="142"/>
                      </a:cubicBezTo>
                      <a:cubicBezTo>
                        <a:pt x="5" y="197"/>
                        <a:pt x="53" y="246"/>
                        <a:pt x="109" y="252"/>
                      </a:cubicBezTo>
                      <a:cubicBezTo>
                        <a:pt x="109" y="198"/>
                        <a:pt x="109" y="198"/>
                        <a:pt x="109" y="198"/>
                      </a:cubicBezTo>
                      <a:cubicBezTo>
                        <a:pt x="109" y="189"/>
                        <a:pt x="116" y="182"/>
                        <a:pt x="125" y="182"/>
                      </a:cubicBezTo>
                      <a:cubicBezTo>
                        <a:pt x="125" y="182"/>
                        <a:pt x="125" y="182"/>
                        <a:pt x="125" y="182"/>
                      </a:cubicBezTo>
                      <a:cubicBezTo>
                        <a:pt x="134" y="182"/>
                        <a:pt x="141" y="189"/>
                        <a:pt x="141" y="198"/>
                      </a:cubicBezTo>
                      <a:cubicBezTo>
                        <a:pt x="141" y="252"/>
                        <a:pt x="141" y="252"/>
                        <a:pt x="141" y="252"/>
                      </a:cubicBezTo>
                      <a:cubicBezTo>
                        <a:pt x="197" y="246"/>
                        <a:pt x="245" y="197"/>
                        <a:pt x="251" y="142"/>
                      </a:cubicBezTo>
                      <a:cubicBezTo>
                        <a:pt x="197" y="142"/>
                        <a:pt x="197" y="142"/>
                        <a:pt x="197" y="142"/>
                      </a:cubicBezTo>
                      <a:cubicBezTo>
                        <a:pt x="197" y="142"/>
                        <a:pt x="197" y="142"/>
                        <a:pt x="197" y="142"/>
                      </a:cubicBezTo>
                      <a:close/>
                      <a:moveTo>
                        <a:pt x="125" y="142"/>
                      </a:moveTo>
                      <a:cubicBezTo>
                        <a:pt x="104" y="141"/>
                        <a:pt x="104" y="111"/>
                        <a:pt x="125" y="110"/>
                      </a:cubicBezTo>
                      <a:cubicBezTo>
                        <a:pt x="147" y="110"/>
                        <a:pt x="147" y="141"/>
                        <a:pt x="125" y="142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528" name="Google Shape;772;p24"/>
                <p:cNvSpPr/>
                <p:nvPr/>
              </p:nvSpPr>
              <p:spPr>
                <a:xfrm>
                  <a:off x="7684560" y="4425840"/>
                  <a:ext cx="77760" cy="78480"/>
                </a:xfrm>
                <a:custGeom>
                  <a:avLst/>
                  <a:gdLst>
                    <a:gd name="textAreaLeft" fmla="*/ 0 w 77760"/>
                    <a:gd name="textAreaRight" fmla="*/ 78120 w 77760"/>
                    <a:gd name="textAreaTop" fmla="*/ 0 h 78480"/>
                    <a:gd name="textAreaBottom" fmla="*/ 78840 h 78480"/>
                  </a:gdLst>
                  <a:ahLst/>
                  <a:cxnLst/>
                  <a:rect l="textAreaLeft" t="textAreaTop" r="textAreaRight" b="textAreaBottom"/>
                  <a:pathLst>
                    <a:path w="132" h="133">
                      <a:moveTo>
                        <a:pt x="75" y="0"/>
                      </a:moveTo>
                      <a:cubicBezTo>
                        <a:pt x="15" y="60"/>
                        <a:pt x="15" y="60"/>
                        <a:pt x="15" y="60"/>
                      </a:cubicBezTo>
                      <a:cubicBezTo>
                        <a:pt x="0" y="76"/>
                        <a:pt x="0" y="101"/>
                        <a:pt x="15" y="117"/>
                      </a:cubicBezTo>
                      <a:cubicBezTo>
                        <a:pt x="31" y="133"/>
                        <a:pt x="56" y="133"/>
                        <a:pt x="72" y="117"/>
                      </a:cubicBezTo>
                      <a:cubicBezTo>
                        <a:pt x="132" y="57"/>
                        <a:pt x="132" y="57"/>
                        <a:pt x="132" y="57"/>
                      </a:cubicBezTo>
                      <a:cubicBezTo>
                        <a:pt x="132" y="57"/>
                        <a:pt x="132" y="57"/>
                        <a:pt x="132" y="57"/>
                      </a:cubicBezTo>
                      <a:lnTo>
                        <a:pt x="75" y="0"/>
                      </a:ln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9240" bIns="3924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529" name="Google Shape;773;p24"/>
                <p:cNvSpPr/>
                <p:nvPr/>
              </p:nvSpPr>
              <p:spPr>
                <a:xfrm>
                  <a:off x="7717680" y="4187160"/>
                  <a:ext cx="311040" cy="245520"/>
                </a:xfrm>
                <a:custGeom>
                  <a:avLst/>
                  <a:gdLst>
                    <a:gd name="textAreaLeft" fmla="*/ 0 w 311040"/>
                    <a:gd name="textAreaRight" fmla="*/ 311400 w 311040"/>
                    <a:gd name="textAreaTop" fmla="*/ 0 h 245520"/>
                    <a:gd name="textAreaBottom" fmla="*/ 245880 h 245520"/>
                  </a:gdLst>
                  <a:ahLst/>
                  <a:cxnLst/>
                  <a:rect l="textAreaLeft" t="textAreaTop" r="textAreaRight" b="textAreaBottom"/>
                  <a:pathLst>
                    <a:path w="526" h="415">
                      <a:moveTo>
                        <a:pt x="402" y="77"/>
                      </a:moveTo>
                      <a:cubicBezTo>
                        <a:pt x="329" y="1"/>
                        <a:pt x="197" y="0"/>
                        <a:pt x="124" y="77"/>
                      </a:cubicBezTo>
                      <a:cubicBezTo>
                        <a:pt x="0" y="200"/>
                        <a:pt x="89" y="415"/>
                        <a:pt x="263" y="414"/>
                      </a:cubicBezTo>
                      <a:cubicBezTo>
                        <a:pt x="437" y="415"/>
                        <a:pt x="526" y="200"/>
                        <a:pt x="402" y="77"/>
                      </a:cubicBezTo>
                      <a:close/>
                      <a:moveTo>
                        <a:pt x="376" y="329"/>
                      </a:moveTo>
                      <a:cubicBezTo>
                        <a:pt x="312" y="393"/>
                        <a:pt x="211" y="390"/>
                        <a:pt x="151" y="329"/>
                      </a:cubicBezTo>
                      <a:cubicBezTo>
                        <a:pt x="120" y="299"/>
                        <a:pt x="105" y="259"/>
                        <a:pt x="104" y="219"/>
                      </a:cubicBezTo>
                      <a:cubicBezTo>
                        <a:pt x="104" y="218"/>
                        <a:pt x="104" y="218"/>
                        <a:pt x="104" y="217"/>
                      </a:cubicBezTo>
                      <a:cubicBezTo>
                        <a:pt x="104" y="216"/>
                        <a:pt x="104" y="216"/>
                        <a:pt x="104" y="215"/>
                      </a:cubicBezTo>
                      <a:cubicBezTo>
                        <a:pt x="103" y="131"/>
                        <a:pt x="177" y="56"/>
                        <a:pt x="263" y="57"/>
                      </a:cubicBezTo>
                      <a:cubicBezTo>
                        <a:pt x="409" y="60"/>
                        <a:pt x="473" y="231"/>
                        <a:pt x="376" y="329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530" name="Google Shape;774;p24"/>
                <p:cNvSpPr/>
                <p:nvPr/>
              </p:nvSpPr>
              <p:spPr>
                <a:xfrm>
                  <a:off x="7742520" y="4393080"/>
                  <a:ext cx="52560" cy="52560"/>
                </a:xfrm>
                <a:custGeom>
                  <a:avLst/>
                  <a:gdLst>
                    <a:gd name="textAreaLeft" fmla="*/ 0 w 52560"/>
                    <a:gd name="textAreaRight" fmla="*/ 52920 w 52560"/>
                    <a:gd name="textAreaTop" fmla="*/ 0 h 52560"/>
                    <a:gd name="textAreaBottom" fmla="*/ 52920 h 52560"/>
                  </a:gdLst>
                  <a:ahLst/>
                  <a:cxnLst/>
                  <a:rect l="textAreaLeft" t="textAreaTop" r="textAreaRight" b="textAreaBottom"/>
                  <a:pathLst>
                    <a:path w="89" h="89">
                      <a:moveTo>
                        <a:pt x="33" y="0"/>
                      </a:moveTo>
                      <a:cubicBezTo>
                        <a:pt x="0" y="32"/>
                        <a:pt x="0" y="32"/>
                        <a:pt x="0" y="32"/>
                      </a:cubicBezTo>
                      <a:cubicBezTo>
                        <a:pt x="57" y="89"/>
                        <a:pt x="57" y="89"/>
                        <a:pt x="57" y="89"/>
                      </a:cubicBezTo>
                      <a:cubicBezTo>
                        <a:pt x="89" y="57"/>
                        <a:pt x="89" y="57"/>
                        <a:pt x="89" y="57"/>
                      </a:cubicBezTo>
                      <a:cubicBezTo>
                        <a:pt x="67" y="41"/>
                        <a:pt x="48" y="22"/>
                        <a:pt x="33" y="0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6280" bIns="2628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531" name="Google Shape;775;p24"/>
              <p:cNvGrpSpPr/>
              <p:nvPr/>
            </p:nvGrpSpPr>
            <p:grpSpPr>
              <a:xfrm>
                <a:off x="8322120" y="4188240"/>
                <a:ext cx="314280" cy="314640"/>
                <a:chOff x="8322120" y="4188240"/>
                <a:chExt cx="314280" cy="314640"/>
              </a:xfrm>
            </p:grpSpPr>
            <p:sp>
              <p:nvSpPr>
                <p:cNvPr id="532" name="Google Shape;776;p24"/>
                <p:cNvSpPr/>
                <p:nvPr/>
              </p:nvSpPr>
              <p:spPr>
                <a:xfrm>
                  <a:off x="8361720" y="4218480"/>
                  <a:ext cx="185760" cy="186480"/>
                </a:xfrm>
                <a:custGeom>
                  <a:avLst/>
                  <a:gdLst>
                    <a:gd name="textAreaLeft" fmla="*/ 0 w 185760"/>
                    <a:gd name="textAreaRight" fmla="*/ 186120 w 185760"/>
                    <a:gd name="textAreaTop" fmla="*/ 0 h 186480"/>
                    <a:gd name="textAreaBottom" fmla="*/ 186840 h 186480"/>
                  </a:gdLst>
                  <a:ahLst/>
                  <a:cxnLst/>
                  <a:rect l="textAreaLeft" t="textAreaTop" r="textAreaRight" b="textAreaBottom"/>
                  <a:pathLst>
                    <a:path w="306" h="307">
                      <a:moveTo>
                        <a:pt x="23" y="169"/>
                      </a:moveTo>
                      <a:cubicBezTo>
                        <a:pt x="0" y="169"/>
                        <a:pt x="0" y="169"/>
                        <a:pt x="0" y="169"/>
                      </a:cubicBezTo>
                      <a:cubicBezTo>
                        <a:pt x="7" y="242"/>
                        <a:pt x="65" y="299"/>
                        <a:pt x="137" y="307"/>
                      </a:cubicBezTo>
                      <a:cubicBezTo>
                        <a:pt x="137" y="284"/>
                        <a:pt x="137" y="284"/>
                        <a:pt x="137" y="284"/>
                      </a:cubicBezTo>
                      <a:cubicBezTo>
                        <a:pt x="138" y="263"/>
                        <a:pt x="168" y="263"/>
                        <a:pt x="168" y="284"/>
                      </a:cubicBezTo>
                      <a:cubicBezTo>
                        <a:pt x="168" y="307"/>
                        <a:pt x="168" y="307"/>
                        <a:pt x="168" y="307"/>
                      </a:cubicBezTo>
                      <a:cubicBezTo>
                        <a:pt x="241" y="299"/>
                        <a:pt x="299" y="242"/>
                        <a:pt x="306" y="169"/>
                      </a:cubicBezTo>
                      <a:cubicBezTo>
                        <a:pt x="283" y="169"/>
                        <a:pt x="283" y="169"/>
                        <a:pt x="283" y="169"/>
                      </a:cubicBezTo>
                      <a:cubicBezTo>
                        <a:pt x="262" y="168"/>
                        <a:pt x="262" y="139"/>
                        <a:pt x="283" y="138"/>
                      </a:cubicBezTo>
                      <a:cubicBezTo>
                        <a:pt x="306" y="138"/>
                        <a:pt x="306" y="138"/>
                        <a:pt x="306" y="138"/>
                      </a:cubicBezTo>
                      <a:cubicBezTo>
                        <a:pt x="299" y="65"/>
                        <a:pt x="241" y="8"/>
                        <a:pt x="168" y="0"/>
                      </a:cubicBezTo>
                      <a:cubicBezTo>
                        <a:pt x="168" y="24"/>
                        <a:pt x="168" y="24"/>
                        <a:pt x="168" y="24"/>
                      </a:cubicBezTo>
                      <a:cubicBezTo>
                        <a:pt x="167" y="44"/>
                        <a:pt x="138" y="44"/>
                        <a:pt x="137" y="24"/>
                      </a:cubicBezTo>
                      <a:cubicBezTo>
                        <a:pt x="137" y="0"/>
                        <a:pt x="137" y="0"/>
                        <a:pt x="137" y="0"/>
                      </a:cubicBezTo>
                      <a:cubicBezTo>
                        <a:pt x="65" y="8"/>
                        <a:pt x="7" y="65"/>
                        <a:pt x="0" y="138"/>
                      </a:cubicBezTo>
                      <a:cubicBezTo>
                        <a:pt x="23" y="138"/>
                        <a:pt x="23" y="138"/>
                        <a:pt x="23" y="138"/>
                      </a:cubicBezTo>
                      <a:cubicBezTo>
                        <a:pt x="43" y="139"/>
                        <a:pt x="43" y="168"/>
                        <a:pt x="23" y="169"/>
                      </a:cubicBezTo>
                      <a:close/>
                      <a:moveTo>
                        <a:pt x="103" y="138"/>
                      </a:moveTo>
                      <a:cubicBezTo>
                        <a:pt x="109" y="138"/>
                        <a:pt x="109" y="138"/>
                        <a:pt x="109" y="138"/>
                      </a:cubicBezTo>
                      <a:cubicBezTo>
                        <a:pt x="116" y="107"/>
                        <a:pt x="144" y="84"/>
                        <a:pt x="177" y="84"/>
                      </a:cubicBezTo>
                      <a:cubicBezTo>
                        <a:pt x="186" y="84"/>
                        <a:pt x="193" y="91"/>
                        <a:pt x="193" y="99"/>
                      </a:cubicBezTo>
                      <a:cubicBezTo>
                        <a:pt x="193" y="108"/>
                        <a:pt x="186" y="115"/>
                        <a:pt x="177" y="115"/>
                      </a:cubicBezTo>
                      <a:cubicBezTo>
                        <a:pt x="161" y="115"/>
                        <a:pt x="147" y="124"/>
                        <a:pt x="141" y="138"/>
                      </a:cubicBezTo>
                      <a:cubicBezTo>
                        <a:pt x="177" y="138"/>
                        <a:pt x="177" y="138"/>
                        <a:pt x="177" y="138"/>
                      </a:cubicBezTo>
                      <a:cubicBezTo>
                        <a:pt x="198" y="139"/>
                        <a:pt x="198" y="169"/>
                        <a:pt x="177" y="170"/>
                      </a:cubicBezTo>
                      <a:cubicBezTo>
                        <a:pt x="141" y="170"/>
                        <a:pt x="141" y="170"/>
                        <a:pt x="141" y="170"/>
                      </a:cubicBezTo>
                      <a:cubicBezTo>
                        <a:pt x="147" y="183"/>
                        <a:pt x="161" y="193"/>
                        <a:pt x="177" y="193"/>
                      </a:cubicBezTo>
                      <a:cubicBezTo>
                        <a:pt x="186" y="193"/>
                        <a:pt x="193" y="200"/>
                        <a:pt x="193" y="209"/>
                      </a:cubicBezTo>
                      <a:cubicBezTo>
                        <a:pt x="193" y="217"/>
                        <a:pt x="186" y="224"/>
                        <a:pt x="177" y="224"/>
                      </a:cubicBezTo>
                      <a:cubicBezTo>
                        <a:pt x="144" y="224"/>
                        <a:pt x="116" y="201"/>
                        <a:pt x="109" y="170"/>
                      </a:cubicBezTo>
                      <a:cubicBezTo>
                        <a:pt x="103" y="170"/>
                        <a:pt x="103" y="170"/>
                        <a:pt x="103" y="170"/>
                      </a:cubicBezTo>
                      <a:cubicBezTo>
                        <a:pt x="82" y="169"/>
                        <a:pt x="82" y="139"/>
                        <a:pt x="103" y="138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533" name="Google Shape;777;p24"/>
                <p:cNvSpPr/>
                <p:nvPr/>
              </p:nvSpPr>
              <p:spPr>
                <a:xfrm>
                  <a:off x="8322120" y="4188240"/>
                  <a:ext cx="314280" cy="314640"/>
                </a:xfrm>
                <a:custGeom>
                  <a:avLst/>
                  <a:gdLst>
                    <a:gd name="textAreaLeft" fmla="*/ 0 w 314280"/>
                    <a:gd name="textAreaRight" fmla="*/ 314640 w 314280"/>
                    <a:gd name="textAreaTop" fmla="*/ 0 h 314640"/>
                    <a:gd name="textAreaBottom" fmla="*/ 315000 h 314640"/>
                  </a:gdLst>
                  <a:ahLst/>
                  <a:cxnLst/>
                  <a:rect l="textAreaLeft" t="textAreaTop" r="textAreaRight" b="textAreaBottom"/>
                  <a:pathLst>
                    <a:path w="517" h="517">
                      <a:moveTo>
                        <a:pt x="497" y="487"/>
                      </a:moveTo>
                      <a:cubicBezTo>
                        <a:pt x="30" y="487"/>
                        <a:pt x="30" y="487"/>
                        <a:pt x="30" y="487"/>
                      </a:cubicBezTo>
                      <a:cubicBezTo>
                        <a:pt x="30" y="453"/>
                        <a:pt x="30" y="453"/>
                        <a:pt x="30" y="453"/>
                      </a:cubicBezTo>
                      <a:cubicBezTo>
                        <a:pt x="208" y="453"/>
                        <a:pt x="208" y="453"/>
                        <a:pt x="208" y="453"/>
                      </a:cubicBezTo>
                      <a:cubicBezTo>
                        <a:pt x="350" y="453"/>
                        <a:pt x="468" y="342"/>
                        <a:pt x="475" y="200"/>
                      </a:cubicBezTo>
                      <a:cubicBezTo>
                        <a:pt x="479" y="129"/>
                        <a:pt x="479" y="129"/>
                        <a:pt x="479" y="129"/>
                      </a:cubicBezTo>
                      <a:cubicBezTo>
                        <a:pt x="485" y="136"/>
                        <a:pt x="485" y="136"/>
                        <a:pt x="485" y="136"/>
                      </a:cubicBezTo>
                      <a:cubicBezTo>
                        <a:pt x="488" y="140"/>
                        <a:pt x="492" y="141"/>
                        <a:pt x="497" y="141"/>
                      </a:cubicBezTo>
                      <a:cubicBezTo>
                        <a:pt x="500" y="141"/>
                        <a:pt x="504" y="140"/>
                        <a:pt x="506" y="137"/>
                      </a:cubicBezTo>
                      <a:cubicBezTo>
                        <a:pt x="513" y="132"/>
                        <a:pt x="513" y="122"/>
                        <a:pt x="508" y="116"/>
                      </a:cubicBezTo>
                      <a:cubicBezTo>
                        <a:pt x="477" y="82"/>
                        <a:pt x="477" y="82"/>
                        <a:pt x="477" y="82"/>
                      </a:cubicBezTo>
                      <a:cubicBezTo>
                        <a:pt x="472" y="77"/>
                        <a:pt x="462" y="75"/>
                        <a:pt x="456" y="81"/>
                      </a:cubicBezTo>
                      <a:cubicBezTo>
                        <a:pt x="424" y="110"/>
                        <a:pt x="424" y="110"/>
                        <a:pt x="424" y="110"/>
                      </a:cubicBezTo>
                      <a:cubicBezTo>
                        <a:pt x="410" y="124"/>
                        <a:pt x="429" y="145"/>
                        <a:pt x="444" y="132"/>
                      </a:cubicBezTo>
                      <a:cubicBezTo>
                        <a:pt x="449" y="128"/>
                        <a:pt x="449" y="128"/>
                        <a:pt x="449" y="128"/>
                      </a:cubicBezTo>
                      <a:cubicBezTo>
                        <a:pt x="445" y="198"/>
                        <a:pt x="445" y="198"/>
                        <a:pt x="445" y="198"/>
                      </a:cubicBezTo>
                      <a:cubicBezTo>
                        <a:pt x="439" y="324"/>
                        <a:pt x="334" y="423"/>
                        <a:pt x="208" y="423"/>
                      </a:cubicBezTo>
                      <a:cubicBezTo>
                        <a:pt x="30" y="423"/>
                        <a:pt x="30" y="423"/>
                        <a:pt x="30" y="423"/>
                      </a:cubicBezTo>
                      <a:cubicBezTo>
                        <a:pt x="30" y="20"/>
                        <a:pt x="30" y="20"/>
                        <a:pt x="30" y="20"/>
                      </a:cubicBezTo>
                      <a:cubicBezTo>
                        <a:pt x="29" y="0"/>
                        <a:pt x="0" y="0"/>
                        <a:pt x="0" y="20"/>
                      </a:cubicBezTo>
                      <a:cubicBezTo>
                        <a:pt x="0" y="502"/>
                        <a:pt x="0" y="502"/>
                        <a:pt x="0" y="502"/>
                      </a:cubicBezTo>
                      <a:cubicBezTo>
                        <a:pt x="0" y="510"/>
                        <a:pt x="6" y="517"/>
                        <a:pt x="15" y="517"/>
                      </a:cubicBezTo>
                      <a:cubicBezTo>
                        <a:pt x="497" y="517"/>
                        <a:pt x="497" y="517"/>
                        <a:pt x="497" y="517"/>
                      </a:cubicBezTo>
                      <a:cubicBezTo>
                        <a:pt x="517" y="516"/>
                        <a:pt x="517" y="487"/>
                        <a:pt x="497" y="487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534" name="Google Shape;778;p24"/>
              <p:cNvGrpSpPr/>
              <p:nvPr/>
            </p:nvGrpSpPr>
            <p:grpSpPr>
              <a:xfrm>
                <a:off x="7958160" y="4710240"/>
                <a:ext cx="405360" cy="405000"/>
                <a:chOff x="7958160" y="4710240"/>
                <a:chExt cx="405360" cy="405000"/>
              </a:xfrm>
            </p:grpSpPr>
            <p:sp>
              <p:nvSpPr>
                <p:cNvPr id="535" name="Google Shape;779;p24"/>
                <p:cNvSpPr/>
                <p:nvPr/>
              </p:nvSpPr>
              <p:spPr>
                <a:xfrm>
                  <a:off x="8060400" y="4710240"/>
                  <a:ext cx="201240" cy="204480"/>
                </a:xfrm>
                <a:custGeom>
                  <a:avLst/>
                  <a:gdLst>
                    <a:gd name="textAreaLeft" fmla="*/ 0 w 201240"/>
                    <a:gd name="textAreaRight" fmla="*/ 201600 w 201240"/>
                    <a:gd name="textAreaTop" fmla="*/ 0 h 204480"/>
                    <a:gd name="textAreaBottom" fmla="*/ 204840 h 204480"/>
                  </a:gdLst>
                  <a:ahLst/>
                  <a:cxnLst/>
                  <a:rect l="textAreaLeft" t="textAreaTop" r="textAreaRight" b="textAreaBottom"/>
                  <a:pathLst>
                    <a:path w="255" h="259">
                      <a:moveTo>
                        <a:pt x="227" y="210"/>
                      </a:moveTo>
                      <a:cubicBezTo>
                        <a:pt x="230" y="210"/>
                        <a:pt x="232" y="208"/>
                        <a:pt x="233" y="206"/>
                      </a:cubicBezTo>
                      <a:cubicBezTo>
                        <a:pt x="253" y="167"/>
                        <a:pt x="253" y="167"/>
                        <a:pt x="253" y="167"/>
                      </a:cubicBezTo>
                      <a:cubicBezTo>
                        <a:pt x="255" y="163"/>
                        <a:pt x="253" y="160"/>
                        <a:pt x="250" y="158"/>
                      </a:cubicBezTo>
                      <a:cubicBezTo>
                        <a:pt x="229" y="148"/>
                        <a:pt x="229" y="148"/>
                        <a:pt x="229" y="148"/>
                      </a:cubicBezTo>
                      <a:cubicBezTo>
                        <a:pt x="227" y="146"/>
                        <a:pt x="226" y="144"/>
                        <a:pt x="226" y="141"/>
                      </a:cubicBezTo>
                      <a:cubicBezTo>
                        <a:pt x="227" y="131"/>
                        <a:pt x="227" y="120"/>
                        <a:pt x="225" y="109"/>
                      </a:cubicBezTo>
                      <a:cubicBezTo>
                        <a:pt x="224" y="107"/>
                        <a:pt x="226" y="104"/>
                        <a:pt x="228" y="103"/>
                      </a:cubicBezTo>
                      <a:cubicBezTo>
                        <a:pt x="248" y="91"/>
                        <a:pt x="248" y="91"/>
                        <a:pt x="248" y="91"/>
                      </a:cubicBezTo>
                      <a:cubicBezTo>
                        <a:pt x="251" y="89"/>
                        <a:pt x="252" y="85"/>
                        <a:pt x="250" y="82"/>
                      </a:cubicBezTo>
                      <a:cubicBezTo>
                        <a:pt x="228" y="44"/>
                        <a:pt x="228" y="44"/>
                        <a:pt x="228" y="44"/>
                      </a:cubicBezTo>
                      <a:cubicBezTo>
                        <a:pt x="227" y="42"/>
                        <a:pt x="224" y="41"/>
                        <a:pt x="222" y="41"/>
                      </a:cubicBezTo>
                      <a:cubicBezTo>
                        <a:pt x="221" y="41"/>
                        <a:pt x="220" y="41"/>
                        <a:pt x="219" y="42"/>
                      </a:cubicBezTo>
                      <a:cubicBezTo>
                        <a:pt x="199" y="53"/>
                        <a:pt x="199" y="53"/>
                        <a:pt x="199" y="53"/>
                      </a:cubicBezTo>
                      <a:cubicBezTo>
                        <a:pt x="197" y="55"/>
                        <a:pt x="194" y="54"/>
                        <a:pt x="191" y="53"/>
                      </a:cubicBezTo>
                      <a:cubicBezTo>
                        <a:pt x="182" y="45"/>
                        <a:pt x="172" y="39"/>
                        <a:pt x="160" y="35"/>
                      </a:cubicBezTo>
                      <a:cubicBezTo>
                        <a:pt x="158" y="34"/>
                        <a:pt x="156" y="31"/>
                        <a:pt x="156" y="29"/>
                      </a:cubicBezTo>
                      <a:cubicBezTo>
                        <a:pt x="156" y="7"/>
                        <a:pt x="156" y="7"/>
                        <a:pt x="156" y="7"/>
                      </a:cubicBezTo>
                      <a:cubicBezTo>
                        <a:pt x="156" y="3"/>
                        <a:pt x="153" y="0"/>
                        <a:pt x="149" y="0"/>
                      </a:cubicBezTo>
                      <a:cubicBezTo>
                        <a:pt x="105" y="0"/>
                        <a:pt x="105" y="0"/>
                        <a:pt x="105" y="0"/>
                      </a:cubicBezTo>
                      <a:cubicBezTo>
                        <a:pt x="101" y="0"/>
                        <a:pt x="98" y="3"/>
                        <a:pt x="98" y="7"/>
                      </a:cubicBezTo>
                      <a:cubicBezTo>
                        <a:pt x="98" y="29"/>
                        <a:pt x="98" y="29"/>
                        <a:pt x="98" y="29"/>
                      </a:cubicBezTo>
                      <a:cubicBezTo>
                        <a:pt x="98" y="31"/>
                        <a:pt x="97" y="34"/>
                        <a:pt x="94" y="35"/>
                      </a:cubicBezTo>
                      <a:cubicBezTo>
                        <a:pt x="81" y="40"/>
                        <a:pt x="68" y="47"/>
                        <a:pt x="58" y="57"/>
                      </a:cubicBezTo>
                      <a:cubicBezTo>
                        <a:pt x="56" y="59"/>
                        <a:pt x="53" y="59"/>
                        <a:pt x="51" y="58"/>
                      </a:cubicBezTo>
                      <a:cubicBezTo>
                        <a:pt x="30" y="48"/>
                        <a:pt x="30" y="48"/>
                        <a:pt x="30" y="48"/>
                      </a:cubicBezTo>
                      <a:cubicBezTo>
                        <a:pt x="27" y="46"/>
                        <a:pt x="23" y="47"/>
                        <a:pt x="21" y="50"/>
                      </a:cubicBezTo>
                      <a:cubicBezTo>
                        <a:pt x="1" y="90"/>
                        <a:pt x="1" y="90"/>
                        <a:pt x="1" y="90"/>
                      </a:cubicBezTo>
                      <a:cubicBezTo>
                        <a:pt x="0" y="93"/>
                        <a:pt x="1" y="97"/>
                        <a:pt x="4" y="99"/>
                      </a:cubicBezTo>
                      <a:cubicBezTo>
                        <a:pt x="25" y="109"/>
                        <a:pt x="25" y="109"/>
                        <a:pt x="25" y="109"/>
                      </a:cubicBezTo>
                      <a:cubicBezTo>
                        <a:pt x="27" y="110"/>
                        <a:pt x="29" y="113"/>
                        <a:pt x="28" y="116"/>
                      </a:cubicBezTo>
                      <a:cubicBezTo>
                        <a:pt x="27" y="126"/>
                        <a:pt x="27" y="137"/>
                        <a:pt x="29" y="147"/>
                      </a:cubicBezTo>
                      <a:cubicBezTo>
                        <a:pt x="30" y="150"/>
                        <a:pt x="29" y="153"/>
                        <a:pt x="26" y="154"/>
                      </a:cubicBezTo>
                      <a:cubicBezTo>
                        <a:pt x="6" y="166"/>
                        <a:pt x="6" y="166"/>
                        <a:pt x="6" y="166"/>
                      </a:cubicBezTo>
                      <a:cubicBezTo>
                        <a:pt x="3" y="167"/>
                        <a:pt x="2" y="171"/>
                        <a:pt x="4" y="175"/>
                      </a:cubicBezTo>
                      <a:cubicBezTo>
                        <a:pt x="26" y="213"/>
                        <a:pt x="26" y="213"/>
                        <a:pt x="26" y="213"/>
                      </a:cubicBezTo>
                      <a:cubicBezTo>
                        <a:pt x="28" y="216"/>
                        <a:pt x="32" y="217"/>
                        <a:pt x="35" y="215"/>
                      </a:cubicBezTo>
                      <a:cubicBezTo>
                        <a:pt x="55" y="203"/>
                        <a:pt x="55" y="203"/>
                        <a:pt x="55" y="203"/>
                      </a:cubicBezTo>
                      <a:cubicBezTo>
                        <a:pt x="58" y="202"/>
                        <a:pt x="61" y="202"/>
                        <a:pt x="63" y="204"/>
                      </a:cubicBezTo>
                      <a:cubicBezTo>
                        <a:pt x="72" y="212"/>
                        <a:pt x="82" y="218"/>
                        <a:pt x="94" y="222"/>
                      </a:cubicBezTo>
                      <a:cubicBezTo>
                        <a:pt x="97" y="223"/>
                        <a:pt x="98" y="225"/>
                        <a:pt x="98" y="228"/>
                      </a:cubicBezTo>
                      <a:cubicBezTo>
                        <a:pt x="98" y="252"/>
                        <a:pt x="98" y="252"/>
                        <a:pt x="98" y="252"/>
                      </a:cubicBezTo>
                      <a:cubicBezTo>
                        <a:pt x="98" y="256"/>
                        <a:pt x="101" y="259"/>
                        <a:pt x="105" y="259"/>
                      </a:cubicBezTo>
                      <a:cubicBezTo>
                        <a:pt x="149" y="259"/>
                        <a:pt x="149" y="259"/>
                        <a:pt x="149" y="259"/>
                      </a:cubicBezTo>
                      <a:cubicBezTo>
                        <a:pt x="153" y="259"/>
                        <a:pt x="156" y="256"/>
                        <a:pt x="156" y="252"/>
                      </a:cubicBezTo>
                      <a:cubicBezTo>
                        <a:pt x="156" y="228"/>
                        <a:pt x="156" y="228"/>
                        <a:pt x="156" y="228"/>
                      </a:cubicBezTo>
                      <a:cubicBezTo>
                        <a:pt x="156" y="225"/>
                        <a:pt x="158" y="223"/>
                        <a:pt x="160" y="222"/>
                      </a:cubicBezTo>
                      <a:cubicBezTo>
                        <a:pt x="174" y="217"/>
                        <a:pt x="186" y="209"/>
                        <a:pt x="196" y="200"/>
                      </a:cubicBezTo>
                      <a:cubicBezTo>
                        <a:pt x="198" y="198"/>
                        <a:pt x="201" y="197"/>
                        <a:pt x="204" y="199"/>
                      </a:cubicBezTo>
                      <a:cubicBezTo>
                        <a:pt x="224" y="209"/>
                        <a:pt x="224" y="209"/>
                        <a:pt x="224" y="209"/>
                      </a:cubicBezTo>
                      <a:cubicBezTo>
                        <a:pt x="225" y="209"/>
                        <a:pt x="226" y="210"/>
                        <a:pt x="227" y="210"/>
                      </a:cubicBezTo>
                      <a:close/>
                      <a:moveTo>
                        <a:pt x="127" y="172"/>
                      </a:moveTo>
                      <a:cubicBezTo>
                        <a:pt x="104" y="172"/>
                        <a:pt x="84" y="153"/>
                        <a:pt x="84" y="130"/>
                      </a:cubicBezTo>
                      <a:cubicBezTo>
                        <a:pt x="87" y="73"/>
                        <a:pt x="168" y="73"/>
                        <a:pt x="170" y="130"/>
                      </a:cubicBezTo>
                      <a:cubicBezTo>
                        <a:pt x="170" y="153"/>
                        <a:pt x="151" y="172"/>
                        <a:pt x="127" y="172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536" name="Google Shape;780;p24"/>
                <p:cNvSpPr/>
                <p:nvPr/>
              </p:nvSpPr>
              <p:spPr>
                <a:xfrm>
                  <a:off x="8150760" y="4802760"/>
                  <a:ext cx="20160" cy="22680"/>
                </a:xfrm>
                <a:custGeom>
                  <a:avLst/>
                  <a:gdLst>
                    <a:gd name="textAreaLeft" fmla="*/ 0 w 20160"/>
                    <a:gd name="textAreaRight" fmla="*/ 20520 w 20160"/>
                    <a:gd name="textAreaTop" fmla="*/ 0 h 22680"/>
                    <a:gd name="textAreaBottom" fmla="*/ 23040 h 22680"/>
                  </a:gdLst>
                  <a:ahLst/>
                  <a:cxnLst/>
                  <a:rect l="textAreaLeft" t="textAreaTop" r="textAreaRight" b="textAreaBottom"/>
                  <a:pathLst>
                    <a:path w="26" h="29">
                      <a:moveTo>
                        <a:pt x="13" y="0"/>
                      </a:moveTo>
                      <a:cubicBezTo>
                        <a:pt x="6" y="0"/>
                        <a:pt x="0" y="6"/>
                        <a:pt x="0" y="13"/>
                      </a:cubicBezTo>
                      <a:cubicBezTo>
                        <a:pt x="1" y="29"/>
                        <a:pt x="25" y="29"/>
                        <a:pt x="26" y="13"/>
                      </a:cubicBezTo>
                      <a:cubicBezTo>
                        <a:pt x="26" y="6"/>
                        <a:pt x="20" y="0"/>
                        <a:pt x="13" y="0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1520" bIns="1152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537" name="Google Shape;781;p24"/>
                <p:cNvSpPr/>
                <p:nvPr/>
              </p:nvSpPr>
              <p:spPr>
                <a:xfrm>
                  <a:off x="8119080" y="4937760"/>
                  <a:ext cx="82440" cy="177480"/>
                </a:xfrm>
                <a:custGeom>
                  <a:avLst/>
                  <a:gdLst>
                    <a:gd name="textAreaLeft" fmla="*/ 0 w 82440"/>
                    <a:gd name="textAreaRight" fmla="*/ 82800 w 82440"/>
                    <a:gd name="textAreaTop" fmla="*/ 0 h 177480"/>
                    <a:gd name="textAreaBottom" fmla="*/ 177840 h 177480"/>
                  </a:gdLst>
                  <a:ahLst/>
                  <a:cxnLst/>
                  <a:rect l="textAreaLeft" t="textAreaTop" r="textAreaRight" b="textAreaBottom"/>
                  <a:pathLst>
                    <a:path w="105" h="225">
                      <a:moveTo>
                        <a:pt x="99" y="145"/>
                      </a:moveTo>
                      <a:cubicBezTo>
                        <a:pt x="85" y="145"/>
                        <a:pt x="85" y="145"/>
                        <a:pt x="85" y="145"/>
                      </a:cubicBezTo>
                      <a:cubicBezTo>
                        <a:pt x="82" y="145"/>
                        <a:pt x="80" y="143"/>
                        <a:pt x="80" y="141"/>
                      </a:cubicBezTo>
                      <a:cubicBezTo>
                        <a:pt x="80" y="0"/>
                        <a:pt x="80" y="0"/>
                        <a:pt x="80" y="0"/>
                      </a:cubicBezTo>
                      <a:cubicBezTo>
                        <a:pt x="79" y="0"/>
                        <a:pt x="77" y="1"/>
                        <a:pt x="75" y="1"/>
                      </a:cubicBezTo>
                      <a:cubicBezTo>
                        <a:pt x="31" y="1"/>
                        <a:pt x="31" y="1"/>
                        <a:pt x="31" y="1"/>
                      </a:cubicBezTo>
                      <a:cubicBezTo>
                        <a:pt x="29" y="1"/>
                        <a:pt x="28" y="0"/>
                        <a:pt x="26" y="0"/>
                      </a:cubicBezTo>
                      <a:cubicBezTo>
                        <a:pt x="26" y="141"/>
                        <a:pt x="26" y="141"/>
                        <a:pt x="26" y="141"/>
                      </a:cubicBezTo>
                      <a:cubicBezTo>
                        <a:pt x="26" y="143"/>
                        <a:pt x="24" y="145"/>
                        <a:pt x="21" y="145"/>
                      </a:cubicBezTo>
                      <a:cubicBezTo>
                        <a:pt x="7" y="145"/>
                        <a:pt x="7" y="145"/>
                        <a:pt x="7" y="145"/>
                      </a:cubicBezTo>
                      <a:cubicBezTo>
                        <a:pt x="3" y="145"/>
                        <a:pt x="0" y="148"/>
                        <a:pt x="0" y="152"/>
                      </a:cubicBezTo>
                      <a:cubicBezTo>
                        <a:pt x="0" y="177"/>
                        <a:pt x="0" y="177"/>
                        <a:pt x="0" y="177"/>
                      </a:cubicBezTo>
                      <a:cubicBezTo>
                        <a:pt x="0" y="179"/>
                        <a:pt x="1" y="180"/>
                        <a:pt x="3" y="182"/>
                      </a:cubicBezTo>
                      <a:cubicBezTo>
                        <a:pt x="49" y="223"/>
                        <a:pt x="49" y="223"/>
                        <a:pt x="49" y="223"/>
                      </a:cubicBezTo>
                      <a:cubicBezTo>
                        <a:pt x="51" y="225"/>
                        <a:pt x="55" y="225"/>
                        <a:pt x="57" y="223"/>
                      </a:cubicBezTo>
                      <a:cubicBezTo>
                        <a:pt x="103" y="182"/>
                        <a:pt x="103" y="182"/>
                        <a:pt x="103" y="182"/>
                      </a:cubicBezTo>
                      <a:cubicBezTo>
                        <a:pt x="104" y="180"/>
                        <a:pt x="105" y="179"/>
                        <a:pt x="105" y="177"/>
                      </a:cubicBezTo>
                      <a:cubicBezTo>
                        <a:pt x="105" y="152"/>
                        <a:pt x="105" y="152"/>
                        <a:pt x="105" y="152"/>
                      </a:cubicBezTo>
                      <a:cubicBezTo>
                        <a:pt x="105" y="148"/>
                        <a:pt x="102" y="145"/>
                        <a:pt x="99" y="145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538" name="Google Shape;782;p24"/>
                <p:cNvSpPr/>
                <p:nvPr/>
              </p:nvSpPr>
              <p:spPr>
                <a:xfrm>
                  <a:off x="7958160" y="4897440"/>
                  <a:ext cx="163440" cy="102240"/>
                </a:xfrm>
                <a:custGeom>
                  <a:avLst/>
                  <a:gdLst>
                    <a:gd name="textAreaLeft" fmla="*/ 0 w 163440"/>
                    <a:gd name="textAreaRight" fmla="*/ 163800 w 163440"/>
                    <a:gd name="textAreaTop" fmla="*/ 0 h 102240"/>
                    <a:gd name="textAreaBottom" fmla="*/ 102600 h 102240"/>
                  </a:gdLst>
                  <a:ahLst/>
                  <a:cxnLst/>
                  <a:rect l="textAreaLeft" t="textAreaTop" r="textAreaRight" b="textAreaBottom"/>
                  <a:pathLst>
                    <a:path w="208" h="130">
                      <a:moveTo>
                        <a:pt x="198" y="15"/>
                      </a:moveTo>
                      <a:cubicBezTo>
                        <a:pt x="198" y="6"/>
                        <a:pt x="198" y="6"/>
                        <a:pt x="198" y="6"/>
                      </a:cubicBezTo>
                      <a:cubicBezTo>
                        <a:pt x="194" y="4"/>
                        <a:pt x="191" y="2"/>
                        <a:pt x="187" y="0"/>
                      </a:cubicBezTo>
                      <a:cubicBezTo>
                        <a:pt x="180" y="4"/>
                        <a:pt x="180" y="4"/>
                        <a:pt x="180" y="4"/>
                      </a:cubicBezTo>
                      <a:cubicBezTo>
                        <a:pt x="174" y="8"/>
                        <a:pt x="166" y="9"/>
                        <a:pt x="158" y="8"/>
                      </a:cubicBezTo>
                      <a:cubicBezTo>
                        <a:pt x="158" y="18"/>
                        <a:pt x="158" y="18"/>
                        <a:pt x="158" y="18"/>
                      </a:cubicBezTo>
                      <a:cubicBezTo>
                        <a:pt x="158" y="36"/>
                        <a:pt x="143" y="51"/>
                        <a:pt x="125" y="51"/>
                      </a:cubicBezTo>
                      <a:cubicBezTo>
                        <a:pt x="85" y="51"/>
                        <a:pt x="85" y="51"/>
                        <a:pt x="85" y="51"/>
                      </a:cubicBezTo>
                      <a:cubicBezTo>
                        <a:pt x="83" y="51"/>
                        <a:pt x="81" y="49"/>
                        <a:pt x="81" y="46"/>
                      </a:cubicBezTo>
                      <a:cubicBezTo>
                        <a:pt x="81" y="32"/>
                        <a:pt x="81" y="32"/>
                        <a:pt x="81" y="32"/>
                      </a:cubicBezTo>
                      <a:cubicBezTo>
                        <a:pt x="81" y="28"/>
                        <a:pt x="78" y="25"/>
                        <a:pt x="74" y="25"/>
                      </a:cubicBezTo>
                      <a:cubicBezTo>
                        <a:pt x="49" y="25"/>
                        <a:pt x="49" y="25"/>
                        <a:pt x="49" y="25"/>
                      </a:cubicBezTo>
                      <a:cubicBezTo>
                        <a:pt x="47" y="25"/>
                        <a:pt x="46" y="26"/>
                        <a:pt x="44" y="28"/>
                      </a:cubicBezTo>
                      <a:cubicBezTo>
                        <a:pt x="3" y="73"/>
                        <a:pt x="3" y="73"/>
                        <a:pt x="3" y="73"/>
                      </a:cubicBezTo>
                      <a:cubicBezTo>
                        <a:pt x="0" y="76"/>
                        <a:pt x="0" y="80"/>
                        <a:pt x="3" y="82"/>
                      </a:cubicBezTo>
                      <a:cubicBezTo>
                        <a:pt x="44" y="128"/>
                        <a:pt x="44" y="128"/>
                        <a:pt x="44" y="128"/>
                      </a:cubicBezTo>
                      <a:cubicBezTo>
                        <a:pt x="46" y="129"/>
                        <a:pt x="47" y="130"/>
                        <a:pt x="49" y="130"/>
                      </a:cubicBezTo>
                      <a:cubicBezTo>
                        <a:pt x="74" y="130"/>
                        <a:pt x="74" y="130"/>
                        <a:pt x="74" y="130"/>
                      </a:cubicBezTo>
                      <a:cubicBezTo>
                        <a:pt x="78" y="130"/>
                        <a:pt x="81" y="127"/>
                        <a:pt x="81" y="123"/>
                      </a:cubicBezTo>
                      <a:cubicBezTo>
                        <a:pt x="81" y="109"/>
                        <a:pt x="81" y="109"/>
                        <a:pt x="81" y="109"/>
                      </a:cubicBezTo>
                      <a:cubicBezTo>
                        <a:pt x="81" y="107"/>
                        <a:pt x="83" y="105"/>
                        <a:pt x="85" y="105"/>
                      </a:cubicBezTo>
                      <a:cubicBezTo>
                        <a:pt x="118" y="105"/>
                        <a:pt x="118" y="105"/>
                        <a:pt x="118" y="105"/>
                      </a:cubicBezTo>
                      <a:cubicBezTo>
                        <a:pt x="160" y="105"/>
                        <a:pt x="196" y="77"/>
                        <a:pt x="208" y="40"/>
                      </a:cubicBezTo>
                      <a:cubicBezTo>
                        <a:pt x="202" y="33"/>
                        <a:pt x="198" y="25"/>
                        <a:pt x="198" y="15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539" name="Google Shape;783;p24"/>
                <p:cNvSpPr/>
                <p:nvPr/>
              </p:nvSpPr>
              <p:spPr>
                <a:xfrm>
                  <a:off x="8199720" y="4893480"/>
                  <a:ext cx="163800" cy="106560"/>
                </a:xfrm>
                <a:custGeom>
                  <a:avLst/>
                  <a:gdLst>
                    <a:gd name="textAreaLeft" fmla="*/ 0 w 163800"/>
                    <a:gd name="textAreaRight" fmla="*/ 164160 w 163800"/>
                    <a:gd name="textAreaTop" fmla="*/ 0 h 106560"/>
                    <a:gd name="textAreaBottom" fmla="*/ 106920 h 106560"/>
                  </a:gdLst>
                  <a:ahLst/>
                  <a:cxnLst/>
                  <a:rect l="textAreaLeft" t="textAreaTop" r="textAreaRight" b="textAreaBottom"/>
                  <a:pathLst>
                    <a:path w="208" h="135">
                      <a:moveTo>
                        <a:pt x="206" y="78"/>
                      </a:moveTo>
                      <a:cubicBezTo>
                        <a:pt x="164" y="33"/>
                        <a:pt x="164" y="33"/>
                        <a:pt x="164" y="33"/>
                      </a:cubicBezTo>
                      <a:cubicBezTo>
                        <a:pt x="163" y="31"/>
                        <a:pt x="161" y="30"/>
                        <a:pt x="159" y="30"/>
                      </a:cubicBezTo>
                      <a:cubicBezTo>
                        <a:pt x="134" y="30"/>
                        <a:pt x="134" y="30"/>
                        <a:pt x="134" y="30"/>
                      </a:cubicBezTo>
                      <a:cubicBezTo>
                        <a:pt x="131" y="30"/>
                        <a:pt x="128" y="33"/>
                        <a:pt x="128" y="37"/>
                      </a:cubicBezTo>
                      <a:cubicBezTo>
                        <a:pt x="128" y="51"/>
                        <a:pt x="128" y="51"/>
                        <a:pt x="128" y="51"/>
                      </a:cubicBezTo>
                      <a:cubicBezTo>
                        <a:pt x="128" y="54"/>
                        <a:pt x="126" y="56"/>
                        <a:pt x="123" y="56"/>
                      </a:cubicBezTo>
                      <a:cubicBezTo>
                        <a:pt x="84" y="56"/>
                        <a:pt x="84" y="56"/>
                        <a:pt x="84" y="56"/>
                      </a:cubicBezTo>
                      <a:cubicBezTo>
                        <a:pt x="65" y="56"/>
                        <a:pt x="50" y="41"/>
                        <a:pt x="50" y="23"/>
                      </a:cubicBezTo>
                      <a:cubicBezTo>
                        <a:pt x="50" y="7"/>
                        <a:pt x="50" y="7"/>
                        <a:pt x="50" y="7"/>
                      </a:cubicBezTo>
                      <a:cubicBezTo>
                        <a:pt x="45" y="7"/>
                        <a:pt x="40" y="6"/>
                        <a:pt x="35" y="4"/>
                      </a:cubicBezTo>
                      <a:cubicBezTo>
                        <a:pt x="28" y="0"/>
                        <a:pt x="28" y="0"/>
                        <a:pt x="28" y="0"/>
                      </a:cubicBezTo>
                      <a:cubicBezTo>
                        <a:pt x="22" y="4"/>
                        <a:pt x="16" y="8"/>
                        <a:pt x="10" y="11"/>
                      </a:cubicBezTo>
                      <a:cubicBezTo>
                        <a:pt x="10" y="20"/>
                        <a:pt x="10" y="20"/>
                        <a:pt x="10" y="20"/>
                      </a:cubicBezTo>
                      <a:cubicBezTo>
                        <a:pt x="10" y="30"/>
                        <a:pt x="6" y="38"/>
                        <a:pt x="0" y="45"/>
                      </a:cubicBezTo>
                      <a:cubicBezTo>
                        <a:pt x="12" y="82"/>
                        <a:pt x="48" y="110"/>
                        <a:pt x="90" y="110"/>
                      </a:cubicBezTo>
                      <a:cubicBezTo>
                        <a:pt x="123" y="110"/>
                        <a:pt x="123" y="110"/>
                        <a:pt x="123" y="110"/>
                      </a:cubicBezTo>
                      <a:cubicBezTo>
                        <a:pt x="126" y="110"/>
                        <a:pt x="128" y="112"/>
                        <a:pt x="128" y="114"/>
                      </a:cubicBezTo>
                      <a:cubicBezTo>
                        <a:pt x="128" y="128"/>
                        <a:pt x="128" y="128"/>
                        <a:pt x="128" y="128"/>
                      </a:cubicBezTo>
                      <a:cubicBezTo>
                        <a:pt x="128" y="132"/>
                        <a:pt x="131" y="135"/>
                        <a:pt x="134" y="135"/>
                      </a:cubicBezTo>
                      <a:cubicBezTo>
                        <a:pt x="159" y="135"/>
                        <a:pt x="159" y="135"/>
                        <a:pt x="159" y="135"/>
                      </a:cubicBezTo>
                      <a:cubicBezTo>
                        <a:pt x="161" y="135"/>
                        <a:pt x="163" y="134"/>
                        <a:pt x="164" y="133"/>
                      </a:cubicBezTo>
                      <a:cubicBezTo>
                        <a:pt x="206" y="87"/>
                        <a:pt x="206" y="87"/>
                        <a:pt x="206" y="87"/>
                      </a:cubicBezTo>
                      <a:cubicBezTo>
                        <a:pt x="208" y="85"/>
                        <a:pt x="208" y="81"/>
                        <a:pt x="206" y="78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</p:grpSp>
      </p:grpSp>
    </p:spTree>
  </p:cSld>
  <p:clrMapOvr>
    <a:masterClrMapping/>
  </p:clrMapOvr>
  <p:transition spd="slow">
    <p:push dir="u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_AND_BODY"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6" name="Google Shape;66;p4"/>
          <p:cNvPicPr/>
          <p:nvPr/>
        </p:nvPicPr>
        <p:blipFill>
          <a:blip r:embed="rId2"/>
          <a:srcRect t="1844" r="1844"/>
          <a:stretch/>
        </p:blipFill>
        <p:spPr>
          <a:xfrm rot="10800000">
            <a:off x="36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57" name="Google Shape;67;p4"/>
          <p:cNvPicPr/>
          <p:nvPr/>
        </p:nvPicPr>
        <p:blipFill>
          <a:blip r:embed="rId3">
            <a:alphaModFix amt="60000"/>
          </a:blip>
          <a:srcRect b="1681"/>
          <a:stretch/>
        </p:blipFill>
        <p:spPr>
          <a:xfrm flipH="1">
            <a:off x="6489000" y="0"/>
            <a:ext cx="2740680" cy="514332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558" name="Google Shape;68;p4"/>
          <p:cNvGrpSpPr/>
          <p:nvPr/>
        </p:nvGrpSpPr>
        <p:grpSpPr>
          <a:xfrm>
            <a:off x="-2378160" y="-2853360"/>
            <a:ext cx="12216960" cy="9288720"/>
            <a:chOff x="-2378160" y="-2853360"/>
            <a:chExt cx="12216960" cy="9288720"/>
          </a:xfrm>
        </p:grpSpPr>
        <p:pic>
          <p:nvPicPr>
            <p:cNvPr id="559" name="Google Shape;69;p4"/>
            <p:cNvPicPr/>
            <p:nvPr/>
          </p:nvPicPr>
          <p:blipFill>
            <a:blip r:embed="rId4">
              <a:alphaModFix amt="50000"/>
            </a:blip>
            <a:stretch/>
          </p:blipFill>
          <p:spPr>
            <a:xfrm rot="16719600" flipH="1">
              <a:off x="6088320" y="2691360"/>
              <a:ext cx="3541680" cy="34646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560" name="Google Shape;70;p4"/>
            <p:cNvPicPr/>
            <p:nvPr/>
          </p:nvPicPr>
          <p:blipFill>
            <a:blip r:embed="rId4">
              <a:alphaModFix amt="50000"/>
            </a:blip>
            <a:stretch/>
          </p:blipFill>
          <p:spPr>
            <a:xfrm rot="19275600" flipH="1">
              <a:off x="-1683360" y="-2126160"/>
              <a:ext cx="3541680" cy="346464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561" name="Google Shape;71;p4"/>
          <p:cNvGrpSpPr/>
          <p:nvPr/>
        </p:nvGrpSpPr>
        <p:grpSpPr>
          <a:xfrm>
            <a:off x="7748280" y="-749880"/>
            <a:ext cx="1963080" cy="2057760"/>
            <a:chOff x="7748280" y="-749880"/>
            <a:chExt cx="1963080" cy="2057760"/>
          </a:xfrm>
        </p:grpSpPr>
        <p:pic>
          <p:nvPicPr>
            <p:cNvPr id="562" name="Google Shape;72;p4"/>
            <p:cNvPicPr/>
            <p:nvPr/>
          </p:nvPicPr>
          <p:blipFill>
            <a:blip r:embed="rId5">
              <a:alphaModFix amt="50000"/>
            </a:blip>
            <a:stretch/>
          </p:blipFill>
          <p:spPr>
            <a:xfrm rot="16200000">
              <a:off x="7726320" y="-727920"/>
              <a:ext cx="2007000" cy="1963080"/>
            </a:xfrm>
            <a:prstGeom prst="rect">
              <a:avLst/>
            </a:prstGeom>
            <a:noFill/>
            <a:ln w="0">
              <a:noFill/>
            </a:ln>
          </p:spPr>
        </p:pic>
        <p:grpSp>
          <p:nvGrpSpPr>
            <p:cNvPr id="563" name="Google Shape;73;p4"/>
            <p:cNvGrpSpPr/>
            <p:nvPr/>
          </p:nvGrpSpPr>
          <p:grpSpPr>
            <a:xfrm>
              <a:off x="8696880" y="990720"/>
              <a:ext cx="344520" cy="317160"/>
              <a:chOff x="8696880" y="990720"/>
              <a:chExt cx="344520" cy="317160"/>
            </a:xfrm>
          </p:grpSpPr>
          <p:sp>
            <p:nvSpPr>
              <p:cNvPr id="564" name="Google Shape;74;p4"/>
              <p:cNvSpPr/>
              <p:nvPr/>
            </p:nvSpPr>
            <p:spPr>
              <a:xfrm>
                <a:off x="8811720" y="1044720"/>
                <a:ext cx="148320" cy="149040"/>
              </a:xfrm>
              <a:custGeom>
                <a:avLst/>
                <a:gdLst>
                  <a:gd name="textAreaLeft" fmla="*/ 0 w 148320"/>
                  <a:gd name="textAreaRight" fmla="*/ 148680 w 148320"/>
                  <a:gd name="textAreaTop" fmla="*/ 0 h 149040"/>
                  <a:gd name="textAreaBottom" fmla="*/ 149400 h 149040"/>
                </a:gdLst>
                <a:ahLst/>
                <a:cxnLst/>
                <a:rect l="textAreaLeft" t="textAreaTop" r="textAreaRight" b="textAreaBottom"/>
                <a:pathLst>
                  <a:path w="251" h="252">
                    <a:moveTo>
                      <a:pt x="197" y="142"/>
                    </a:moveTo>
                    <a:cubicBezTo>
                      <a:pt x="176" y="141"/>
                      <a:pt x="176" y="110"/>
                      <a:pt x="197" y="110"/>
                    </a:cubicBezTo>
                    <a:cubicBezTo>
                      <a:pt x="251" y="109"/>
                      <a:pt x="251" y="109"/>
                      <a:pt x="251" y="109"/>
                    </a:cubicBezTo>
                    <a:cubicBezTo>
                      <a:pt x="245" y="55"/>
                      <a:pt x="197" y="6"/>
                      <a:pt x="142" y="0"/>
                    </a:cubicBezTo>
                    <a:cubicBezTo>
                      <a:pt x="141" y="54"/>
                      <a:pt x="141" y="54"/>
                      <a:pt x="141" y="54"/>
                    </a:cubicBezTo>
                    <a:cubicBezTo>
                      <a:pt x="141" y="63"/>
                      <a:pt x="134" y="70"/>
                      <a:pt x="125" y="70"/>
                    </a:cubicBezTo>
                    <a:cubicBezTo>
                      <a:pt x="125" y="70"/>
                      <a:pt x="125" y="70"/>
                      <a:pt x="125" y="70"/>
                    </a:cubicBezTo>
                    <a:cubicBezTo>
                      <a:pt x="116" y="70"/>
                      <a:pt x="109" y="63"/>
                      <a:pt x="109" y="54"/>
                    </a:cubicBezTo>
                    <a:cubicBezTo>
                      <a:pt x="109" y="0"/>
                      <a:pt x="109" y="0"/>
                      <a:pt x="109" y="0"/>
                    </a:cubicBezTo>
                    <a:cubicBezTo>
                      <a:pt x="53" y="6"/>
                      <a:pt x="5" y="55"/>
                      <a:pt x="0" y="110"/>
                    </a:cubicBezTo>
                    <a:cubicBezTo>
                      <a:pt x="53" y="110"/>
                      <a:pt x="53" y="110"/>
                      <a:pt x="53" y="110"/>
                    </a:cubicBezTo>
                    <a:cubicBezTo>
                      <a:pt x="53" y="110"/>
                      <a:pt x="53" y="110"/>
                      <a:pt x="53" y="110"/>
                    </a:cubicBezTo>
                    <a:cubicBezTo>
                      <a:pt x="74" y="111"/>
                      <a:pt x="74" y="141"/>
                      <a:pt x="53" y="142"/>
                    </a:cubicBezTo>
                    <a:cubicBezTo>
                      <a:pt x="0" y="142"/>
                      <a:pt x="0" y="142"/>
                      <a:pt x="0" y="142"/>
                    </a:cubicBezTo>
                    <a:cubicBezTo>
                      <a:pt x="5" y="197"/>
                      <a:pt x="53" y="246"/>
                      <a:pt x="109" y="252"/>
                    </a:cubicBezTo>
                    <a:cubicBezTo>
                      <a:pt x="109" y="198"/>
                      <a:pt x="109" y="198"/>
                      <a:pt x="109" y="198"/>
                    </a:cubicBezTo>
                    <a:cubicBezTo>
                      <a:pt x="109" y="189"/>
                      <a:pt x="116" y="182"/>
                      <a:pt x="125" y="182"/>
                    </a:cubicBezTo>
                    <a:cubicBezTo>
                      <a:pt x="125" y="182"/>
                      <a:pt x="125" y="182"/>
                      <a:pt x="125" y="182"/>
                    </a:cubicBezTo>
                    <a:cubicBezTo>
                      <a:pt x="134" y="182"/>
                      <a:pt x="141" y="189"/>
                      <a:pt x="141" y="198"/>
                    </a:cubicBezTo>
                    <a:cubicBezTo>
                      <a:pt x="141" y="252"/>
                      <a:pt x="141" y="252"/>
                      <a:pt x="141" y="252"/>
                    </a:cubicBezTo>
                    <a:cubicBezTo>
                      <a:pt x="197" y="246"/>
                      <a:pt x="245" y="197"/>
                      <a:pt x="251" y="142"/>
                    </a:cubicBezTo>
                    <a:cubicBezTo>
                      <a:pt x="197" y="142"/>
                      <a:pt x="197" y="142"/>
                      <a:pt x="197" y="142"/>
                    </a:cubicBezTo>
                    <a:cubicBezTo>
                      <a:pt x="197" y="142"/>
                      <a:pt x="197" y="142"/>
                      <a:pt x="197" y="142"/>
                    </a:cubicBezTo>
                    <a:close/>
                    <a:moveTo>
                      <a:pt x="125" y="142"/>
                    </a:moveTo>
                    <a:cubicBezTo>
                      <a:pt x="104" y="141"/>
                      <a:pt x="104" y="111"/>
                      <a:pt x="125" y="110"/>
                    </a:cubicBezTo>
                    <a:cubicBezTo>
                      <a:pt x="147" y="110"/>
                      <a:pt x="147" y="141"/>
                      <a:pt x="125" y="142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65" name="Google Shape;75;p4"/>
              <p:cNvSpPr/>
              <p:nvPr/>
            </p:nvSpPr>
            <p:spPr>
              <a:xfrm>
                <a:off x="8696880" y="1229400"/>
                <a:ext cx="77760" cy="78480"/>
              </a:xfrm>
              <a:custGeom>
                <a:avLst/>
                <a:gdLst>
                  <a:gd name="textAreaLeft" fmla="*/ 0 w 77760"/>
                  <a:gd name="textAreaRight" fmla="*/ 78120 w 77760"/>
                  <a:gd name="textAreaTop" fmla="*/ 0 h 78480"/>
                  <a:gd name="textAreaBottom" fmla="*/ 78840 h 78480"/>
                </a:gdLst>
                <a:ahLst/>
                <a:cxnLst/>
                <a:rect l="textAreaLeft" t="textAreaTop" r="textAreaRight" b="textAreaBottom"/>
                <a:pathLst>
                  <a:path w="132" h="133">
                    <a:moveTo>
                      <a:pt x="75" y="0"/>
                    </a:moveTo>
                    <a:cubicBezTo>
                      <a:pt x="15" y="60"/>
                      <a:pt x="15" y="60"/>
                      <a:pt x="15" y="60"/>
                    </a:cubicBezTo>
                    <a:cubicBezTo>
                      <a:pt x="0" y="76"/>
                      <a:pt x="0" y="101"/>
                      <a:pt x="15" y="117"/>
                    </a:cubicBezTo>
                    <a:cubicBezTo>
                      <a:pt x="31" y="133"/>
                      <a:pt x="56" y="133"/>
                      <a:pt x="72" y="117"/>
                    </a:cubicBezTo>
                    <a:cubicBezTo>
                      <a:pt x="132" y="57"/>
                      <a:pt x="132" y="57"/>
                      <a:pt x="132" y="57"/>
                    </a:cubicBezTo>
                    <a:cubicBezTo>
                      <a:pt x="132" y="57"/>
                      <a:pt x="132" y="57"/>
                      <a:pt x="132" y="57"/>
                    </a:cubicBezTo>
                    <a:lnTo>
                      <a:pt x="75" y="0"/>
                    </a:ln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9240" bIns="392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66" name="Google Shape;76;p4"/>
              <p:cNvSpPr/>
              <p:nvPr/>
            </p:nvSpPr>
            <p:spPr>
              <a:xfrm>
                <a:off x="8730360" y="990720"/>
                <a:ext cx="311040" cy="245520"/>
              </a:xfrm>
              <a:custGeom>
                <a:avLst/>
                <a:gdLst>
                  <a:gd name="textAreaLeft" fmla="*/ 0 w 311040"/>
                  <a:gd name="textAreaRight" fmla="*/ 311400 w 311040"/>
                  <a:gd name="textAreaTop" fmla="*/ 0 h 245520"/>
                  <a:gd name="textAreaBottom" fmla="*/ 245880 h 245520"/>
                </a:gdLst>
                <a:ahLst/>
                <a:cxnLst/>
                <a:rect l="textAreaLeft" t="textAreaTop" r="textAreaRight" b="textAreaBottom"/>
                <a:pathLst>
                  <a:path w="526" h="415">
                    <a:moveTo>
                      <a:pt x="402" y="77"/>
                    </a:moveTo>
                    <a:cubicBezTo>
                      <a:pt x="329" y="1"/>
                      <a:pt x="197" y="0"/>
                      <a:pt x="124" y="77"/>
                    </a:cubicBezTo>
                    <a:cubicBezTo>
                      <a:pt x="0" y="200"/>
                      <a:pt x="89" y="415"/>
                      <a:pt x="263" y="414"/>
                    </a:cubicBezTo>
                    <a:cubicBezTo>
                      <a:pt x="437" y="415"/>
                      <a:pt x="526" y="200"/>
                      <a:pt x="402" y="77"/>
                    </a:cubicBezTo>
                    <a:close/>
                    <a:moveTo>
                      <a:pt x="376" y="329"/>
                    </a:moveTo>
                    <a:cubicBezTo>
                      <a:pt x="312" y="393"/>
                      <a:pt x="211" y="390"/>
                      <a:pt x="151" y="329"/>
                    </a:cubicBezTo>
                    <a:cubicBezTo>
                      <a:pt x="120" y="299"/>
                      <a:pt x="105" y="259"/>
                      <a:pt x="104" y="219"/>
                    </a:cubicBezTo>
                    <a:cubicBezTo>
                      <a:pt x="104" y="218"/>
                      <a:pt x="104" y="218"/>
                      <a:pt x="104" y="217"/>
                    </a:cubicBezTo>
                    <a:cubicBezTo>
                      <a:pt x="104" y="216"/>
                      <a:pt x="104" y="216"/>
                      <a:pt x="104" y="215"/>
                    </a:cubicBezTo>
                    <a:cubicBezTo>
                      <a:pt x="103" y="131"/>
                      <a:pt x="177" y="56"/>
                      <a:pt x="263" y="57"/>
                    </a:cubicBezTo>
                    <a:cubicBezTo>
                      <a:pt x="409" y="60"/>
                      <a:pt x="473" y="231"/>
                      <a:pt x="376" y="329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67" name="Google Shape;77;p4"/>
              <p:cNvSpPr/>
              <p:nvPr/>
            </p:nvSpPr>
            <p:spPr>
              <a:xfrm>
                <a:off x="8754840" y="1196640"/>
                <a:ext cx="52560" cy="52560"/>
              </a:xfrm>
              <a:custGeom>
                <a:avLst/>
                <a:gdLst>
                  <a:gd name="textAreaLeft" fmla="*/ 0 w 52560"/>
                  <a:gd name="textAreaRight" fmla="*/ 52920 w 52560"/>
                  <a:gd name="textAreaTop" fmla="*/ 0 h 52560"/>
                  <a:gd name="textAreaBottom" fmla="*/ 52920 h 52560"/>
                </a:gdLst>
                <a:ahLst/>
                <a:cxnLst/>
                <a:rect l="textAreaLeft" t="textAreaTop" r="textAreaRight" b="textAreaBottom"/>
                <a:pathLst>
                  <a:path w="89" h="89">
                    <a:moveTo>
                      <a:pt x="33" y="0"/>
                    </a:moveTo>
                    <a:cubicBezTo>
                      <a:pt x="0" y="32"/>
                      <a:pt x="0" y="32"/>
                      <a:pt x="0" y="32"/>
                    </a:cubicBezTo>
                    <a:cubicBezTo>
                      <a:pt x="57" y="89"/>
                      <a:pt x="57" y="89"/>
                      <a:pt x="57" y="89"/>
                    </a:cubicBezTo>
                    <a:cubicBezTo>
                      <a:pt x="89" y="57"/>
                      <a:pt x="89" y="57"/>
                      <a:pt x="89" y="57"/>
                    </a:cubicBezTo>
                    <a:cubicBezTo>
                      <a:pt x="67" y="41"/>
                      <a:pt x="48" y="22"/>
                      <a:pt x="33" y="0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6280" bIns="2628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568" name="Google Shape;78;p4"/>
            <p:cNvGrpSpPr/>
            <p:nvPr/>
          </p:nvGrpSpPr>
          <p:grpSpPr>
            <a:xfrm>
              <a:off x="8691120" y="332640"/>
              <a:ext cx="356040" cy="357120"/>
              <a:chOff x="8691120" y="332640"/>
              <a:chExt cx="356040" cy="357120"/>
            </a:xfrm>
          </p:grpSpPr>
          <p:sp>
            <p:nvSpPr>
              <p:cNvPr id="569" name="Google Shape;79;p4"/>
              <p:cNvSpPr/>
              <p:nvPr/>
            </p:nvSpPr>
            <p:spPr>
              <a:xfrm>
                <a:off x="8768880" y="542520"/>
                <a:ext cx="68400" cy="68400"/>
              </a:xfrm>
              <a:custGeom>
                <a:avLst/>
                <a:gdLst>
                  <a:gd name="textAreaLeft" fmla="*/ 0 w 68400"/>
                  <a:gd name="textAreaRight" fmla="*/ 68760 w 68400"/>
                  <a:gd name="textAreaTop" fmla="*/ 0 h 68400"/>
                  <a:gd name="textAreaBottom" fmla="*/ 68760 h 68400"/>
                </a:gdLst>
                <a:ahLst/>
                <a:cxnLst/>
                <a:rect l="textAreaLeft" t="textAreaTop" r="textAreaRight" b="textAreaBottom"/>
                <a:pathLst>
                  <a:path w="99" h="99">
                    <a:moveTo>
                      <a:pt x="0" y="2"/>
                    </a:moveTo>
                    <a:cubicBezTo>
                      <a:pt x="7" y="24"/>
                      <a:pt x="19" y="45"/>
                      <a:pt x="37" y="62"/>
                    </a:cubicBezTo>
                    <a:cubicBezTo>
                      <a:pt x="54" y="80"/>
                      <a:pt x="75" y="92"/>
                      <a:pt x="97" y="99"/>
                    </a:cubicBezTo>
                    <a:cubicBezTo>
                      <a:pt x="99" y="53"/>
                      <a:pt x="46" y="0"/>
                      <a:pt x="0" y="2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4200" bIns="3420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70" name="Google Shape;80;p4"/>
              <p:cNvSpPr/>
              <p:nvPr/>
            </p:nvSpPr>
            <p:spPr>
              <a:xfrm>
                <a:off x="8900640" y="543600"/>
                <a:ext cx="67680" cy="67320"/>
              </a:xfrm>
              <a:custGeom>
                <a:avLst/>
                <a:gdLst>
                  <a:gd name="textAreaLeft" fmla="*/ 0 w 67680"/>
                  <a:gd name="textAreaRight" fmla="*/ 68040 w 67680"/>
                  <a:gd name="textAreaTop" fmla="*/ 0 h 67320"/>
                  <a:gd name="textAreaBottom" fmla="*/ 67680 h 67320"/>
                </a:gdLst>
                <a:ahLst/>
                <a:cxnLst/>
                <a:rect l="textAreaLeft" t="textAreaTop" r="textAreaRight" b="textAreaBottom"/>
                <a:pathLst>
                  <a:path w="98" h="98">
                    <a:moveTo>
                      <a:pt x="31" y="32"/>
                    </a:moveTo>
                    <a:cubicBezTo>
                      <a:pt x="11" y="52"/>
                      <a:pt x="0" y="77"/>
                      <a:pt x="0" y="98"/>
                    </a:cubicBezTo>
                    <a:cubicBezTo>
                      <a:pt x="22" y="91"/>
                      <a:pt x="43" y="79"/>
                      <a:pt x="61" y="61"/>
                    </a:cubicBezTo>
                    <a:cubicBezTo>
                      <a:pt x="78" y="44"/>
                      <a:pt x="91" y="23"/>
                      <a:pt x="98" y="1"/>
                    </a:cubicBezTo>
                    <a:cubicBezTo>
                      <a:pt x="76" y="0"/>
                      <a:pt x="51" y="11"/>
                      <a:pt x="31" y="32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3840" bIns="338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71" name="Google Shape;81;p4"/>
              <p:cNvSpPr/>
              <p:nvPr/>
            </p:nvSpPr>
            <p:spPr>
              <a:xfrm>
                <a:off x="8768880" y="411480"/>
                <a:ext cx="66960" cy="67680"/>
              </a:xfrm>
              <a:custGeom>
                <a:avLst/>
                <a:gdLst>
                  <a:gd name="textAreaLeft" fmla="*/ 0 w 66960"/>
                  <a:gd name="textAreaRight" fmla="*/ 67320 w 66960"/>
                  <a:gd name="textAreaTop" fmla="*/ 0 h 67680"/>
                  <a:gd name="textAreaBottom" fmla="*/ 68040 h 67680"/>
                </a:gdLst>
                <a:ahLst/>
                <a:cxnLst/>
                <a:rect l="textAreaLeft" t="textAreaTop" r="textAreaRight" b="textAreaBottom"/>
                <a:pathLst>
                  <a:path w="97" h="98">
                    <a:moveTo>
                      <a:pt x="66" y="67"/>
                    </a:moveTo>
                    <a:cubicBezTo>
                      <a:pt x="86" y="47"/>
                      <a:pt x="97" y="22"/>
                      <a:pt x="97" y="0"/>
                    </a:cubicBezTo>
                    <a:cubicBezTo>
                      <a:pt x="52" y="14"/>
                      <a:pt x="13" y="53"/>
                      <a:pt x="0" y="98"/>
                    </a:cubicBezTo>
                    <a:cubicBezTo>
                      <a:pt x="21" y="98"/>
                      <a:pt x="46" y="87"/>
                      <a:pt x="66" y="67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3840" bIns="338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72" name="Google Shape;82;p4"/>
              <p:cNvSpPr/>
              <p:nvPr/>
            </p:nvSpPr>
            <p:spPr>
              <a:xfrm>
                <a:off x="8899200" y="411480"/>
                <a:ext cx="69120" cy="69120"/>
              </a:xfrm>
              <a:custGeom>
                <a:avLst/>
                <a:gdLst>
                  <a:gd name="textAreaLeft" fmla="*/ 0 w 69120"/>
                  <a:gd name="textAreaRight" fmla="*/ 69480 w 69120"/>
                  <a:gd name="textAreaTop" fmla="*/ 0 h 69120"/>
                  <a:gd name="textAreaBottom" fmla="*/ 69480 h 69120"/>
                </a:gdLst>
                <a:ahLst/>
                <a:cxnLst/>
                <a:rect l="textAreaLeft" t="textAreaTop" r="textAreaRight" b="textAreaBottom"/>
                <a:pathLst>
                  <a:path w="100" h="100">
                    <a:moveTo>
                      <a:pt x="100" y="98"/>
                    </a:moveTo>
                    <a:cubicBezTo>
                      <a:pt x="86" y="53"/>
                      <a:pt x="47" y="14"/>
                      <a:pt x="2" y="0"/>
                    </a:cubicBezTo>
                    <a:cubicBezTo>
                      <a:pt x="0" y="46"/>
                      <a:pt x="54" y="100"/>
                      <a:pt x="100" y="98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4560" bIns="3456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73" name="Google Shape;83;p4"/>
              <p:cNvSpPr/>
              <p:nvPr/>
            </p:nvSpPr>
            <p:spPr>
              <a:xfrm>
                <a:off x="8850240" y="494640"/>
                <a:ext cx="36000" cy="35280"/>
              </a:xfrm>
              <a:custGeom>
                <a:avLst/>
                <a:gdLst>
                  <a:gd name="textAreaLeft" fmla="*/ 0 w 36000"/>
                  <a:gd name="textAreaRight" fmla="*/ 36360 w 36000"/>
                  <a:gd name="textAreaTop" fmla="*/ 0 h 35280"/>
                  <a:gd name="textAreaBottom" fmla="*/ 35640 h 35280"/>
                </a:gdLst>
                <a:ahLst/>
                <a:cxnLst/>
                <a:rect l="textAreaLeft" t="textAreaTop" r="textAreaRight" b="textAreaBottom"/>
                <a:pathLst>
                  <a:path w="53" h="51">
                    <a:moveTo>
                      <a:pt x="27" y="0"/>
                    </a:moveTo>
                    <a:cubicBezTo>
                      <a:pt x="21" y="0"/>
                      <a:pt x="14" y="3"/>
                      <a:pt x="10" y="7"/>
                    </a:cubicBezTo>
                    <a:cubicBezTo>
                      <a:pt x="0" y="17"/>
                      <a:pt x="0" y="32"/>
                      <a:pt x="10" y="41"/>
                    </a:cubicBezTo>
                    <a:cubicBezTo>
                      <a:pt x="19" y="51"/>
                      <a:pt x="34" y="51"/>
                      <a:pt x="44" y="41"/>
                    </a:cubicBezTo>
                    <a:cubicBezTo>
                      <a:pt x="53" y="32"/>
                      <a:pt x="53" y="17"/>
                      <a:pt x="44" y="7"/>
                    </a:cubicBezTo>
                    <a:cubicBezTo>
                      <a:pt x="39" y="3"/>
                      <a:pt x="33" y="0"/>
                      <a:pt x="27" y="0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7640" bIns="176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74" name="Google Shape;84;p4"/>
              <p:cNvSpPr/>
              <p:nvPr/>
            </p:nvSpPr>
            <p:spPr>
              <a:xfrm>
                <a:off x="8763120" y="406800"/>
                <a:ext cx="209880" cy="209880"/>
              </a:xfrm>
              <a:custGeom>
                <a:avLst/>
                <a:gdLst>
                  <a:gd name="textAreaLeft" fmla="*/ 0 w 209880"/>
                  <a:gd name="textAreaRight" fmla="*/ 210240 w 209880"/>
                  <a:gd name="textAreaTop" fmla="*/ 0 h 209880"/>
                  <a:gd name="textAreaBottom" fmla="*/ 210240 h 209880"/>
                </a:gdLst>
                <a:ahLst/>
                <a:cxnLst/>
                <a:rect l="textAreaLeft" t="textAreaTop" r="textAreaRight" b="textAreaBottom"/>
                <a:pathLst>
                  <a:path w="303" h="303">
                    <a:moveTo>
                      <a:pt x="295" y="135"/>
                    </a:moveTo>
                    <a:cubicBezTo>
                      <a:pt x="265" y="135"/>
                      <a:pt x="233" y="120"/>
                      <a:pt x="208" y="95"/>
                    </a:cubicBezTo>
                    <a:cubicBezTo>
                      <a:pt x="192" y="79"/>
                      <a:pt x="180" y="61"/>
                      <a:pt x="174" y="41"/>
                    </a:cubicBezTo>
                    <a:cubicBezTo>
                      <a:pt x="169" y="27"/>
                      <a:pt x="168" y="14"/>
                      <a:pt x="169" y="1"/>
                    </a:cubicBezTo>
                    <a:cubicBezTo>
                      <a:pt x="158" y="0"/>
                      <a:pt x="146" y="0"/>
                      <a:pt x="135" y="1"/>
                    </a:cubicBezTo>
                    <a:cubicBezTo>
                      <a:pt x="140" y="52"/>
                      <a:pt x="93" y="114"/>
                      <a:pt x="41" y="129"/>
                    </a:cubicBezTo>
                    <a:cubicBezTo>
                      <a:pt x="28" y="134"/>
                      <a:pt x="15" y="135"/>
                      <a:pt x="1" y="134"/>
                    </a:cubicBezTo>
                    <a:cubicBezTo>
                      <a:pt x="0" y="146"/>
                      <a:pt x="0" y="157"/>
                      <a:pt x="1" y="168"/>
                    </a:cubicBezTo>
                    <a:cubicBezTo>
                      <a:pt x="68" y="161"/>
                      <a:pt x="142" y="235"/>
                      <a:pt x="135" y="302"/>
                    </a:cubicBezTo>
                    <a:cubicBezTo>
                      <a:pt x="146" y="303"/>
                      <a:pt x="157" y="303"/>
                      <a:pt x="169" y="302"/>
                    </a:cubicBezTo>
                    <a:cubicBezTo>
                      <a:pt x="166" y="270"/>
                      <a:pt x="180" y="235"/>
                      <a:pt x="208" y="207"/>
                    </a:cubicBezTo>
                    <a:cubicBezTo>
                      <a:pt x="224" y="191"/>
                      <a:pt x="242" y="180"/>
                      <a:pt x="262" y="173"/>
                    </a:cubicBezTo>
                    <a:cubicBezTo>
                      <a:pt x="275" y="169"/>
                      <a:pt x="289" y="167"/>
                      <a:pt x="302" y="168"/>
                    </a:cubicBezTo>
                    <a:cubicBezTo>
                      <a:pt x="303" y="157"/>
                      <a:pt x="303" y="146"/>
                      <a:pt x="302" y="134"/>
                    </a:cubicBezTo>
                    <a:cubicBezTo>
                      <a:pt x="300" y="134"/>
                      <a:pt x="297" y="135"/>
                      <a:pt x="295" y="135"/>
                    </a:cubicBezTo>
                    <a:close/>
                    <a:moveTo>
                      <a:pt x="190" y="190"/>
                    </a:moveTo>
                    <a:cubicBezTo>
                      <a:pt x="190" y="190"/>
                      <a:pt x="190" y="190"/>
                      <a:pt x="190" y="190"/>
                    </a:cubicBezTo>
                    <a:cubicBezTo>
                      <a:pt x="169" y="211"/>
                      <a:pt x="135" y="211"/>
                      <a:pt x="114" y="190"/>
                    </a:cubicBezTo>
                    <a:cubicBezTo>
                      <a:pt x="92" y="169"/>
                      <a:pt x="92" y="134"/>
                      <a:pt x="114" y="113"/>
                    </a:cubicBezTo>
                    <a:cubicBezTo>
                      <a:pt x="135" y="92"/>
                      <a:pt x="169" y="92"/>
                      <a:pt x="190" y="113"/>
                    </a:cubicBezTo>
                    <a:cubicBezTo>
                      <a:pt x="211" y="134"/>
                      <a:pt x="211" y="169"/>
                      <a:pt x="190" y="190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75" name="Google Shape;85;p4"/>
              <p:cNvSpPr/>
              <p:nvPr/>
            </p:nvSpPr>
            <p:spPr>
              <a:xfrm>
                <a:off x="8691120" y="332640"/>
                <a:ext cx="356040" cy="357120"/>
              </a:xfrm>
              <a:custGeom>
                <a:avLst/>
                <a:gdLst>
                  <a:gd name="textAreaLeft" fmla="*/ 0 w 356040"/>
                  <a:gd name="textAreaRight" fmla="*/ 356400 w 356040"/>
                  <a:gd name="textAreaTop" fmla="*/ 0 h 357120"/>
                  <a:gd name="textAreaBottom" fmla="*/ 357480 h 357120"/>
                </a:gdLst>
                <a:ahLst/>
                <a:cxnLst/>
                <a:rect l="textAreaLeft" t="textAreaTop" r="textAreaRight" b="textAreaBottom"/>
                <a:pathLst>
                  <a:path w="514" h="515">
                    <a:moveTo>
                      <a:pt x="507" y="209"/>
                    </a:moveTo>
                    <a:cubicBezTo>
                      <a:pt x="506" y="200"/>
                      <a:pt x="499" y="193"/>
                      <a:pt x="490" y="192"/>
                    </a:cubicBezTo>
                    <a:cubicBezTo>
                      <a:pt x="469" y="188"/>
                      <a:pt x="469" y="188"/>
                      <a:pt x="469" y="188"/>
                    </a:cubicBezTo>
                    <a:cubicBezTo>
                      <a:pt x="467" y="188"/>
                      <a:pt x="465" y="186"/>
                      <a:pt x="464" y="184"/>
                    </a:cubicBezTo>
                    <a:cubicBezTo>
                      <a:pt x="461" y="177"/>
                      <a:pt x="458" y="170"/>
                      <a:pt x="455" y="163"/>
                    </a:cubicBezTo>
                    <a:cubicBezTo>
                      <a:pt x="454" y="161"/>
                      <a:pt x="454" y="158"/>
                      <a:pt x="456" y="157"/>
                    </a:cubicBezTo>
                    <a:cubicBezTo>
                      <a:pt x="468" y="139"/>
                      <a:pt x="468" y="139"/>
                      <a:pt x="468" y="139"/>
                    </a:cubicBezTo>
                    <a:cubicBezTo>
                      <a:pt x="473" y="132"/>
                      <a:pt x="473" y="122"/>
                      <a:pt x="468" y="115"/>
                    </a:cubicBezTo>
                    <a:cubicBezTo>
                      <a:pt x="459" y="101"/>
                      <a:pt x="448" y="89"/>
                      <a:pt x="437" y="77"/>
                    </a:cubicBezTo>
                    <a:cubicBezTo>
                      <a:pt x="424" y="64"/>
                      <a:pt x="409" y="53"/>
                      <a:pt x="394" y="43"/>
                    </a:cubicBezTo>
                    <a:cubicBezTo>
                      <a:pt x="389" y="39"/>
                      <a:pt x="382" y="39"/>
                      <a:pt x="377" y="43"/>
                    </a:cubicBezTo>
                    <a:cubicBezTo>
                      <a:pt x="357" y="58"/>
                      <a:pt x="357" y="58"/>
                      <a:pt x="357" y="58"/>
                    </a:cubicBezTo>
                    <a:cubicBezTo>
                      <a:pt x="355" y="59"/>
                      <a:pt x="352" y="60"/>
                      <a:pt x="350" y="59"/>
                    </a:cubicBezTo>
                    <a:cubicBezTo>
                      <a:pt x="343" y="55"/>
                      <a:pt x="336" y="53"/>
                      <a:pt x="329" y="50"/>
                    </a:cubicBezTo>
                    <a:cubicBezTo>
                      <a:pt x="327" y="49"/>
                      <a:pt x="326" y="47"/>
                      <a:pt x="325" y="45"/>
                    </a:cubicBezTo>
                    <a:cubicBezTo>
                      <a:pt x="321" y="20"/>
                      <a:pt x="321" y="20"/>
                      <a:pt x="321" y="20"/>
                    </a:cubicBezTo>
                    <a:cubicBezTo>
                      <a:pt x="320" y="14"/>
                      <a:pt x="315" y="9"/>
                      <a:pt x="309" y="8"/>
                    </a:cubicBezTo>
                    <a:cubicBezTo>
                      <a:pt x="274" y="0"/>
                      <a:pt x="237" y="1"/>
                      <a:pt x="201" y="8"/>
                    </a:cubicBezTo>
                    <a:cubicBezTo>
                      <a:pt x="195" y="9"/>
                      <a:pt x="191" y="14"/>
                      <a:pt x="190" y="20"/>
                    </a:cubicBezTo>
                    <a:cubicBezTo>
                      <a:pt x="186" y="45"/>
                      <a:pt x="186" y="45"/>
                      <a:pt x="186" y="45"/>
                    </a:cubicBezTo>
                    <a:cubicBezTo>
                      <a:pt x="185" y="48"/>
                      <a:pt x="184" y="49"/>
                      <a:pt x="181" y="50"/>
                    </a:cubicBezTo>
                    <a:cubicBezTo>
                      <a:pt x="174" y="53"/>
                      <a:pt x="167" y="56"/>
                      <a:pt x="160" y="59"/>
                    </a:cubicBezTo>
                    <a:cubicBezTo>
                      <a:pt x="158" y="60"/>
                      <a:pt x="156" y="60"/>
                      <a:pt x="154" y="58"/>
                    </a:cubicBezTo>
                    <a:cubicBezTo>
                      <a:pt x="133" y="44"/>
                      <a:pt x="133" y="44"/>
                      <a:pt x="133" y="44"/>
                    </a:cubicBezTo>
                    <a:cubicBezTo>
                      <a:pt x="128" y="40"/>
                      <a:pt x="121" y="40"/>
                      <a:pt x="116" y="43"/>
                    </a:cubicBezTo>
                    <a:cubicBezTo>
                      <a:pt x="101" y="53"/>
                      <a:pt x="87" y="65"/>
                      <a:pt x="75" y="77"/>
                    </a:cubicBezTo>
                    <a:cubicBezTo>
                      <a:pt x="63" y="89"/>
                      <a:pt x="52" y="102"/>
                      <a:pt x="43" y="116"/>
                    </a:cubicBezTo>
                    <a:cubicBezTo>
                      <a:pt x="38" y="123"/>
                      <a:pt x="38" y="133"/>
                      <a:pt x="43" y="140"/>
                    </a:cubicBezTo>
                    <a:cubicBezTo>
                      <a:pt x="55" y="157"/>
                      <a:pt x="55" y="157"/>
                      <a:pt x="55" y="157"/>
                    </a:cubicBezTo>
                    <a:cubicBezTo>
                      <a:pt x="57" y="159"/>
                      <a:pt x="57" y="162"/>
                      <a:pt x="56" y="164"/>
                    </a:cubicBezTo>
                    <a:cubicBezTo>
                      <a:pt x="53" y="171"/>
                      <a:pt x="50" y="178"/>
                      <a:pt x="47" y="185"/>
                    </a:cubicBezTo>
                    <a:cubicBezTo>
                      <a:pt x="47" y="187"/>
                      <a:pt x="45" y="188"/>
                      <a:pt x="42" y="189"/>
                    </a:cubicBezTo>
                    <a:cubicBezTo>
                      <a:pt x="17" y="193"/>
                      <a:pt x="17" y="193"/>
                      <a:pt x="17" y="193"/>
                    </a:cubicBezTo>
                    <a:cubicBezTo>
                      <a:pt x="11" y="194"/>
                      <a:pt x="6" y="199"/>
                      <a:pt x="5" y="205"/>
                    </a:cubicBezTo>
                    <a:cubicBezTo>
                      <a:pt x="1" y="222"/>
                      <a:pt x="0" y="240"/>
                      <a:pt x="0" y="258"/>
                    </a:cubicBezTo>
                    <a:cubicBezTo>
                      <a:pt x="0" y="275"/>
                      <a:pt x="1" y="292"/>
                      <a:pt x="4" y="308"/>
                    </a:cubicBezTo>
                    <a:cubicBezTo>
                      <a:pt x="6" y="317"/>
                      <a:pt x="13" y="324"/>
                      <a:pt x="22" y="325"/>
                    </a:cubicBezTo>
                    <a:cubicBezTo>
                      <a:pt x="43" y="329"/>
                      <a:pt x="43" y="329"/>
                      <a:pt x="43" y="329"/>
                    </a:cubicBezTo>
                    <a:cubicBezTo>
                      <a:pt x="45" y="329"/>
                      <a:pt x="47" y="331"/>
                      <a:pt x="47" y="333"/>
                    </a:cubicBezTo>
                    <a:cubicBezTo>
                      <a:pt x="50" y="340"/>
                      <a:pt x="53" y="347"/>
                      <a:pt x="56" y="353"/>
                    </a:cubicBezTo>
                    <a:cubicBezTo>
                      <a:pt x="57" y="356"/>
                      <a:pt x="57" y="358"/>
                      <a:pt x="56" y="360"/>
                    </a:cubicBezTo>
                    <a:cubicBezTo>
                      <a:pt x="43" y="377"/>
                      <a:pt x="43" y="377"/>
                      <a:pt x="43" y="377"/>
                    </a:cubicBezTo>
                    <a:cubicBezTo>
                      <a:pt x="38" y="384"/>
                      <a:pt x="38" y="394"/>
                      <a:pt x="43" y="402"/>
                    </a:cubicBezTo>
                    <a:cubicBezTo>
                      <a:pt x="62" y="430"/>
                      <a:pt x="88" y="455"/>
                      <a:pt x="117" y="474"/>
                    </a:cubicBezTo>
                    <a:cubicBezTo>
                      <a:pt x="122" y="477"/>
                      <a:pt x="129" y="477"/>
                      <a:pt x="134" y="474"/>
                    </a:cubicBezTo>
                    <a:cubicBezTo>
                      <a:pt x="154" y="459"/>
                      <a:pt x="154" y="459"/>
                      <a:pt x="154" y="459"/>
                    </a:cubicBezTo>
                    <a:cubicBezTo>
                      <a:pt x="156" y="457"/>
                      <a:pt x="159" y="457"/>
                      <a:pt x="161" y="458"/>
                    </a:cubicBezTo>
                    <a:cubicBezTo>
                      <a:pt x="168" y="461"/>
                      <a:pt x="175" y="464"/>
                      <a:pt x="182" y="467"/>
                    </a:cubicBezTo>
                    <a:cubicBezTo>
                      <a:pt x="184" y="468"/>
                      <a:pt x="186" y="469"/>
                      <a:pt x="186" y="472"/>
                    </a:cubicBezTo>
                    <a:cubicBezTo>
                      <a:pt x="190" y="493"/>
                      <a:pt x="190" y="493"/>
                      <a:pt x="190" y="493"/>
                    </a:cubicBezTo>
                    <a:cubicBezTo>
                      <a:pt x="191" y="501"/>
                      <a:pt x="198" y="508"/>
                      <a:pt x="207" y="510"/>
                    </a:cubicBezTo>
                    <a:cubicBezTo>
                      <a:pt x="223" y="513"/>
                      <a:pt x="239" y="515"/>
                      <a:pt x="256" y="515"/>
                    </a:cubicBezTo>
                    <a:cubicBezTo>
                      <a:pt x="272" y="515"/>
                      <a:pt x="289" y="513"/>
                      <a:pt x="305" y="510"/>
                    </a:cubicBezTo>
                    <a:cubicBezTo>
                      <a:pt x="314" y="508"/>
                      <a:pt x="321" y="501"/>
                      <a:pt x="322" y="492"/>
                    </a:cubicBezTo>
                    <a:cubicBezTo>
                      <a:pt x="326" y="472"/>
                      <a:pt x="326" y="472"/>
                      <a:pt x="326" y="472"/>
                    </a:cubicBezTo>
                    <a:cubicBezTo>
                      <a:pt x="326" y="469"/>
                      <a:pt x="328" y="467"/>
                      <a:pt x="330" y="467"/>
                    </a:cubicBezTo>
                    <a:cubicBezTo>
                      <a:pt x="337" y="464"/>
                      <a:pt x="344" y="461"/>
                      <a:pt x="351" y="458"/>
                    </a:cubicBezTo>
                    <a:cubicBezTo>
                      <a:pt x="353" y="457"/>
                      <a:pt x="355" y="457"/>
                      <a:pt x="357" y="458"/>
                    </a:cubicBezTo>
                    <a:cubicBezTo>
                      <a:pt x="378" y="473"/>
                      <a:pt x="378" y="473"/>
                      <a:pt x="378" y="473"/>
                    </a:cubicBezTo>
                    <a:cubicBezTo>
                      <a:pt x="383" y="477"/>
                      <a:pt x="390" y="477"/>
                      <a:pt x="395" y="474"/>
                    </a:cubicBezTo>
                    <a:cubicBezTo>
                      <a:pt x="410" y="464"/>
                      <a:pt x="424" y="452"/>
                      <a:pt x="437" y="440"/>
                    </a:cubicBezTo>
                    <a:cubicBezTo>
                      <a:pt x="449" y="428"/>
                      <a:pt x="459" y="415"/>
                      <a:pt x="469" y="401"/>
                    </a:cubicBezTo>
                    <a:cubicBezTo>
                      <a:pt x="474" y="394"/>
                      <a:pt x="474" y="384"/>
                      <a:pt x="468" y="377"/>
                    </a:cubicBezTo>
                    <a:cubicBezTo>
                      <a:pt x="456" y="360"/>
                      <a:pt x="456" y="360"/>
                      <a:pt x="456" y="360"/>
                    </a:cubicBezTo>
                    <a:cubicBezTo>
                      <a:pt x="455" y="358"/>
                      <a:pt x="454" y="355"/>
                      <a:pt x="455" y="353"/>
                    </a:cubicBezTo>
                    <a:cubicBezTo>
                      <a:pt x="459" y="346"/>
                      <a:pt x="462" y="339"/>
                      <a:pt x="464" y="332"/>
                    </a:cubicBezTo>
                    <a:cubicBezTo>
                      <a:pt x="465" y="330"/>
                      <a:pt x="467" y="328"/>
                      <a:pt x="469" y="328"/>
                    </a:cubicBezTo>
                    <a:cubicBezTo>
                      <a:pt x="494" y="324"/>
                      <a:pt x="494" y="324"/>
                      <a:pt x="494" y="324"/>
                    </a:cubicBezTo>
                    <a:cubicBezTo>
                      <a:pt x="500" y="323"/>
                      <a:pt x="505" y="318"/>
                      <a:pt x="506" y="312"/>
                    </a:cubicBezTo>
                    <a:cubicBezTo>
                      <a:pt x="513" y="278"/>
                      <a:pt x="514" y="243"/>
                      <a:pt x="507" y="209"/>
                    </a:cubicBezTo>
                    <a:close/>
                    <a:moveTo>
                      <a:pt x="384" y="387"/>
                    </a:moveTo>
                    <a:cubicBezTo>
                      <a:pt x="339" y="431"/>
                      <a:pt x="279" y="448"/>
                      <a:pt x="220" y="436"/>
                    </a:cubicBezTo>
                    <a:cubicBezTo>
                      <a:pt x="219" y="436"/>
                      <a:pt x="218" y="436"/>
                      <a:pt x="217" y="436"/>
                    </a:cubicBezTo>
                    <a:cubicBezTo>
                      <a:pt x="217" y="436"/>
                      <a:pt x="217" y="436"/>
                      <a:pt x="217" y="436"/>
                    </a:cubicBezTo>
                    <a:cubicBezTo>
                      <a:pt x="151" y="423"/>
                      <a:pt x="91" y="363"/>
                      <a:pt x="79" y="297"/>
                    </a:cubicBezTo>
                    <a:cubicBezTo>
                      <a:pt x="79" y="297"/>
                      <a:pt x="79" y="297"/>
                      <a:pt x="79" y="297"/>
                    </a:cubicBezTo>
                    <a:cubicBezTo>
                      <a:pt x="78" y="296"/>
                      <a:pt x="78" y="295"/>
                      <a:pt x="78" y="294"/>
                    </a:cubicBezTo>
                    <a:cubicBezTo>
                      <a:pt x="73" y="271"/>
                      <a:pt x="73" y="246"/>
                      <a:pt x="78" y="222"/>
                    </a:cubicBezTo>
                    <a:cubicBezTo>
                      <a:pt x="78" y="221"/>
                      <a:pt x="78" y="220"/>
                      <a:pt x="79" y="219"/>
                    </a:cubicBezTo>
                    <a:cubicBezTo>
                      <a:pt x="79" y="219"/>
                      <a:pt x="79" y="219"/>
                      <a:pt x="79" y="219"/>
                    </a:cubicBezTo>
                    <a:cubicBezTo>
                      <a:pt x="108" y="81"/>
                      <a:pt x="283" y="29"/>
                      <a:pt x="384" y="130"/>
                    </a:cubicBezTo>
                    <a:cubicBezTo>
                      <a:pt x="409" y="155"/>
                      <a:pt x="425" y="186"/>
                      <a:pt x="433" y="219"/>
                    </a:cubicBezTo>
                    <a:cubicBezTo>
                      <a:pt x="433" y="219"/>
                      <a:pt x="433" y="219"/>
                      <a:pt x="433" y="219"/>
                    </a:cubicBezTo>
                    <a:cubicBezTo>
                      <a:pt x="433" y="221"/>
                      <a:pt x="433" y="222"/>
                      <a:pt x="433" y="223"/>
                    </a:cubicBezTo>
                    <a:cubicBezTo>
                      <a:pt x="445" y="280"/>
                      <a:pt x="428" y="342"/>
                      <a:pt x="384" y="387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576" name="Google Shape;86;p4"/>
            <p:cNvGrpSpPr/>
            <p:nvPr/>
          </p:nvGrpSpPr>
          <p:grpSpPr>
            <a:xfrm>
              <a:off x="8134560" y="650880"/>
              <a:ext cx="354600" cy="366480"/>
              <a:chOff x="8134560" y="650880"/>
              <a:chExt cx="354600" cy="366480"/>
            </a:xfrm>
          </p:grpSpPr>
          <p:sp>
            <p:nvSpPr>
              <p:cNvPr id="577" name="Google Shape;87;p4"/>
              <p:cNvSpPr/>
              <p:nvPr/>
            </p:nvSpPr>
            <p:spPr>
              <a:xfrm>
                <a:off x="8134560" y="650880"/>
                <a:ext cx="354600" cy="231480"/>
              </a:xfrm>
              <a:custGeom>
                <a:avLst/>
                <a:gdLst>
                  <a:gd name="textAreaLeft" fmla="*/ 0 w 354600"/>
                  <a:gd name="textAreaRight" fmla="*/ 354960 w 354600"/>
                  <a:gd name="textAreaTop" fmla="*/ 0 h 231480"/>
                  <a:gd name="textAreaBottom" fmla="*/ 231840 h 231480"/>
                </a:gdLst>
                <a:ahLst/>
                <a:cxnLst/>
                <a:rect l="textAreaLeft" t="textAreaTop" r="textAreaRight" b="textAreaBottom"/>
                <a:pathLst>
                  <a:path w="511" h="334">
                    <a:moveTo>
                      <a:pt x="470" y="187"/>
                    </a:moveTo>
                    <a:cubicBezTo>
                      <a:pt x="462" y="183"/>
                      <a:pt x="459" y="175"/>
                      <a:pt x="462" y="167"/>
                    </a:cubicBezTo>
                    <a:cubicBezTo>
                      <a:pt x="481" y="118"/>
                      <a:pt x="444" y="63"/>
                      <a:pt x="391" y="63"/>
                    </a:cubicBezTo>
                    <a:cubicBezTo>
                      <a:pt x="381" y="62"/>
                      <a:pt x="371" y="64"/>
                      <a:pt x="361" y="68"/>
                    </a:cubicBezTo>
                    <a:cubicBezTo>
                      <a:pt x="353" y="71"/>
                      <a:pt x="344" y="68"/>
                      <a:pt x="341" y="60"/>
                    </a:cubicBezTo>
                    <a:cubicBezTo>
                      <a:pt x="314" y="1"/>
                      <a:pt x="229" y="0"/>
                      <a:pt x="201" y="59"/>
                    </a:cubicBezTo>
                    <a:cubicBezTo>
                      <a:pt x="198" y="67"/>
                      <a:pt x="189" y="70"/>
                      <a:pt x="181" y="67"/>
                    </a:cubicBezTo>
                    <a:cubicBezTo>
                      <a:pt x="173" y="64"/>
                      <a:pt x="163" y="63"/>
                      <a:pt x="154" y="63"/>
                    </a:cubicBezTo>
                    <a:cubicBezTo>
                      <a:pt x="112" y="63"/>
                      <a:pt x="78" y="98"/>
                      <a:pt x="78" y="140"/>
                    </a:cubicBezTo>
                    <a:cubicBezTo>
                      <a:pt x="78" y="149"/>
                      <a:pt x="80" y="158"/>
                      <a:pt x="83" y="167"/>
                    </a:cubicBezTo>
                    <a:cubicBezTo>
                      <a:pt x="86" y="175"/>
                      <a:pt x="82" y="184"/>
                      <a:pt x="75" y="187"/>
                    </a:cubicBezTo>
                    <a:cubicBezTo>
                      <a:pt x="0" y="225"/>
                      <a:pt x="26" y="332"/>
                      <a:pt x="109" y="334"/>
                    </a:cubicBezTo>
                    <a:cubicBezTo>
                      <a:pt x="177" y="334"/>
                      <a:pt x="177" y="334"/>
                      <a:pt x="177" y="334"/>
                    </a:cubicBezTo>
                    <a:cubicBezTo>
                      <a:pt x="271" y="330"/>
                      <a:pt x="271" y="196"/>
                      <a:pt x="177" y="192"/>
                    </a:cubicBezTo>
                    <a:cubicBezTo>
                      <a:pt x="168" y="192"/>
                      <a:pt x="161" y="185"/>
                      <a:pt x="161" y="176"/>
                    </a:cubicBezTo>
                    <a:cubicBezTo>
                      <a:pt x="161" y="167"/>
                      <a:pt x="168" y="160"/>
                      <a:pt x="177" y="160"/>
                    </a:cubicBezTo>
                    <a:cubicBezTo>
                      <a:pt x="228" y="160"/>
                      <a:pt x="271" y="198"/>
                      <a:pt x="278" y="247"/>
                    </a:cubicBezTo>
                    <a:cubicBezTo>
                      <a:pt x="353" y="247"/>
                      <a:pt x="353" y="247"/>
                      <a:pt x="353" y="247"/>
                    </a:cubicBezTo>
                    <a:cubicBezTo>
                      <a:pt x="367" y="247"/>
                      <a:pt x="379" y="235"/>
                      <a:pt x="379" y="221"/>
                    </a:cubicBezTo>
                    <a:cubicBezTo>
                      <a:pt x="379" y="207"/>
                      <a:pt x="367" y="195"/>
                      <a:pt x="353" y="195"/>
                    </a:cubicBezTo>
                    <a:cubicBezTo>
                      <a:pt x="332" y="194"/>
                      <a:pt x="332" y="164"/>
                      <a:pt x="353" y="163"/>
                    </a:cubicBezTo>
                    <a:cubicBezTo>
                      <a:pt x="430" y="166"/>
                      <a:pt x="430" y="276"/>
                      <a:pt x="353" y="279"/>
                    </a:cubicBezTo>
                    <a:cubicBezTo>
                      <a:pt x="278" y="279"/>
                      <a:pt x="278" y="279"/>
                      <a:pt x="278" y="279"/>
                    </a:cubicBezTo>
                    <a:cubicBezTo>
                      <a:pt x="275" y="300"/>
                      <a:pt x="265" y="319"/>
                      <a:pt x="251" y="334"/>
                    </a:cubicBezTo>
                    <a:cubicBezTo>
                      <a:pt x="257" y="334"/>
                      <a:pt x="257" y="334"/>
                      <a:pt x="257" y="334"/>
                    </a:cubicBezTo>
                    <a:cubicBezTo>
                      <a:pt x="258" y="334"/>
                      <a:pt x="258" y="334"/>
                      <a:pt x="259" y="334"/>
                    </a:cubicBezTo>
                    <a:cubicBezTo>
                      <a:pt x="432" y="334"/>
                      <a:pt x="432" y="334"/>
                      <a:pt x="432" y="334"/>
                    </a:cubicBezTo>
                    <a:cubicBezTo>
                      <a:pt x="453" y="334"/>
                      <a:pt x="473" y="326"/>
                      <a:pt x="488" y="311"/>
                    </a:cubicBezTo>
                    <a:cubicBezTo>
                      <a:pt x="503" y="296"/>
                      <a:pt x="511" y="276"/>
                      <a:pt x="511" y="255"/>
                    </a:cubicBezTo>
                    <a:cubicBezTo>
                      <a:pt x="511" y="226"/>
                      <a:pt x="495" y="200"/>
                      <a:pt x="470" y="187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78" name="Google Shape;88;p4"/>
              <p:cNvSpPr/>
              <p:nvPr/>
            </p:nvSpPr>
            <p:spPr>
              <a:xfrm>
                <a:off x="8382960" y="971280"/>
                <a:ext cx="44280" cy="46080"/>
              </a:xfrm>
              <a:custGeom>
                <a:avLst/>
                <a:gdLst>
                  <a:gd name="textAreaLeft" fmla="*/ 0 w 44280"/>
                  <a:gd name="textAreaRight" fmla="*/ 44640 w 44280"/>
                  <a:gd name="textAreaTop" fmla="*/ 0 h 46080"/>
                  <a:gd name="textAreaBottom" fmla="*/ 46440 h 46080"/>
                </a:gdLst>
                <a:ahLst/>
                <a:cxnLst/>
                <a:rect l="textAreaLeft" t="textAreaTop" r="textAreaRight" b="textAreaBottom"/>
                <a:pathLst>
                  <a:path w="64" h="67">
                    <a:moveTo>
                      <a:pt x="63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35"/>
                      <a:pt x="0" y="35"/>
                      <a:pt x="0" y="35"/>
                    </a:cubicBezTo>
                    <a:cubicBezTo>
                      <a:pt x="0" y="52"/>
                      <a:pt x="14" y="67"/>
                      <a:pt x="32" y="67"/>
                    </a:cubicBezTo>
                    <a:cubicBezTo>
                      <a:pt x="57" y="67"/>
                      <a:pt x="57" y="67"/>
                      <a:pt x="57" y="67"/>
                    </a:cubicBezTo>
                    <a:cubicBezTo>
                      <a:pt x="61" y="67"/>
                      <a:pt x="64" y="63"/>
                      <a:pt x="64" y="59"/>
                    </a:cubicBezTo>
                    <a:cubicBezTo>
                      <a:pt x="64" y="0"/>
                      <a:pt x="64" y="0"/>
                      <a:pt x="64" y="0"/>
                    </a:cubicBezTo>
                    <a:cubicBezTo>
                      <a:pt x="64" y="0"/>
                      <a:pt x="64" y="0"/>
                      <a:pt x="63" y="0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3040" bIns="230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79" name="Google Shape;89;p4"/>
              <p:cNvSpPr/>
              <p:nvPr/>
            </p:nvSpPr>
            <p:spPr>
              <a:xfrm>
                <a:off x="8326440" y="900000"/>
                <a:ext cx="135000" cy="48600"/>
              </a:xfrm>
              <a:custGeom>
                <a:avLst/>
                <a:gdLst>
                  <a:gd name="textAreaLeft" fmla="*/ 0 w 135000"/>
                  <a:gd name="textAreaRight" fmla="*/ 135360 w 135000"/>
                  <a:gd name="textAreaTop" fmla="*/ 0 h 48600"/>
                  <a:gd name="textAreaBottom" fmla="*/ 48960 h 48600"/>
                </a:gdLst>
                <a:ahLst/>
                <a:cxnLst/>
                <a:rect l="textAreaLeft" t="textAreaTop" r="textAreaRight" b="textAreaBottom"/>
                <a:pathLst>
                  <a:path w="195" h="70">
                    <a:moveTo>
                      <a:pt x="195" y="19"/>
                    </a:moveTo>
                    <a:cubicBezTo>
                      <a:pt x="195" y="0"/>
                      <a:pt x="195" y="0"/>
                      <a:pt x="195" y="0"/>
                    </a:cubicBezTo>
                    <a:cubicBezTo>
                      <a:pt x="183" y="5"/>
                      <a:pt x="170" y="7"/>
                      <a:pt x="156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7" y="43"/>
                      <a:pt x="39" y="70"/>
                      <a:pt x="77" y="70"/>
                    </a:cubicBezTo>
                    <a:cubicBezTo>
                      <a:pt x="144" y="70"/>
                      <a:pt x="144" y="70"/>
                      <a:pt x="144" y="70"/>
                    </a:cubicBezTo>
                    <a:cubicBezTo>
                      <a:pt x="172" y="70"/>
                      <a:pt x="195" y="47"/>
                      <a:pt x="195" y="19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4480" bIns="2448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sp>
        <p:nvSpPr>
          <p:cNvPr id="580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581" name="PlaceHolder 2"/>
          <p:cNvSpPr>
            <a:spLocks noGrp="1"/>
          </p:cNvSpPr>
          <p:nvPr>
            <p:ph type="body"/>
          </p:nvPr>
        </p:nvSpPr>
        <p:spPr>
          <a:xfrm>
            <a:off x="720000" y="1215720"/>
            <a:ext cx="7703640" cy="3416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  <p:transition spd="slow">
    <p:push dir="u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_AND_TWO_COLUMNS"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2" name="Google Shape;93;p5"/>
          <p:cNvPicPr/>
          <p:nvPr/>
        </p:nvPicPr>
        <p:blipFill>
          <a:blip r:embed="rId2"/>
          <a:srcRect t="1844" r="1844"/>
          <a:stretch/>
        </p:blipFill>
        <p:spPr>
          <a:xfrm rot="10800000">
            <a:off x="36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83" name="Google Shape;94;p5"/>
          <p:cNvPicPr/>
          <p:nvPr/>
        </p:nvPicPr>
        <p:blipFill>
          <a:blip r:embed="rId3"/>
          <a:srcRect l="7208" r="48305" b="45432"/>
          <a:stretch/>
        </p:blipFill>
        <p:spPr>
          <a:xfrm flipH="1">
            <a:off x="7925040" y="2289240"/>
            <a:ext cx="1218960" cy="285408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584" name="Google Shape;95;p5"/>
          <p:cNvGrpSpPr/>
          <p:nvPr/>
        </p:nvGrpSpPr>
        <p:grpSpPr>
          <a:xfrm>
            <a:off x="7748280" y="-749880"/>
            <a:ext cx="1963080" cy="2057760"/>
            <a:chOff x="7748280" y="-749880"/>
            <a:chExt cx="1963080" cy="2057760"/>
          </a:xfrm>
        </p:grpSpPr>
        <p:pic>
          <p:nvPicPr>
            <p:cNvPr id="585" name="Google Shape;96;p5"/>
            <p:cNvPicPr/>
            <p:nvPr/>
          </p:nvPicPr>
          <p:blipFill>
            <a:blip r:embed="rId4">
              <a:alphaModFix amt="50000"/>
            </a:blip>
            <a:stretch/>
          </p:blipFill>
          <p:spPr>
            <a:xfrm rot="16200000">
              <a:off x="7726320" y="-727920"/>
              <a:ext cx="2007000" cy="1963080"/>
            </a:xfrm>
            <a:prstGeom prst="rect">
              <a:avLst/>
            </a:prstGeom>
            <a:noFill/>
            <a:ln w="0">
              <a:noFill/>
            </a:ln>
          </p:spPr>
        </p:pic>
        <p:grpSp>
          <p:nvGrpSpPr>
            <p:cNvPr id="586" name="Google Shape;97;p5"/>
            <p:cNvGrpSpPr/>
            <p:nvPr/>
          </p:nvGrpSpPr>
          <p:grpSpPr>
            <a:xfrm>
              <a:off x="8696880" y="990720"/>
              <a:ext cx="344520" cy="317160"/>
              <a:chOff x="8696880" y="990720"/>
              <a:chExt cx="344520" cy="317160"/>
            </a:xfrm>
          </p:grpSpPr>
          <p:sp>
            <p:nvSpPr>
              <p:cNvPr id="587" name="Google Shape;98;p5"/>
              <p:cNvSpPr/>
              <p:nvPr/>
            </p:nvSpPr>
            <p:spPr>
              <a:xfrm>
                <a:off x="8811720" y="1044720"/>
                <a:ext cx="148320" cy="149040"/>
              </a:xfrm>
              <a:custGeom>
                <a:avLst/>
                <a:gdLst>
                  <a:gd name="textAreaLeft" fmla="*/ 0 w 148320"/>
                  <a:gd name="textAreaRight" fmla="*/ 148680 w 148320"/>
                  <a:gd name="textAreaTop" fmla="*/ 0 h 149040"/>
                  <a:gd name="textAreaBottom" fmla="*/ 149400 h 149040"/>
                </a:gdLst>
                <a:ahLst/>
                <a:cxnLst/>
                <a:rect l="textAreaLeft" t="textAreaTop" r="textAreaRight" b="textAreaBottom"/>
                <a:pathLst>
                  <a:path w="251" h="252">
                    <a:moveTo>
                      <a:pt x="197" y="142"/>
                    </a:moveTo>
                    <a:cubicBezTo>
                      <a:pt x="176" y="141"/>
                      <a:pt x="176" y="110"/>
                      <a:pt x="197" y="110"/>
                    </a:cubicBezTo>
                    <a:cubicBezTo>
                      <a:pt x="251" y="109"/>
                      <a:pt x="251" y="109"/>
                      <a:pt x="251" y="109"/>
                    </a:cubicBezTo>
                    <a:cubicBezTo>
                      <a:pt x="245" y="55"/>
                      <a:pt x="197" y="6"/>
                      <a:pt x="142" y="0"/>
                    </a:cubicBezTo>
                    <a:cubicBezTo>
                      <a:pt x="141" y="54"/>
                      <a:pt x="141" y="54"/>
                      <a:pt x="141" y="54"/>
                    </a:cubicBezTo>
                    <a:cubicBezTo>
                      <a:pt x="141" y="63"/>
                      <a:pt x="134" y="70"/>
                      <a:pt x="125" y="70"/>
                    </a:cubicBezTo>
                    <a:cubicBezTo>
                      <a:pt x="125" y="70"/>
                      <a:pt x="125" y="70"/>
                      <a:pt x="125" y="70"/>
                    </a:cubicBezTo>
                    <a:cubicBezTo>
                      <a:pt x="116" y="70"/>
                      <a:pt x="109" y="63"/>
                      <a:pt x="109" y="54"/>
                    </a:cubicBezTo>
                    <a:cubicBezTo>
                      <a:pt x="109" y="0"/>
                      <a:pt x="109" y="0"/>
                      <a:pt x="109" y="0"/>
                    </a:cubicBezTo>
                    <a:cubicBezTo>
                      <a:pt x="53" y="6"/>
                      <a:pt x="5" y="55"/>
                      <a:pt x="0" y="110"/>
                    </a:cubicBezTo>
                    <a:cubicBezTo>
                      <a:pt x="53" y="110"/>
                      <a:pt x="53" y="110"/>
                      <a:pt x="53" y="110"/>
                    </a:cubicBezTo>
                    <a:cubicBezTo>
                      <a:pt x="53" y="110"/>
                      <a:pt x="53" y="110"/>
                      <a:pt x="53" y="110"/>
                    </a:cubicBezTo>
                    <a:cubicBezTo>
                      <a:pt x="74" y="111"/>
                      <a:pt x="74" y="141"/>
                      <a:pt x="53" y="142"/>
                    </a:cubicBezTo>
                    <a:cubicBezTo>
                      <a:pt x="0" y="142"/>
                      <a:pt x="0" y="142"/>
                      <a:pt x="0" y="142"/>
                    </a:cubicBezTo>
                    <a:cubicBezTo>
                      <a:pt x="5" y="197"/>
                      <a:pt x="53" y="246"/>
                      <a:pt x="109" y="252"/>
                    </a:cubicBezTo>
                    <a:cubicBezTo>
                      <a:pt x="109" y="198"/>
                      <a:pt x="109" y="198"/>
                      <a:pt x="109" y="198"/>
                    </a:cubicBezTo>
                    <a:cubicBezTo>
                      <a:pt x="109" y="189"/>
                      <a:pt x="116" y="182"/>
                      <a:pt x="125" y="182"/>
                    </a:cubicBezTo>
                    <a:cubicBezTo>
                      <a:pt x="125" y="182"/>
                      <a:pt x="125" y="182"/>
                      <a:pt x="125" y="182"/>
                    </a:cubicBezTo>
                    <a:cubicBezTo>
                      <a:pt x="134" y="182"/>
                      <a:pt x="141" y="189"/>
                      <a:pt x="141" y="198"/>
                    </a:cubicBezTo>
                    <a:cubicBezTo>
                      <a:pt x="141" y="252"/>
                      <a:pt x="141" y="252"/>
                      <a:pt x="141" y="252"/>
                    </a:cubicBezTo>
                    <a:cubicBezTo>
                      <a:pt x="197" y="246"/>
                      <a:pt x="245" y="197"/>
                      <a:pt x="251" y="142"/>
                    </a:cubicBezTo>
                    <a:cubicBezTo>
                      <a:pt x="197" y="142"/>
                      <a:pt x="197" y="142"/>
                      <a:pt x="197" y="142"/>
                    </a:cubicBezTo>
                    <a:cubicBezTo>
                      <a:pt x="197" y="142"/>
                      <a:pt x="197" y="142"/>
                      <a:pt x="197" y="142"/>
                    </a:cubicBezTo>
                    <a:close/>
                    <a:moveTo>
                      <a:pt x="125" y="142"/>
                    </a:moveTo>
                    <a:cubicBezTo>
                      <a:pt x="104" y="141"/>
                      <a:pt x="104" y="111"/>
                      <a:pt x="125" y="110"/>
                    </a:cubicBezTo>
                    <a:cubicBezTo>
                      <a:pt x="147" y="110"/>
                      <a:pt x="147" y="141"/>
                      <a:pt x="125" y="142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88" name="Google Shape;99;p5"/>
              <p:cNvSpPr/>
              <p:nvPr/>
            </p:nvSpPr>
            <p:spPr>
              <a:xfrm>
                <a:off x="8696880" y="1229400"/>
                <a:ext cx="77760" cy="78480"/>
              </a:xfrm>
              <a:custGeom>
                <a:avLst/>
                <a:gdLst>
                  <a:gd name="textAreaLeft" fmla="*/ 0 w 77760"/>
                  <a:gd name="textAreaRight" fmla="*/ 78120 w 77760"/>
                  <a:gd name="textAreaTop" fmla="*/ 0 h 78480"/>
                  <a:gd name="textAreaBottom" fmla="*/ 78840 h 78480"/>
                </a:gdLst>
                <a:ahLst/>
                <a:cxnLst/>
                <a:rect l="textAreaLeft" t="textAreaTop" r="textAreaRight" b="textAreaBottom"/>
                <a:pathLst>
                  <a:path w="132" h="133">
                    <a:moveTo>
                      <a:pt x="75" y="0"/>
                    </a:moveTo>
                    <a:cubicBezTo>
                      <a:pt x="15" y="60"/>
                      <a:pt x="15" y="60"/>
                      <a:pt x="15" y="60"/>
                    </a:cubicBezTo>
                    <a:cubicBezTo>
                      <a:pt x="0" y="76"/>
                      <a:pt x="0" y="101"/>
                      <a:pt x="15" y="117"/>
                    </a:cubicBezTo>
                    <a:cubicBezTo>
                      <a:pt x="31" y="133"/>
                      <a:pt x="56" y="133"/>
                      <a:pt x="72" y="117"/>
                    </a:cubicBezTo>
                    <a:cubicBezTo>
                      <a:pt x="132" y="57"/>
                      <a:pt x="132" y="57"/>
                      <a:pt x="132" y="57"/>
                    </a:cubicBezTo>
                    <a:cubicBezTo>
                      <a:pt x="132" y="57"/>
                      <a:pt x="132" y="57"/>
                      <a:pt x="132" y="57"/>
                    </a:cubicBezTo>
                    <a:lnTo>
                      <a:pt x="75" y="0"/>
                    </a:ln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9240" bIns="392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89" name="Google Shape;100;p5"/>
              <p:cNvSpPr/>
              <p:nvPr/>
            </p:nvSpPr>
            <p:spPr>
              <a:xfrm>
                <a:off x="8730360" y="990720"/>
                <a:ext cx="311040" cy="245520"/>
              </a:xfrm>
              <a:custGeom>
                <a:avLst/>
                <a:gdLst>
                  <a:gd name="textAreaLeft" fmla="*/ 0 w 311040"/>
                  <a:gd name="textAreaRight" fmla="*/ 311400 w 311040"/>
                  <a:gd name="textAreaTop" fmla="*/ 0 h 245520"/>
                  <a:gd name="textAreaBottom" fmla="*/ 245880 h 245520"/>
                </a:gdLst>
                <a:ahLst/>
                <a:cxnLst/>
                <a:rect l="textAreaLeft" t="textAreaTop" r="textAreaRight" b="textAreaBottom"/>
                <a:pathLst>
                  <a:path w="526" h="415">
                    <a:moveTo>
                      <a:pt x="402" y="77"/>
                    </a:moveTo>
                    <a:cubicBezTo>
                      <a:pt x="329" y="1"/>
                      <a:pt x="197" y="0"/>
                      <a:pt x="124" y="77"/>
                    </a:cubicBezTo>
                    <a:cubicBezTo>
                      <a:pt x="0" y="200"/>
                      <a:pt x="89" y="415"/>
                      <a:pt x="263" y="414"/>
                    </a:cubicBezTo>
                    <a:cubicBezTo>
                      <a:pt x="437" y="415"/>
                      <a:pt x="526" y="200"/>
                      <a:pt x="402" y="77"/>
                    </a:cubicBezTo>
                    <a:close/>
                    <a:moveTo>
                      <a:pt x="376" y="329"/>
                    </a:moveTo>
                    <a:cubicBezTo>
                      <a:pt x="312" y="393"/>
                      <a:pt x="211" y="390"/>
                      <a:pt x="151" y="329"/>
                    </a:cubicBezTo>
                    <a:cubicBezTo>
                      <a:pt x="120" y="299"/>
                      <a:pt x="105" y="259"/>
                      <a:pt x="104" y="219"/>
                    </a:cubicBezTo>
                    <a:cubicBezTo>
                      <a:pt x="104" y="218"/>
                      <a:pt x="104" y="218"/>
                      <a:pt x="104" y="217"/>
                    </a:cubicBezTo>
                    <a:cubicBezTo>
                      <a:pt x="104" y="216"/>
                      <a:pt x="104" y="216"/>
                      <a:pt x="104" y="215"/>
                    </a:cubicBezTo>
                    <a:cubicBezTo>
                      <a:pt x="103" y="131"/>
                      <a:pt x="177" y="56"/>
                      <a:pt x="263" y="57"/>
                    </a:cubicBezTo>
                    <a:cubicBezTo>
                      <a:pt x="409" y="60"/>
                      <a:pt x="473" y="231"/>
                      <a:pt x="376" y="329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90" name="Google Shape;101;p5"/>
              <p:cNvSpPr/>
              <p:nvPr/>
            </p:nvSpPr>
            <p:spPr>
              <a:xfrm>
                <a:off x="8754840" y="1196640"/>
                <a:ext cx="52560" cy="52560"/>
              </a:xfrm>
              <a:custGeom>
                <a:avLst/>
                <a:gdLst>
                  <a:gd name="textAreaLeft" fmla="*/ 0 w 52560"/>
                  <a:gd name="textAreaRight" fmla="*/ 52920 w 52560"/>
                  <a:gd name="textAreaTop" fmla="*/ 0 h 52560"/>
                  <a:gd name="textAreaBottom" fmla="*/ 52920 h 52560"/>
                </a:gdLst>
                <a:ahLst/>
                <a:cxnLst/>
                <a:rect l="textAreaLeft" t="textAreaTop" r="textAreaRight" b="textAreaBottom"/>
                <a:pathLst>
                  <a:path w="89" h="89">
                    <a:moveTo>
                      <a:pt x="33" y="0"/>
                    </a:moveTo>
                    <a:cubicBezTo>
                      <a:pt x="0" y="32"/>
                      <a:pt x="0" y="32"/>
                      <a:pt x="0" y="32"/>
                    </a:cubicBezTo>
                    <a:cubicBezTo>
                      <a:pt x="57" y="89"/>
                      <a:pt x="57" y="89"/>
                      <a:pt x="57" y="89"/>
                    </a:cubicBezTo>
                    <a:cubicBezTo>
                      <a:pt x="89" y="57"/>
                      <a:pt x="89" y="57"/>
                      <a:pt x="89" y="57"/>
                    </a:cubicBezTo>
                    <a:cubicBezTo>
                      <a:pt x="67" y="41"/>
                      <a:pt x="48" y="22"/>
                      <a:pt x="33" y="0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6280" bIns="2628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591" name="Google Shape;102;p5"/>
            <p:cNvGrpSpPr/>
            <p:nvPr/>
          </p:nvGrpSpPr>
          <p:grpSpPr>
            <a:xfrm>
              <a:off x="8712000" y="-283320"/>
              <a:ext cx="314280" cy="314640"/>
              <a:chOff x="8712000" y="-283320"/>
              <a:chExt cx="314280" cy="314640"/>
            </a:xfrm>
          </p:grpSpPr>
          <p:sp>
            <p:nvSpPr>
              <p:cNvPr id="592" name="Google Shape;103;p5"/>
              <p:cNvSpPr/>
              <p:nvPr/>
            </p:nvSpPr>
            <p:spPr>
              <a:xfrm>
                <a:off x="8751600" y="-253440"/>
                <a:ext cx="185760" cy="186480"/>
              </a:xfrm>
              <a:custGeom>
                <a:avLst/>
                <a:gdLst>
                  <a:gd name="textAreaLeft" fmla="*/ 0 w 185760"/>
                  <a:gd name="textAreaRight" fmla="*/ 186120 w 185760"/>
                  <a:gd name="textAreaTop" fmla="*/ 0 h 186480"/>
                  <a:gd name="textAreaBottom" fmla="*/ 186840 h 186480"/>
                </a:gdLst>
                <a:ahLst/>
                <a:cxnLst/>
                <a:rect l="textAreaLeft" t="textAreaTop" r="textAreaRight" b="textAreaBottom"/>
                <a:pathLst>
                  <a:path w="306" h="307">
                    <a:moveTo>
                      <a:pt x="23" y="169"/>
                    </a:moveTo>
                    <a:cubicBezTo>
                      <a:pt x="0" y="169"/>
                      <a:pt x="0" y="169"/>
                      <a:pt x="0" y="169"/>
                    </a:cubicBezTo>
                    <a:cubicBezTo>
                      <a:pt x="7" y="242"/>
                      <a:pt x="65" y="299"/>
                      <a:pt x="137" y="307"/>
                    </a:cubicBezTo>
                    <a:cubicBezTo>
                      <a:pt x="137" y="284"/>
                      <a:pt x="137" y="284"/>
                      <a:pt x="137" y="284"/>
                    </a:cubicBezTo>
                    <a:cubicBezTo>
                      <a:pt x="138" y="263"/>
                      <a:pt x="168" y="263"/>
                      <a:pt x="168" y="284"/>
                    </a:cubicBezTo>
                    <a:cubicBezTo>
                      <a:pt x="168" y="307"/>
                      <a:pt x="168" y="307"/>
                      <a:pt x="168" y="307"/>
                    </a:cubicBezTo>
                    <a:cubicBezTo>
                      <a:pt x="241" y="299"/>
                      <a:pt x="299" y="242"/>
                      <a:pt x="306" y="169"/>
                    </a:cubicBezTo>
                    <a:cubicBezTo>
                      <a:pt x="283" y="169"/>
                      <a:pt x="283" y="169"/>
                      <a:pt x="283" y="169"/>
                    </a:cubicBezTo>
                    <a:cubicBezTo>
                      <a:pt x="262" y="168"/>
                      <a:pt x="262" y="139"/>
                      <a:pt x="283" y="138"/>
                    </a:cubicBezTo>
                    <a:cubicBezTo>
                      <a:pt x="306" y="138"/>
                      <a:pt x="306" y="138"/>
                      <a:pt x="306" y="138"/>
                    </a:cubicBezTo>
                    <a:cubicBezTo>
                      <a:pt x="299" y="65"/>
                      <a:pt x="241" y="8"/>
                      <a:pt x="168" y="0"/>
                    </a:cubicBezTo>
                    <a:cubicBezTo>
                      <a:pt x="168" y="24"/>
                      <a:pt x="168" y="24"/>
                      <a:pt x="168" y="24"/>
                    </a:cubicBezTo>
                    <a:cubicBezTo>
                      <a:pt x="167" y="44"/>
                      <a:pt x="138" y="44"/>
                      <a:pt x="137" y="24"/>
                    </a:cubicBezTo>
                    <a:cubicBezTo>
                      <a:pt x="137" y="0"/>
                      <a:pt x="137" y="0"/>
                      <a:pt x="137" y="0"/>
                    </a:cubicBezTo>
                    <a:cubicBezTo>
                      <a:pt x="65" y="8"/>
                      <a:pt x="7" y="65"/>
                      <a:pt x="0" y="138"/>
                    </a:cubicBezTo>
                    <a:cubicBezTo>
                      <a:pt x="23" y="138"/>
                      <a:pt x="23" y="138"/>
                      <a:pt x="23" y="138"/>
                    </a:cubicBezTo>
                    <a:cubicBezTo>
                      <a:pt x="43" y="139"/>
                      <a:pt x="43" y="168"/>
                      <a:pt x="23" y="169"/>
                    </a:cubicBezTo>
                    <a:close/>
                    <a:moveTo>
                      <a:pt x="103" y="138"/>
                    </a:moveTo>
                    <a:cubicBezTo>
                      <a:pt x="109" y="138"/>
                      <a:pt x="109" y="138"/>
                      <a:pt x="109" y="138"/>
                    </a:cubicBezTo>
                    <a:cubicBezTo>
                      <a:pt x="116" y="107"/>
                      <a:pt x="144" y="84"/>
                      <a:pt x="177" y="84"/>
                    </a:cubicBezTo>
                    <a:cubicBezTo>
                      <a:pt x="186" y="84"/>
                      <a:pt x="193" y="91"/>
                      <a:pt x="193" y="99"/>
                    </a:cubicBezTo>
                    <a:cubicBezTo>
                      <a:pt x="193" y="108"/>
                      <a:pt x="186" y="115"/>
                      <a:pt x="177" y="115"/>
                    </a:cubicBezTo>
                    <a:cubicBezTo>
                      <a:pt x="161" y="115"/>
                      <a:pt x="147" y="124"/>
                      <a:pt x="141" y="138"/>
                    </a:cubicBezTo>
                    <a:cubicBezTo>
                      <a:pt x="177" y="138"/>
                      <a:pt x="177" y="138"/>
                      <a:pt x="177" y="138"/>
                    </a:cubicBezTo>
                    <a:cubicBezTo>
                      <a:pt x="198" y="139"/>
                      <a:pt x="198" y="169"/>
                      <a:pt x="177" y="170"/>
                    </a:cubicBezTo>
                    <a:cubicBezTo>
                      <a:pt x="141" y="170"/>
                      <a:pt x="141" y="170"/>
                      <a:pt x="141" y="170"/>
                    </a:cubicBezTo>
                    <a:cubicBezTo>
                      <a:pt x="147" y="183"/>
                      <a:pt x="161" y="193"/>
                      <a:pt x="177" y="193"/>
                    </a:cubicBezTo>
                    <a:cubicBezTo>
                      <a:pt x="186" y="193"/>
                      <a:pt x="193" y="200"/>
                      <a:pt x="193" y="209"/>
                    </a:cubicBezTo>
                    <a:cubicBezTo>
                      <a:pt x="193" y="217"/>
                      <a:pt x="186" y="224"/>
                      <a:pt x="177" y="224"/>
                    </a:cubicBezTo>
                    <a:cubicBezTo>
                      <a:pt x="144" y="224"/>
                      <a:pt x="116" y="201"/>
                      <a:pt x="109" y="170"/>
                    </a:cubicBezTo>
                    <a:cubicBezTo>
                      <a:pt x="103" y="170"/>
                      <a:pt x="103" y="170"/>
                      <a:pt x="103" y="170"/>
                    </a:cubicBezTo>
                    <a:cubicBezTo>
                      <a:pt x="82" y="169"/>
                      <a:pt x="82" y="139"/>
                      <a:pt x="103" y="138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93" name="Google Shape;104;p5"/>
              <p:cNvSpPr/>
              <p:nvPr/>
            </p:nvSpPr>
            <p:spPr>
              <a:xfrm>
                <a:off x="8712000" y="-283320"/>
                <a:ext cx="314280" cy="314640"/>
              </a:xfrm>
              <a:custGeom>
                <a:avLst/>
                <a:gdLst>
                  <a:gd name="textAreaLeft" fmla="*/ 0 w 314280"/>
                  <a:gd name="textAreaRight" fmla="*/ 314640 w 314280"/>
                  <a:gd name="textAreaTop" fmla="*/ 0 h 314640"/>
                  <a:gd name="textAreaBottom" fmla="*/ 315000 h 314640"/>
                </a:gdLst>
                <a:ahLst/>
                <a:cxnLst/>
                <a:rect l="textAreaLeft" t="textAreaTop" r="textAreaRight" b="textAreaBottom"/>
                <a:pathLst>
                  <a:path w="517" h="517">
                    <a:moveTo>
                      <a:pt x="497" y="487"/>
                    </a:moveTo>
                    <a:cubicBezTo>
                      <a:pt x="30" y="487"/>
                      <a:pt x="30" y="487"/>
                      <a:pt x="30" y="487"/>
                    </a:cubicBezTo>
                    <a:cubicBezTo>
                      <a:pt x="30" y="453"/>
                      <a:pt x="30" y="453"/>
                      <a:pt x="30" y="453"/>
                    </a:cubicBezTo>
                    <a:cubicBezTo>
                      <a:pt x="208" y="453"/>
                      <a:pt x="208" y="453"/>
                      <a:pt x="208" y="453"/>
                    </a:cubicBezTo>
                    <a:cubicBezTo>
                      <a:pt x="350" y="453"/>
                      <a:pt x="468" y="342"/>
                      <a:pt x="475" y="200"/>
                    </a:cubicBezTo>
                    <a:cubicBezTo>
                      <a:pt x="479" y="129"/>
                      <a:pt x="479" y="129"/>
                      <a:pt x="479" y="129"/>
                    </a:cubicBezTo>
                    <a:cubicBezTo>
                      <a:pt x="485" y="136"/>
                      <a:pt x="485" y="136"/>
                      <a:pt x="485" y="136"/>
                    </a:cubicBezTo>
                    <a:cubicBezTo>
                      <a:pt x="488" y="140"/>
                      <a:pt x="492" y="141"/>
                      <a:pt x="497" y="141"/>
                    </a:cubicBezTo>
                    <a:cubicBezTo>
                      <a:pt x="500" y="141"/>
                      <a:pt x="504" y="140"/>
                      <a:pt x="506" y="137"/>
                    </a:cubicBezTo>
                    <a:cubicBezTo>
                      <a:pt x="513" y="132"/>
                      <a:pt x="513" y="122"/>
                      <a:pt x="508" y="116"/>
                    </a:cubicBezTo>
                    <a:cubicBezTo>
                      <a:pt x="477" y="82"/>
                      <a:pt x="477" y="82"/>
                      <a:pt x="477" y="82"/>
                    </a:cubicBezTo>
                    <a:cubicBezTo>
                      <a:pt x="472" y="77"/>
                      <a:pt x="462" y="75"/>
                      <a:pt x="456" y="81"/>
                    </a:cubicBezTo>
                    <a:cubicBezTo>
                      <a:pt x="424" y="110"/>
                      <a:pt x="424" y="110"/>
                      <a:pt x="424" y="110"/>
                    </a:cubicBezTo>
                    <a:cubicBezTo>
                      <a:pt x="410" y="124"/>
                      <a:pt x="429" y="145"/>
                      <a:pt x="444" y="132"/>
                    </a:cubicBezTo>
                    <a:cubicBezTo>
                      <a:pt x="449" y="128"/>
                      <a:pt x="449" y="128"/>
                      <a:pt x="449" y="128"/>
                    </a:cubicBezTo>
                    <a:cubicBezTo>
                      <a:pt x="445" y="198"/>
                      <a:pt x="445" y="198"/>
                      <a:pt x="445" y="198"/>
                    </a:cubicBezTo>
                    <a:cubicBezTo>
                      <a:pt x="439" y="324"/>
                      <a:pt x="334" y="423"/>
                      <a:pt x="208" y="423"/>
                    </a:cubicBezTo>
                    <a:cubicBezTo>
                      <a:pt x="30" y="423"/>
                      <a:pt x="30" y="423"/>
                      <a:pt x="30" y="423"/>
                    </a:cubicBezTo>
                    <a:cubicBezTo>
                      <a:pt x="30" y="20"/>
                      <a:pt x="30" y="20"/>
                      <a:pt x="30" y="20"/>
                    </a:cubicBezTo>
                    <a:cubicBezTo>
                      <a:pt x="29" y="0"/>
                      <a:pt x="0" y="0"/>
                      <a:pt x="0" y="20"/>
                    </a:cubicBezTo>
                    <a:cubicBezTo>
                      <a:pt x="0" y="502"/>
                      <a:pt x="0" y="502"/>
                      <a:pt x="0" y="502"/>
                    </a:cubicBezTo>
                    <a:cubicBezTo>
                      <a:pt x="0" y="510"/>
                      <a:pt x="6" y="517"/>
                      <a:pt x="15" y="517"/>
                    </a:cubicBezTo>
                    <a:cubicBezTo>
                      <a:pt x="497" y="517"/>
                      <a:pt x="497" y="517"/>
                      <a:pt x="497" y="517"/>
                    </a:cubicBezTo>
                    <a:cubicBezTo>
                      <a:pt x="517" y="516"/>
                      <a:pt x="517" y="487"/>
                      <a:pt x="497" y="487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594" name="Google Shape;105;p5"/>
            <p:cNvGrpSpPr/>
            <p:nvPr/>
          </p:nvGrpSpPr>
          <p:grpSpPr>
            <a:xfrm>
              <a:off x="8691120" y="332640"/>
              <a:ext cx="356040" cy="357120"/>
              <a:chOff x="8691120" y="332640"/>
              <a:chExt cx="356040" cy="357120"/>
            </a:xfrm>
          </p:grpSpPr>
          <p:sp>
            <p:nvSpPr>
              <p:cNvPr id="595" name="Google Shape;106;p5"/>
              <p:cNvSpPr/>
              <p:nvPr/>
            </p:nvSpPr>
            <p:spPr>
              <a:xfrm>
                <a:off x="8768880" y="542520"/>
                <a:ext cx="68400" cy="68400"/>
              </a:xfrm>
              <a:custGeom>
                <a:avLst/>
                <a:gdLst>
                  <a:gd name="textAreaLeft" fmla="*/ 0 w 68400"/>
                  <a:gd name="textAreaRight" fmla="*/ 68760 w 68400"/>
                  <a:gd name="textAreaTop" fmla="*/ 0 h 68400"/>
                  <a:gd name="textAreaBottom" fmla="*/ 68760 h 68400"/>
                </a:gdLst>
                <a:ahLst/>
                <a:cxnLst/>
                <a:rect l="textAreaLeft" t="textAreaTop" r="textAreaRight" b="textAreaBottom"/>
                <a:pathLst>
                  <a:path w="99" h="99">
                    <a:moveTo>
                      <a:pt x="0" y="2"/>
                    </a:moveTo>
                    <a:cubicBezTo>
                      <a:pt x="7" y="24"/>
                      <a:pt x="19" y="45"/>
                      <a:pt x="37" y="62"/>
                    </a:cubicBezTo>
                    <a:cubicBezTo>
                      <a:pt x="54" y="80"/>
                      <a:pt x="75" y="92"/>
                      <a:pt x="97" y="99"/>
                    </a:cubicBezTo>
                    <a:cubicBezTo>
                      <a:pt x="99" y="53"/>
                      <a:pt x="46" y="0"/>
                      <a:pt x="0" y="2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4200" bIns="3420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96" name="Google Shape;107;p5"/>
              <p:cNvSpPr/>
              <p:nvPr/>
            </p:nvSpPr>
            <p:spPr>
              <a:xfrm>
                <a:off x="8900640" y="543600"/>
                <a:ext cx="67680" cy="67320"/>
              </a:xfrm>
              <a:custGeom>
                <a:avLst/>
                <a:gdLst>
                  <a:gd name="textAreaLeft" fmla="*/ 0 w 67680"/>
                  <a:gd name="textAreaRight" fmla="*/ 68040 w 67680"/>
                  <a:gd name="textAreaTop" fmla="*/ 0 h 67320"/>
                  <a:gd name="textAreaBottom" fmla="*/ 67680 h 67320"/>
                </a:gdLst>
                <a:ahLst/>
                <a:cxnLst/>
                <a:rect l="textAreaLeft" t="textAreaTop" r="textAreaRight" b="textAreaBottom"/>
                <a:pathLst>
                  <a:path w="98" h="98">
                    <a:moveTo>
                      <a:pt x="31" y="32"/>
                    </a:moveTo>
                    <a:cubicBezTo>
                      <a:pt x="11" y="52"/>
                      <a:pt x="0" y="77"/>
                      <a:pt x="0" y="98"/>
                    </a:cubicBezTo>
                    <a:cubicBezTo>
                      <a:pt x="22" y="91"/>
                      <a:pt x="43" y="79"/>
                      <a:pt x="61" y="61"/>
                    </a:cubicBezTo>
                    <a:cubicBezTo>
                      <a:pt x="78" y="44"/>
                      <a:pt x="91" y="23"/>
                      <a:pt x="98" y="1"/>
                    </a:cubicBezTo>
                    <a:cubicBezTo>
                      <a:pt x="76" y="0"/>
                      <a:pt x="51" y="11"/>
                      <a:pt x="31" y="32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3840" bIns="338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97" name="Google Shape;108;p5"/>
              <p:cNvSpPr/>
              <p:nvPr/>
            </p:nvSpPr>
            <p:spPr>
              <a:xfrm>
                <a:off x="8768880" y="411480"/>
                <a:ext cx="66960" cy="67680"/>
              </a:xfrm>
              <a:custGeom>
                <a:avLst/>
                <a:gdLst>
                  <a:gd name="textAreaLeft" fmla="*/ 0 w 66960"/>
                  <a:gd name="textAreaRight" fmla="*/ 67320 w 66960"/>
                  <a:gd name="textAreaTop" fmla="*/ 0 h 67680"/>
                  <a:gd name="textAreaBottom" fmla="*/ 68040 h 67680"/>
                </a:gdLst>
                <a:ahLst/>
                <a:cxnLst/>
                <a:rect l="textAreaLeft" t="textAreaTop" r="textAreaRight" b="textAreaBottom"/>
                <a:pathLst>
                  <a:path w="97" h="98">
                    <a:moveTo>
                      <a:pt x="66" y="67"/>
                    </a:moveTo>
                    <a:cubicBezTo>
                      <a:pt x="86" y="47"/>
                      <a:pt x="97" y="22"/>
                      <a:pt x="97" y="0"/>
                    </a:cubicBezTo>
                    <a:cubicBezTo>
                      <a:pt x="52" y="14"/>
                      <a:pt x="13" y="53"/>
                      <a:pt x="0" y="98"/>
                    </a:cubicBezTo>
                    <a:cubicBezTo>
                      <a:pt x="21" y="98"/>
                      <a:pt x="46" y="87"/>
                      <a:pt x="66" y="67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3840" bIns="338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98" name="Google Shape;109;p5"/>
              <p:cNvSpPr/>
              <p:nvPr/>
            </p:nvSpPr>
            <p:spPr>
              <a:xfrm>
                <a:off x="8899200" y="411480"/>
                <a:ext cx="69120" cy="69120"/>
              </a:xfrm>
              <a:custGeom>
                <a:avLst/>
                <a:gdLst>
                  <a:gd name="textAreaLeft" fmla="*/ 0 w 69120"/>
                  <a:gd name="textAreaRight" fmla="*/ 69480 w 69120"/>
                  <a:gd name="textAreaTop" fmla="*/ 0 h 69120"/>
                  <a:gd name="textAreaBottom" fmla="*/ 69480 h 69120"/>
                </a:gdLst>
                <a:ahLst/>
                <a:cxnLst/>
                <a:rect l="textAreaLeft" t="textAreaTop" r="textAreaRight" b="textAreaBottom"/>
                <a:pathLst>
                  <a:path w="100" h="100">
                    <a:moveTo>
                      <a:pt x="100" y="98"/>
                    </a:moveTo>
                    <a:cubicBezTo>
                      <a:pt x="86" y="53"/>
                      <a:pt x="47" y="14"/>
                      <a:pt x="2" y="0"/>
                    </a:cubicBezTo>
                    <a:cubicBezTo>
                      <a:pt x="0" y="46"/>
                      <a:pt x="54" y="100"/>
                      <a:pt x="100" y="98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4560" bIns="3456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99" name="Google Shape;110;p5"/>
              <p:cNvSpPr/>
              <p:nvPr/>
            </p:nvSpPr>
            <p:spPr>
              <a:xfrm>
                <a:off x="8850240" y="494640"/>
                <a:ext cx="36000" cy="35280"/>
              </a:xfrm>
              <a:custGeom>
                <a:avLst/>
                <a:gdLst>
                  <a:gd name="textAreaLeft" fmla="*/ 0 w 36000"/>
                  <a:gd name="textAreaRight" fmla="*/ 36360 w 36000"/>
                  <a:gd name="textAreaTop" fmla="*/ 0 h 35280"/>
                  <a:gd name="textAreaBottom" fmla="*/ 35640 h 35280"/>
                </a:gdLst>
                <a:ahLst/>
                <a:cxnLst/>
                <a:rect l="textAreaLeft" t="textAreaTop" r="textAreaRight" b="textAreaBottom"/>
                <a:pathLst>
                  <a:path w="53" h="51">
                    <a:moveTo>
                      <a:pt x="27" y="0"/>
                    </a:moveTo>
                    <a:cubicBezTo>
                      <a:pt x="21" y="0"/>
                      <a:pt x="14" y="3"/>
                      <a:pt x="10" y="7"/>
                    </a:cubicBezTo>
                    <a:cubicBezTo>
                      <a:pt x="0" y="17"/>
                      <a:pt x="0" y="32"/>
                      <a:pt x="10" y="41"/>
                    </a:cubicBezTo>
                    <a:cubicBezTo>
                      <a:pt x="19" y="51"/>
                      <a:pt x="34" y="51"/>
                      <a:pt x="44" y="41"/>
                    </a:cubicBezTo>
                    <a:cubicBezTo>
                      <a:pt x="53" y="32"/>
                      <a:pt x="53" y="17"/>
                      <a:pt x="44" y="7"/>
                    </a:cubicBezTo>
                    <a:cubicBezTo>
                      <a:pt x="39" y="3"/>
                      <a:pt x="33" y="0"/>
                      <a:pt x="27" y="0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7640" bIns="176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00" name="Google Shape;111;p5"/>
              <p:cNvSpPr/>
              <p:nvPr/>
            </p:nvSpPr>
            <p:spPr>
              <a:xfrm>
                <a:off x="8763120" y="406800"/>
                <a:ext cx="209880" cy="209880"/>
              </a:xfrm>
              <a:custGeom>
                <a:avLst/>
                <a:gdLst>
                  <a:gd name="textAreaLeft" fmla="*/ 0 w 209880"/>
                  <a:gd name="textAreaRight" fmla="*/ 210240 w 209880"/>
                  <a:gd name="textAreaTop" fmla="*/ 0 h 209880"/>
                  <a:gd name="textAreaBottom" fmla="*/ 210240 h 209880"/>
                </a:gdLst>
                <a:ahLst/>
                <a:cxnLst/>
                <a:rect l="textAreaLeft" t="textAreaTop" r="textAreaRight" b="textAreaBottom"/>
                <a:pathLst>
                  <a:path w="303" h="303">
                    <a:moveTo>
                      <a:pt x="295" y="135"/>
                    </a:moveTo>
                    <a:cubicBezTo>
                      <a:pt x="265" y="135"/>
                      <a:pt x="233" y="120"/>
                      <a:pt x="208" y="95"/>
                    </a:cubicBezTo>
                    <a:cubicBezTo>
                      <a:pt x="192" y="79"/>
                      <a:pt x="180" y="61"/>
                      <a:pt x="174" y="41"/>
                    </a:cubicBezTo>
                    <a:cubicBezTo>
                      <a:pt x="169" y="27"/>
                      <a:pt x="168" y="14"/>
                      <a:pt x="169" y="1"/>
                    </a:cubicBezTo>
                    <a:cubicBezTo>
                      <a:pt x="158" y="0"/>
                      <a:pt x="146" y="0"/>
                      <a:pt x="135" y="1"/>
                    </a:cubicBezTo>
                    <a:cubicBezTo>
                      <a:pt x="140" y="52"/>
                      <a:pt x="93" y="114"/>
                      <a:pt x="41" y="129"/>
                    </a:cubicBezTo>
                    <a:cubicBezTo>
                      <a:pt x="28" y="134"/>
                      <a:pt x="15" y="135"/>
                      <a:pt x="1" y="134"/>
                    </a:cubicBezTo>
                    <a:cubicBezTo>
                      <a:pt x="0" y="146"/>
                      <a:pt x="0" y="157"/>
                      <a:pt x="1" y="168"/>
                    </a:cubicBezTo>
                    <a:cubicBezTo>
                      <a:pt x="68" y="161"/>
                      <a:pt x="142" y="235"/>
                      <a:pt x="135" y="302"/>
                    </a:cubicBezTo>
                    <a:cubicBezTo>
                      <a:pt x="146" y="303"/>
                      <a:pt x="157" y="303"/>
                      <a:pt x="169" y="302"/>
                    </a:cubicBezTo>
                    <a:cubicBezTo>
                      <a:pt x="166" y="270"/>
                      <a:pt x="180" y="235"/>
                      <a:pt x="208" y="207"/>
                    </a:cubicBezTo>
                    <a:cubicBezTo>
                      <a:pt x="224" y="191"/>
                      <a:pt x="242" y="180"/>
                      <a:pt x="262" y="173"/>
                    </a:cubicBezTo>
                    <a:cubicBezTo>
                      <a:pt x="275" y="169"/>
                      <a:pt x="289" y="167"/>
                      <a:pt x="302" y="168"/>
                    </a:cubicBezTo>
                    <a:cubicBezTo>
                      <a:pt x="303" y="157"/>
                      <a:pt x="303" y="146"/>
                      <a:pt x="302" y="134"/>
                    </a:cubicBezTo>
                    <a:cubicBezTo>
                      <a:pt x="300" y="134"/>
                      <a:pt x="297" y="135"/>
                      <a:pt x="295" y="135"/>
                    </a:cubicBezTo>
                    <a:close/>
                    <a:moveTo>
                      <a:pt x="190" y="190"/>
                    </a:moveTo>
                    <a:cubicBezTo>
                      <a:pt x="190" y="190"/>
                      <a:pt x="190" y="190"/>
                      <a:pt x="190" y="190"/>
                    </a:cubicBezTo>
                    <a:cubicBezTo>
                      <a:pt x="169" y="211"/>
                      <a:pt x="135" y="211"/>
                      <a:pt x="114" y="190"/>
                    </a:cubicBezTo>
                    <a:cubicBezTo>
                      <a:pt x="92" y="169"/>
                      <a:pt x="92" y="134"/>
                      <a:pt x="114" y="113"/>
                    </a:cubicBezTo>
                    <a:cubicBezTo>
                      <a:pt x="135" y="92"/>
                      <a:pt x="169" y="92"/>
                      <a:pt x="190" y="113"/>
                    </a:cubicBezTo>
                    <a:cubicBezTo>
                      <a:pt x="211" y="134"/>
                      <a:pt x="211" y="169"/>
                      <a:pt x="190" y="190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01" name="Google Shape;112;p5"/>
              <p:cNvSpPr/>
              <p:nvPr/>
            </p:nvSpPr>
            <p:spPr>
              <a:xfrm>
                <a:off x="8691120" y="332640"/>
                <a:ext cx="356040" cy="357120"/>
              </a:xfrm>
              <a:custGeom>
                <a:avLst/>
                <a:gdLst>
                  <a:gd name="textAreaLeft" fmla="*/ 0 w 356040"/>
                  <a:gd name="textAreaRight" fmla="*/ 356400 w 356040"/>
                  <a:gd name="textAreaTop" fmla="*/ 0 h 357120"/>
                  <a:gd name="textAreaBottom" fmla="*/ 357480 h 357120"/>
                </a:gdLst>
                <a:ahLst/>
                <a:cxnLst/>
                <a:rect l="textAreaLeft" t="textAreaTop" r="textAreaRight" b="textAreaBottom"/>
                <a:pathLst>
                  <a:path w="514" h="515">
                    <a:moveTo>
                      <a:pt x="507" y="209"/>
                    </a:moveTo>
                    <a:cubicBezTo>
                      <a:pt x="506" y="200"/>
                      <a:pt x="499" y="193"/>
                      <a:pt x="490" y="192"/>
                    </a:cubicBezTo>
                    <a:cubicBezTo>
                      <a:pt x="469" y="188"/>
                      <a:pt x="469" y="188"/>
                      <a:pt x="469" y="188"/>
                    </a:cubicBezTo>
                    <a:cubicBezTo>
                      <a:pt x="467" y="188"/>
                      <a:pt x="465" y="186"/>
                      <a:pt x="464" y="184"/>
                    </a:cubicBezTo>
                    <a:cubicBezTo>
                      <a:pt x="461" y="177"/>
                      <a:pt x="458" y="170"/>
                      <a:pt x="455" y="163"/>
                    </a:cubicBezTo>
                    <a:cubicBezTo>
                      <a:pt x="454" y="161"/>
                      <a:pt x="454" y="158"/>
                      <a:pt x="456" y="157"/>
                    </a:cubicBezTo>
                    <a:cubicBezTo>
                      <a:pt x="468" y="139"/>
                      <a:pt x="468" y="139"/>
                      <a:pt x="468" y="139"/>
                    </a:cubicBezTo>
                    <a:cubicBezTo>
                      <a:pt x="473" y="132"/>
                      <a:pt x="473" y="122"/>
                      <a:pt x="468" y="115"/>
                    </a:cubicBezTo>
                    <a:cubicBezTo>
                      <a:pt x="459" y="101"/>
                      <a:pt x="448" y="89"/>
                      <a:pt x="437" y="77"/>
                    </a:cubicBezTo>
                    <a:cubicBezTo>
                      <a:pt x="424" y="64"/>
                      <a:pt x="409" y="53"/>
                      <a:pt x="394" y="43"/>
                    </a:cubicBezTo>
                    <a:cubicBezTo>
                      <a:pt x="389" y="39"/>
                      <a:pt x="382" y="39"/>
                      <a:pt x="377" y="43"/>
                    </a:cubicBezTo>
                    <a:cubicBezTo>
                      <a:pt x="357" y="58"/>
                      <a:pt x="357" y="58"/>
                      <a:pt x="357" y="58"/>
                    </a:cubicBezTo>
                    <a:cubicBezTo>
                      <a:pt x="355" y="59"/>
                      <a:pt x="352" y="60"/>
                      <a:pt x="350" y="59"/>
                    </a:cubicBezTo>
                    <a:cubicBezTo>
                      <a:pt x="343" y="55"/>
                      <a:pt x="336" y="53"/>
                      <a:pt x="329" y="50"/>
                    </a:cubicBezTo>
                    <a:cubicBezTo>
                      <a:pt x="327" y="49"/>
                      <a:pt x="326" y="47"/>
                      <a:pt x="325" y="45"/>
                    </a:cubicBezTo>
                    <a:cubicBezTo>
                      <a:pt x="321" y="20"/>
                      <a:pt x="321" y="20"/>
                      <a:pt x="321" y="20"/>
                    </a:cubicBezTo>
                    <a:cubicBezTo>
                      <a:pt x="320" y="14"/>
                      <a:pt x="315" y="9"/>
                      <a:pt x="309" y="8"/>
                    </a:cubicBezTo>
                    <a:cubicBezTo>
                      <a:pt x="274" y="0"/>
                      <a:pt x="237" y="1"/>
                      <a:pt x="201" y="8"/>
                    </a:cubicBezTo>
                    <a:cubicBezTo>
                      <a:pt x="195" y="9"/>
                      <a:pt x="191" y="14"/>
                      <a:pt x="190" y="20"/>
                    </a:cubicBezTo>
                    <a:cubicBezTo>
                      <a:pt x="186" y="45"/>
                      <a:pt x="186" y="45"/>
                      <a:pt x="186" y="45"/>
                    </a:cubicBezTo>
                    <a:cubicBezTo>
                      <a:pt x="185" y="48"/>
                      <a:pt x="184" y="49"/>
                      <a:pt x="181" y="50"/>
                    </a:cubicBezTo>
                    <a:cubicBezTo>
                      <a:pt x="174" y="53"/>
                      <a:pt x="167" y="56"/>
                      <a:pt x="160" y="59"/>
                    </a:cubicBezTo>
                    <a:cubicBezTo>
                      <a:pt x="158" y="60"/>
                      <a:pt x="156" y="60"/>
                      <a:pt x="154" y="58"/>
                    </a:cubicBezTo>
                    <a:cubicBezTo>
                      <a:pt x="133" y="44"/>
                      <a:pt x="133" y="44"/>
                      <a:pt x="133" y="44"/>
                    </a:cubicBezTo>
                    <a:cubicBezTo>
                      <a:pt x="128" y="40"/>
                      <a:pt x="121" y="40"/>
                      <a:pt x="116" y="43"/>
                    </a:cubicBezTo>
                    <a:cubicBezTo>
                      <a:pt x="101" y="53"/>
                      <a:pt x="87" y="65"/>
                      <a:pt x="75" y="77"/>
                    </a:cubicBezTo>
                    <a:cubicBezTo>
                      <a:pt x="63" y="89"/>
                      <a:pt x="52" y="102"/>
                      <a:pt x="43" y="116"/>
                    </a:cubicBezTo>
                    <a:cubicBezTo>
                      <a:pt x="38" y="123"/>
                      <a:pt x="38" y="133"/>
                      <a:pt x="43" y="140"/>
                    </a:cubicBezTo>
                    <a:cubicBezTo>
                      <a:pt x="55" y="157"/>
                      <a:pt x="55" y="157"/>
                      <a:pt x="55" y="157"/>
                    </a:cubicBezTo>
                    <a:cubicBezTo>
                      <a:pt x="57" y="159"/>
                      <a:pt x="57" y="162"/>
                      <a:pt x="56" y="164"/>
                    </a:cubicBezTo>
                    <a:cubicBezTo>
                      <a:pt x="53" y="171"/>
                      <a:pt x="50" y="178"/>
                      <a:pt x="47" y="185"/>
                    </a:cubicBezTo>
                    <a:cubicBezTo>
                      <a:pt x="47" y="187"/>
                      <a:pt x="45" y="188"/>
                      <a:pt x="42" y="189"/>
                    </a:cubicBezTo>
                    <a:cubicBezTo>
                      <a:pt x="17" y="193"/>
                      <a:pt x="17" y="193"/>
                      <a:pt x="17" y="193"/>
                    </a:cubicBezTo>
                    <a:cubicBezTo>
                      <a:pt x="11" y="194"/>
                      <a:pt x="6" y="199"/>
                      <a:pt x="5" y="205"/>
                    </a:cubicBezTo>
                    <a:cubicBezTo>
                      <a:pt x="1" y="222"/>
                      <a:pt x="0" y="240"/>
                      <a:pt x="0" y="258"/>
                    </a:cubicBezTo>
                    <a:cubicBezTo>
                      <a:pt x="0" y="275"/>
                      <a:pt x="1" y="292"/>
                      <a:pt x="4" y="308"/>
                    </a:cubicBezTo>
                    <a:cubicBezTo>
                      <a:pt x="6" y="317"/>
                      <a:pt x="13" y="324"/>
                      <a:pt x="22" y="325"/>
                    </a:cubicBezTo>
                    <a:cubicBezTo>
                      <a:pt x="43" y="329"/>
                      <a:pt x="43" y="329"/>
                      <a:pt x="43" y="329"/>
                    </a:cubicBezTo>
                    <a:cubicBezTo>
                      <a:pt x="45" y="329"/>
                      <a:pt x="47" y="331"/>
                      <a:pt x="47" y="333"/>
                    </a:cubicBezTo>
                    <a:cubicBezTo>
                      <a:pt x="50" y="340"/>
                      <a:pt x="53" y="347"/>
                      <a:pt x="56" y="353"/>
                    </a:cubicBezTo>
                    <a:cubicBezTo>
                      <a:pt x="57" y="356"/>
                      <a:pt x="57" y="358"/>
                      <a:pt x="56" y="360"/>
                    </a:cubicBezTo>
                    <a:cubicBezTo>
                      <a:pt x="43" y="377"/>
                      <a:pt x="43" y="377"/>
                      <a:pt x="43" y="377"/>
                    </a:cubicBezTo>
                    <a:cubicBezTo>
                      <a:pt x="38" y="384"/>
                      <a:pt x="38" y="394"/>
                      <a:pt x="43" y="402"/>
                    </a:cubicBezTo>
                    <a:cubicBezTo>
                      <a:pt x="62" y="430"/>
                      <a:pt x="88" y="455"/>
                      <a:pt x="117" y="474"/>
                    </a:cubicBezTo>
                    <a:cubicBezTo>
                      <a:pt x="122" y="477"/>
                      <a:pt x="129" y="477"/>
                      <a:pt x="134" y="474"/>
                    </a:cubicBezTo>
                    <a:cubicBezTo>
                      <a:pt x="154" y="459"/>
                      <a:pt x="154" y="459"/>
                      <a:pt x="154" y="459"/>
                    </a:cubicBezTo>
                    <a:cubicBezTo>
                      <a:pt x="156" y="457"/>
                      <a:pt x="159" y="457"/>
                      <a:pt x="161" y="458"/>
                    </a:cubicBezTo>
                    <a:cubicBezTo>
                      <a:pt x="168" y="461"/>
                      <a:pt x="175" y="464"/>
                      <a:pt x="182" y="467"/>
                    </a:cubicBezTo>
                    <a:cubicBezTo>
                      <a:pt x="184" y="468"/>
                      <a:pt x="186" y="469"/>
                      <a:pt x="186" y="472"/>
                    </a:cubicBezTo>
                    <a:cubicBezTo>
                      <a:pt x="190" y="493"/>
                      <a:pt x="190" y="493"/>
                      <a:pt x="190" y="493"/>
                    </a:cubicBezTo>
                    <a:cubicBezTo>
                      <a:pt x="191" y="501"/>
                      <a:pt x="198" y="508"/>
                      <a:pt x="207" y="510"/>
                    </a:cubicBezTo>
                    <a:cubicBezTo>
                      <a:pt x="223" y="513"/>
                      <a:pt x="239" y="515"/>
                      <a:pt x="256" y="515"/>
                    </a:cubicBezTo>
                    <a:cubicBezTo>
                      <a:pt x="272" y="515"/>
                      <a:pt x="289" y="513"/>
                      <a:pt x="305" y="510"/>
                    </a:cubicBezTo>
                    <a:cubicBezTo>
                      <a:pt x="314" y="508"/>
                      <a:pt x="321" y="501"/>
                      <a:pt x="322" y="492"/>
                    </a:cubicBezTo>
                    <a:cubicBezTo>
                      <a:pt x="326" y="472"/>
                      <a:pt x="326" y="472"/>
                      <a:pt x="326" y="472"/>
                    </a:cubicBezTo>
                    <a:cubicBezTo>
                      <a:pt x="326" y="469"/>
                      <a:pt x="328" y="467"/>
                      <a:pt x="330" y="467"/>
                    </a:cubicBezTo>
                    <a:cubicBezTo>
                      <a:pt x="337" y="464"/>
                      <a:pt x="344" y="461"/>
                      <a:pt x="351" y="458"/>
                    </a:cubicBezTo>
                    <a:cubicBezTo>
                      <a:pt x="353" y="457"/>
                      <a:pt x="355" y="457"/>
                      <a:pt x="357" y="458"/>
                    </a:cubicBezTo>
                    <a:cubicBezTo>
                      <a:pt x="378" y="473"/>
                      <a:pt x="378" y="473"/>
                      <a:pt x="378" y="473"/>
                    </a:cubicBezTo>
                    <a:cubicBezTo>
                      <a:pt x="383" y="477"/>
                      <a:pt x="390" y="477"/>
                      <a:pt x="395" y="474"/>
                    </a:cubicBezTo>
                    <a:cubicBezTo>
                      <a:pt x="410" y="464"/>
                      <a:pt x="424" y="452"/>
                      <a:pt x="437" y="440"/>
                    </a:cubicBezTo>
                    <a:cubicBezTo>
                      <a:pt x="449" y="428"/>
                      <a:pt x="459" y="415"/>
                      <a:pt x="469" y="401"/>
                    </a:cubicBezTo>
                    <a:cubicBezTo>
                      <a:pt x="474" y="394"/>
                      <a:pt x="474" y="384"/>
                      <a:pt x="468" y="377"/>
                    </a:cubicBezTo>
                    <a:cubicBezTo>
                      <a:pt x="456" y="360"/>
                      <a:pt x="456" y="360"/>
                      <a:pt x="456" y="360"/>
                    </a:cubicBezTo>
                    <a:cubicBezTo>
                      <a:pt x="455" y="358"/>
                      <a:pt x="454" y="355"/>
                      <a:pt x="455" y="353"/>
                    </a:cubicBezTo>
                    <a:cubicBezTo>
                      <a:pt x="459" y="346"/>
                      <a:pt x="462" y="339"/>
                      <a:pt x="464" y="332"/>
                    </a:cubicBezTo>
                    <a:cubicBezTo>
                      <a:pt x="465" y="330"/>
                      <a:pt x="467" y="328"/>
                      <a:pt x="469" y="328"/>
                    </a:cubicBezTo>
                    <a:cubicBezTo>
                      <a:pt x="494" y="324"/>
                      <a:pt x="494" y="324"/>
                      <a:pt x="494" y="324"/>
                    </a:cubicBezTo>
                    <a:cubicBezTo>
                      <a:pt x="500" y="323"/>
                      <a:pt x="505" y="318"/>
                      <a:pt x="506" y="312"/>
                    </a:cubicBezTo>
                    <a:cubicBezTo>
                      <a:pt x="513" y="278"/>
                      <a:pt x="514" y="243"/>
                      <a:pt x="507" y="209"/>
                    </a:cubicBezTo>
                    <a:close/>
                    <a:moveTo>
                      <a:pt x="384" y="387"/>
                    </a:moveTo>
                    <a:cubicBezTo>
                      <a:pt x="339" y="431"/>
                      <a:pt x="279" y="448"/>
                      <a:pt x="220" y="436"/>
                    </a:cubicBezTo>
                    <a:cubicBezTo>
                      <a:pt x="219" y="436"/>
                      <a:pt x="218" y="436"/>
                      <a:pt x="217" y="436"/>
                    </a:cubicBezTo>
                    <a:cubicBezTo>
                      <a:pt x="217" y="436"/>
                      <a:pt x="217" y="436"/>
                      <a:pt x="217" y="436"/>
                    </a:cubicBezTo>
                    <a:cubicBezTo>
                      <a:pt x="151" y="423"/>
                      <a:pt x="91" y="363"/>
                      <a:pt x="79" y="297"/>
                    </a:cubicBezTo>
                    <a:cubicBezTo>
                      <a:pt x="79" y="297"/>
                      <a:pt x="79" y="297"/>
                      <a:pt x="79" y="297"/>
                    </a:cubicBezTo>
                    <a:cubicBezTo>
                      <a:pt x="78" y="296"/>
                      <a:pt x="78" y="295"/>
                      <a:pt x="78" y="294"/>
                    </a:cubicBezTo>
                    <a:cubicBezTo>
                      <a:pt x="73" y="271"/>
                      <a:pt x="73" y="246"/>
                      <a:pt x="78" y="222"/>
                    </a:cubicBezTo>
                    <a:cubicBezTo>
                      <a:pt x="78" y="221"/>
                      <a:pt x="78" y="220"/>
                      <a:pt x="79" y="219"/>
                    </a:cubicBezTo>
                    <a:cubicBezTo>
                      <a:pt x="79" y="219"/>
                      <a:pt x="79" y="219"/>
                      <a:pt x="79" y="219"/>
                    </a:cubicBezTo>
                    <a:cubicBezTo>
                      <a:pt x="108" y="81"/>
                      <a:pt x="283" y="29"/>
                      <a:pt x="384" y="130"/>
                    </a:cubicBezTo>
                    <a:cubicBezTo>
                      <a:pt x="409" y="155"/>
                      <a:pt x="425" y="186"/>
                      <a:pt x="433" y="219"/>
                    </a:cubicBezTo>
                    <a:cubicBezTo>
                      <a:pt x="433" y="219"/>
                      <a:pt x="433" y="219"/>
                      <a:pt x="433" y="219"/>
                    </a:cubicBezTo>
                    <a:cubicBezTo>
                      <a:pt x="433" y="221"/>
                      <a:pt x="433" y="222"/>
                      <a:pt x="433" y="223"/>
                    </a:cubicBezTo>
                    <a:cubicBezTo>
                      <a:pt x="445" y="280"/>
                      <a:pt x="428" y="342"/>
                      <a:pt x="384" y="387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602" name="Google Shape;113;p5"/>
            <p:cNvGrpSpPr/>
            <p:nvPr/>
          </p:nvGrpSpPr>
          <p:grpSpPr>
            <a:xfrm>
              <a:off x="8134560" y="650880"/>
              <a:ext cx="354600" cy="366480"/>
              <a:chOff x="8134560" y="650880"/>
              <a:chExt cx="354600" cy="366480"/>
            </a:xfrm>
          </p:grpSpPr>
          <p:sp>
            <p:nvSpPr>
              <p:cNvPr id="603" name="Google Shape;114;p5"/>
              <p:cNvSpPr/>
              <p:nvPr/>
            </p:nvSpPr>
            <p:spPr>
              <a:xfrm>
                <a:off x="8134560" y="650880"/>
                <a:ext cx="354600" cy="231480"/>
              </a:xfrm>
              <a:custGeom>
                <a:avLst/>
                <a:gdLst>
                  <a:gd name="textAreaLeft" fmla="*/ 0 w 354600"/>
                  <a:gd name="textAreaRight" fmla="*/ 354960 w 354600"/>
                  <a:gd name="textAreaTop" fmla="*/ 0 h 231480"/>
                  <a:gd name="textAreaBottom" fmla="*/ 231840 h 231480"/>
                </a:gdLst>
                <a:ahLst/>
                <a:cxnLst/>
                <a:rect l="textAreaLeft" t="textAreaTop" r="textAreaRight" b="textAreaBottom"/>
                <a:pathLst>
                  <a:path w="511" h="334">
                    <a:moveTo>
                      <a:pt x="470" y="187"/>
                    </a:moveTo>
                    <a:cubicBezTo>
                      <a:pt x="462" y="183"/>
                      <a:pt x="459" y="175"/>
                      <a:pt x="462" y="167"/>
                    </a:cubicBezTo>
                    <a:cubicBezTo>
                      <a:pt x="481" y="118"/>
                      <a:pt x="444" y="63"/>
                      <a:pt x="391" y="63"/>
                    </a:cubicBezTo>
                    <a:cubicBezTo>
                      <a:pt x="381" y="62"/>
                      <a:pt x="371" y="64"/>
                      <a:pt x="361" y="68"/>
                    </a:cubicBezTo>
                    <a:cubicBezTo>
                      <a:pt x="353" y="71"/>
                      <a:pt x="344" y="68"/>
                      <a:pt x="341" y="60"/>
                    </a:cubicBezTo>
                    <a:cubicBezTo>
                      <a:pt x="314" y="1"/>
                      <a:pt x="229" y="0"/>
                      <a:pt x="201" y="59"/>
                    </a:cubicBezTo>
                    <a:cubicBezTo>
                      <a:pt x="198" y="67"/>
                      <a:pt x="189" y="70"/>
                      <a:pt x="181" y="67"/>
                    </a:cubicBezTo>
                    <a:cubicBezTo>
                      <a:pt x="173" y="64"/>
                      <a:pt x="163" y="63"/>
                      <a:pt x="154" y="63"/>
                    </a:cubicBezTo>
                    <a:cubicBezTo>
                      <a:pt x="112" y="63"/>
                      <a:pt x="78" y="98"/>
                      <a:pt x="78" y="140"/>
                    </a:cubicBezTo>
                    <a:cubicBezTo>
                      <a:pt x="78" y="149"/>
                      <a:pt x="80" y="158"/>
                      <a:pt x="83" y="167"/>
                    </a:cubicBezTo>
                    <a:cubicBezTo>
                      <a:pt x="86" y="175"/>
                      <a:pt x="82" y="184"/>
                      <a:pt x="75" y="187"/>
                    </a:cubicBezTo>
                    <a:cubicBezTo>
                      <a:pt x="0" y="225"/>
                      <a:pt x="26" y="332"/>
                      <a:pt x="109" y="334"/>
                    </a:cubicBezTo>
                    <a:cubicBezTo>
                      <a:pt x="177" y="334"/>
                      <a:pt x="177" y="334"/>
                      <a:pt x="177" y="334"/>
                    </a:cubicBezTo>
                    <a:cubicBezTo>
                      <a:pt x="271" y="330"/>
                      <a:pt x="271" y="196"/>
                      <a:pt x="177" y="192"/>
                    </a:cubicBezTo>
                    <a:cubicBezTo>
                      <a:pt x="168" y="192"/>
                      <a:pt x="161" y="185"/>
                      <a:pt x="161" y="176"/>
                    </a:cubicBezTo>
                    <a:cubicBezTo>
                      <a:pt x="161" y="167"/>
                      <a:pt x="168" y="160"/>
                      <a:pt x="177" y="160"/>
                    </a:cubicBezTo>
                    <a:cubicBezTo>
                      <a:pt x="228" y="160"/>
                      <a:pt x="271" y="198"/>
                      <a:pt x="278" y="247"/>
                    </a:cubicBezTo>
                    <a:cubicBezTo>
                      <a:pt x="353" y="247"/>
                      <a:pt x="353" y="247"/>
                      <a:pt x="353" y="247"/>
                    </a:cubicBezTo>
                    <a:cubicBezTo>
                      <a:pt x="367" y="247"/>
                      <a:pt x="379" y="235"/>
                      <a:pt x="379" y="221"/>
                    </a:cubicBezTo>
                    <a:cubicBezTo>
                      <a:pt x="379" y="207"/>
                      <a:pt x="367" y="195"/>
                      <a:pt x="353" y="195"/>
                    </a:cubicBezTo>
                    <a:cubicBezTo>
                      <a:pt x="332" y="194"/>
                      <a:pt x="332" y="164"/>
                      <a:pt x="353" y="163"/>
                    </a:cubicBezTo>
                    <a:cubicBezTo>
                      <a:pt x="430" y="166"/>
                      <a:pt x="430" y="276"/>
                      <a:pt x="353" y="279"/>
                    </a:cubicBezTo>
                    <a:cubicBezTo>
                      <a:pt x="278" y="279"/>
                      <a:pt x="278" y="279"/>
                      <a:pt x="278" y="279"/>
                    </a:cubicBezTo>
                    <a:cubicBezTo>
                      <a:pt x="275" y="300"/>
                      <a:pt x="265" y="319"/>
                      <a:pt x="251" y="334"/>
                    </a:cubicBezTo>
                    <a:cubicBezTo>
                      <a:pt x="257" y="334"/>
                      <a:pt x="257" y="334"/>
                      <a:pt x="257" y="334"/>
                    </a:cubicBezTo>
                    <a:cubicBezTo>
                      <a:pt x="258" y="334"/>
                      <a:pt x="258" y="334"/>
                      <a:pt x="259" y="334"/>
                    </a:cubicBezTo>
                    <a:cubicBezTo>
                      <a:pt x="432" y="334"/>
                      <a:pt x="432" y="334"/>
                      <a:pt x="432" y="334"/>
                    </a:cubicBezTo>
                    <a:cubicBezTo>
                      <a:pt x="453" y="334"/>
                      <a:pt x="473" y="326"/>
                      <a:pt x="488" y="311"/>
                    </a:cubicBezTo>
                    <a:cubicBezTo>
                      <a:pt x="503" y="296"/>
                      <a:pt x="511" y="276"/>
                      <a:pt x="511" y="255"/>
                    </a:cubicBezTo>
                    <a:cubicBezTo>
                      <a:pt x="511" y="226"/>
                      <a:pt x="495" y="200"/>
                      <a:pt x="470" y="187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04" name="Google Shape;115;p5"/>
              <p:cNvSpPr/>
              <p:nvPr/>
            </p:nvSpPr>
            <p:spPr>
              <a:xfrm>
                <a:off x="8382960" y="971280"/>
                <a:ext cx="44280" cy="46080"/>
              </a:xfrm>
              <a:custGeom>
                <a:avLst/>
                <a:gdLst>
                  <a:gd name="textAreaLeft" fmla="*/ 0 w 44280"/>
                  <a:gd name="textAreaRight" fmla="*/ 44640 w 44280"/>
                  <a:gd name="textAreaTop" fmla="*/ 0 h 46080"/>
                  <a:gd name="textAreaBottom" fmla="*/ 46440 h 46080"/>
                </a:gdLst>
                <a:ahLst/>
                <a:cxnLst/>
                <a:rect l="textAreaLeft" t="textAreaTop" r="textAreaRight" b="textAreaBottom"/>
                <a:pathLst>
                  <a:path w="64" h="67">
                    <a:moveTo>
                      <a:pt x="63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35"/>
                      <a:pt x="0" y="35"/>
                      <a:pt x="0" y="35"/>
                    </a:cubicBezTo>
                    <a:cubicBezTo>
                      <a:pt x="0" y="52"/>
                      <a:pt x="14" y="67"/>
                      <a:pt x="32" y="67"/>
                    </a:cubicBezTo>
                    <a:cubicBezTo>
                      <a:pt x="57" y="67"/>
                      <a:pt x="57" y="67"/>
                      <a:pt x="57" y="67"/>
                    </a:cubicBezTo>
                    <a:cubicBezTo>
                      <a:pt x="61" y="67"/>
                      <a:pt x="64" y="63"/>
                      <a:pt x="64" y="59"/>
                    </a:cubicBezTo>
                    <a:cubicBezTo>
                      <a:pt x="64" y="0"/>
                      <a:pt x="64" y="0"/>
                      <a:pt x="64" y="0"/>
                    </a:cubicBezTo>
                    <a:cubicBezTo>
                      <a:pt x="64" y="0"/>
                      <a:pt x="64" y="0"/>
                      <a:pt x="63" y="0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3040" bIns="230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05" name="Google Shape;116;p5"/>
              <p:cNvSpPr/>
              <p:nvPr/>
            </p:nvSpPr>
            <p:spPr>
              <a:xfrm>
                <a:off x="8326440" y="900000"/>
                <a:ext cx="135000" cy="48600"/>
              </a:xfrm>
              <a:custGeom>
                <a:avLst/>
                <a:gdLst>
                  <a:gd name="textAreaLeft" fmla="*/ 0 w 135000"/>
                  <a:gd name="textAreaRight" fmla="*/ 135360 w 135000"/>
                  <a:gd name="textAreaTop" fmla="*/ 0 h 48600"/>
                  <a:gd name="textAreaBottom" fmla="*/ 48960 h 48600"/>
                </a:gdLst>
                <a:ahLst/>
                <a:cxnLst/>
                <a:rect l="textAreaLeft" t="textAreaTop" r="textAreaRight" b="textAreaBottom"/>
                <a:pathLst>
                  <a:path w="195" h="70">
                    <a:moveTo>
                      <a:pt x="195" y="19"/>
                    </a:moveTo>
                    <a:cubicBezTo>
                      <a:pt x="195" y="0"/>
                      <a:pt x="195" y="0"/>
                      <a:pt x="195" y="0"/>
                    </a:cubicBezTo>
                    <a:cubicBezTo>
                      <a:pt x="183" y="5"/>
                      <a:pt x="170" y="7"/>
                      <a:pt x="156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7" y="43"/>
                      <a:pt x="39" y="70"/>
                      <a:pt x="77" y="70"/>
                    </a:cubicBezTo>
                    <a:cubicBezTo>
                      <a:pt x="144" y="70"/>
                      <a:pt x="144" y="70"/>
                      <a:pt x="144" y="70"/>
                    </a:cubicBezTo>
                    <a:cubicBezTo>
                      <a:pt x="172" y="70"/>
                      <a:pt x="195" y="47"/>
                      <a:pt x="195" y="19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4480" bIns="2448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606" name="Google Shape;117;p5"/>
            <p:cNvGrpSpPr/>
            <p:nvPr/>
          </p:nvGrpSpPr>
          <p:grpSpPr>
            <a:xfrm>
              <a:off x="8148600" y="33480"/>
              <a:ext cx="326880" cy="318240"/>
              <a:chOff x="8148600" y="33480"/>
              <a:chExt cx="326880" cy="318240"/>
            </a:xfrm>
          </p:grpSpPr>
          <p:sp>
            <p:nvSpPr>
              <p:cNvPr id="607" name="Google Shape;118;p5"/>
              <p:cNvSpPr/>
              <p:nvPr/>
            </p:nvSpPr>
            <p:spPr>
              <a:xfrm>
                <a:off x="8274960" y="330120"/>
                <a:ext cx="115920" cy="21600"/>
              </a:xfrm>
              <a:custGeom>
                <a:avLst/>
                <a:gdLst>
                  <a:gd name="textAreaLeft" fmla="*/ 0 w 115920"/>
                  <a:gd name="textAreaRight" fmla="*/ 116280 w 115920"/>
                  <a:gd name="textAreaTop" fmla="*/ 0 h 21600"/>
                  <a:gd name="textAreaBottom" fmla="*/ 21960 h 21600"/>
                </a:gdLst>
                <a:ahLst/>
                <a:cxnLst/>
                <a:rect l="textAreaLeft" t="textAreaTop" r="textAreaRight" b="textAreaBottom"/>
                <a:pathLst>
                  <a:path w="190" h="36">
                    <a:moveTo>
                      <a:pt x="1" y="14"/>
                    </a:moveTo>
                    <a:cubicBezTo>
                      <a:pt x="0" y="16"/>
                      <a:pt x="2" y="19"/>
                      <a:pt x="4" y="19"/>
                    </a:cubicBezTo>
                    <a:cubicBezTo>
                      <a:pt x="65" y="36"/>
                      <a:pt x="135" y="29"/>
                      <a:pt x="190" y="0"/>
                    </a:cubicBezTo>
                    <a:cubicBezTo>
                      <a:pt x="6" y="0"/>
                      <a:pt x="6" y="0"/>
                      <a:pt x="6" y="0"/>
                    </a:cubicBezTo>
                    <a:lnTo>
                      <a:pt x="1" y="14"/>
                    </a:ln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800" bIns="1080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08" name="Google Shape;119;p5"/>
              <p:cNvSpPr/>
              <p:nvPr/>
            </p:nvSpPr>
            <p:spPr>
              <a:xfrm>
                <a:off x="8148600" y="151920"/>
                <a:ext cx="155880" cy="181080"/>
              </a:xfrm>
              <a:custGeom>
                <a:avLst/>
                <a:gdLst>
                  <a:gd name="textAreaLeft" fmla="*/ 0 w 155880"/>
                  <a:gd name="textAreaRight" fmla="*/ 156240 w 155880"/>
                  <a:gd name="textAreaTop" fmla="*/ 0 h 181080"/>
                  <a:gd name="textAreaBottom" fmla="*/ 181440 h 181080"/>
                </a:gdLst>
                <a:ahLst/>
                <a:cxnLst/>
                <a:rect l="textAreaLeft" t="textAreaTop" r="textAreaRight" b="textAreaBottom"/>
                <a:pathLst>
                  <a:path w="255" h="296">
                    <a:moveTo>
                      <a:pt x="251" y="72"/>
                    </a:moveTo>
                    <a:cubicBezTo>
                      <a:pt x="34" y="1"/>
                      <a:pt x="34" y="1"/>
                      <a:pt x="34" y="1"/>
                    </a:cubicBezTo>
                    <a:cubicBezTo>
                      <a:pt x="32" y="0"/>
                      <a:pt x="29" y="2"/>
                      <a:pt x="28" y="5"/>
                    </a:cubicBezTo>
                    <a:cubicBezTo>
                      <a:pt x="0" y="121"/>
                      <a:pt x="60" y="245"/>
                      <a:pt x="169" y="295"/>
                    </a:cubicBezTo>
                    <a:cubicBezTo>
                      <a:pt x="171" y="296"/>
                      <a:pt x="174" y="295"/>
                      <a:pt x="175" y="292"/>
                    </a:cubicBezTo>
                    <a:cubicBezTo>
                      <a:pt x="254" y="78"/>
                      <a:pt x="254" y="78"/>
                      <a:pt x="254" y="78"/>
                    </a:cubicBezTo>
                    <a:cubicBezTo>
                      <a:pt x="255" y="76"/>
                      <a:pt x="254" y="73"/>
                      <a:pt x="251" y="72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09" name="Google Shape;120;p5"/>
              <p:cNvSpPr/>
              <p:nvPr/>
            </p:nvSpPr>
            <p:spPr>
              <a:xfrm>
                <a:off x="8286480" y="286200"/>
                <a:ext cx="156960" cy="23040"/>
              </a:xfrm>
              <a:custGeom>
                <a:avLst/>
                <a:gdLst>
                  <a:gd name="textAreaLeft" fmla="*/ 0 w 156960"/>
                  <a:gd name="textAreaRight" fmla="*/ 157320 w 156960"/>
                  <a:gd name="textAreaTop" fmla="*/ 0 h 23040"/>
                  <a:gd name="textAreaBottom" fmla="*/ 23400 h 23040"/>
                </a:gdLst>
                <a:ahLst/>
                <a:cxnLst/>
                <a:rect l="textAreaLeft" t="textAreaTop" r="textAreaRight" b="textAreaBottom"/>
                <a:pathLst>
                  <a:path w="257" h="38">
                    <a:moveTo>
                      <a:pt x="0" y="38"/>
                    </a:moveTo>
                    <a:cubicBezTo>
                      <a:pt x="221" y="38"/>
                      <a:pt x="221" y="38"/>
                      <a:pt x="221" y="38"/>
                    </a:cubicBezTo>
                    <a:cubicBezTo>
                      <a:pt x="234" y="26"/>
                      <a:pt x="246" y="13"/>
                      <a:pt x="257" y="0"/>
                    </a:cubicBezTo>
                    <a:cubicBezTo>
                      <a:pt x="14" y="0"/>
                      <a:pt x="14" y="0"/>
                      <a:pt x="14" y="0"/>
                    </a:cubicBezTo>
                    <a:lnTo>
                      <a:pt x="0" y="38"/>
                    </a:ln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1520" bIns="1152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10" name="Google Shape;121;p5"/>
              <p:cNvSpPr/>
              <p:nvPr/>
            </p:nvSpPr>
            <p:spPr>
              <a:xfrm>
                <a:off x="8173800" y="33480"/>
                <a:ext cx="134280" cy="141480"/>
              </a:xfrm>
              <a:custGeom>
                <a:avLst/>
                <a:gdLst>
                  <a:gd name="textAreaLeft" fmla="*/ 0 w 134280"/>
                  <a:gd name="textAreaRight" fmla="*/ 134640 w 134280"/>
                  <a:gd name="textAreaTop" fmla="*/ 0 h 141480"/>
                  <a:gd name="textAreaBottom" fmla="*/ 141840 h 141480"/>
                </a:gdLst>
                <a:ahLst/>
                <a:cxnLst/>
                <a:rect l="textAreaLeft" t="textAreaTop" r="textAreaRight" b="textAreaBottom"/>
                <a:pathLst>
                  <a:path w="220" h="231">
                    <a:moveTo>
                      <a:pt x="4" y="162"/>
                    </a:moveTo>
                    <a:cubicBezTo>
                      <a:pt x="214" y="230"/>
                      <a:pt x="214" y="230"/>
                      <a:pt x="214" y="230"/>
                    </a:cubicBezTo>
                    <a:cubicBezTo>
                      <a:pt x="217" y="231"/>
                      <a:pt x="220" y="229"/>
                      <a:pt x="220" y="226"/>
                    </a:cubicBezTo>
                    <a:cubicBezTo>
                      <a:pt x="220" y="5"/>
                      <a:pt x="220" y="5"/>
                      <a:pt x="220" y="5"/>
                    </a:cubicBezTo>
                    <a:cubicBezTo>
                      <a:pt x="220" y="2"/>
                      <a:pt x="217" y="0"/>
                      <a:pt x="215" y="0"/>
                    </a:cubicBezTo>
                    <a:cubicBezTo>
                      <a:pt x="155" y="6"/>
                      <a:pt x="99" y="31"/>
                      <a:pt x="56" y="75"/>
                    </a:cubicBezTo>
                    <a:cubicBezTo>
                      <a:pt x="32" y="98"/>
                      <a:pt x="14" y="125"/>
                      <a:pt x="1" y="155"/>
                    </a:cubicBezTo>
                    <a:cubicBezTo>
                      <a:pt x="0" y="158"/>
                      <a:pt x="1" y="161"/>
                      <a:pt x="4" y="162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11" name="Google Shape;122;p5"/>
              <p:cNvSpPr/>
              <p:nvPr/>
            </p:nvSpPr>
            <p:spPr>
              <a:xfrm>
                <a:off x="8302320" y="243720"/>
                <a:ext cx="164160" cy="21240"/>
              </a:xfrm>
              <a:custGeom>
                <a:avLst/>
                <a:gdLst>
                  <a:gd name="textAreaLeft" fmla="*/ 0 w 164160"/>
                  <a:gd name="textAreaRight" fmla="*/ 164520 w 164160"/>
                  <a:gd name="textAreaTop" fmla="*/ 0 h 21240"/>
                  <a:gd name="textAreaBottom" fmla="*/ 21600 h 21240"/>
                </a:gdLst>
                <a:ahLst/>
                <a:cxnLst/>
                <a:rect l="textAreaLeft" t="textAreaTop" r="textAreaRight" b="textAreaBottom"/>
                <a:pathLst>
                  <a:path w="268" h="35">
                    <a:moveTo>
                      <a:pt x="0" y="35"/>
                    </a:moveTo>
                    <a:cubicBezTo>
                      <a:pt x="253" y="35"/>
                      <a:pt x="253" y="35"/>
                      <a:pt x="253" y="35"/>
                    </a:cubicBezTo>
                    <a:cubicBezTo>
                      <a:pt x="259" y="24"/>
                      <a:pt x="264" y="12"/>
                      <a:pt x="268" y="0"/>
                    </a:cubicBezTo>
                    <a:cubicBezTo>
                      <a:pt x="13" y="0"/>
                      <a:pt x="13" y="0"/>
                      <a:pt x="13" y="0"/>
                    </a:cubicBezTo>
                    <a:lnTo>
                      <a:pt x="0" y="35"/>
                    </a:ln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800" bIns="1080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12" name="Google Shape;123;p5"/>
              <p:cNvSpPr/>
              <p:nvPr/>
            </p:nvSpPr>
            <p:spPr>
              <a:xfrm>
                <a:off x="8317800" y="200880"/>
                <a:ext cx="157680" cy="21600"/>
              </a:xfrm>
              <a:custGeom>
                <a:avLst/>
                <a:gdLst>
                  <a:gd name="textAreaLeft" fmla="*/ 0 w 157680"/>
                  <a:gd name="textAreaRight" fmla="*/ 158040 w 157680"/>
                  <a:gd name="textAreaTop" fmla="*/ 0 h 21600"/>
                  <a:gd name="textAreaBottom" fmla="*/ 21960 h 21600"/>
                </a:gdLst>
                <a:ahLst/>
                <a:cxnLst/>
                <a:rect l="textAreaLeft" t="textAreaTop" r="textAreaRight" b="textAreaBottom"/>
                <a:pathLst>
                  <a:path w="258" h="36">
                    <a:moveTo>
                      <a:pt x="253" y="0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15" y="0"/>
                      <a:pt x="14" y="1"/>
                      <a:pt x="13" y="2"/>
                    </a:cubicBezTo>
                    <a:cubicBezTo>
                      <a:pt x="0" y="36"/>
                      <a:pt x="0" y="36"/>
                      <a:pt x="0" y="36"/>
                    </a:cubicBezTo>
                    <a:cubicBezTo>
                      <a:pt x="253" y="36"/>
                      <a:pt x="253" y="36"/>
                      <a:pt x="253" y="36"/>
                    </a:cubicBezTo>
                    <a:cubicBezTo>
                      <a:pt x="255" y="26"/>
                      <a:pt x="257" y="16"/>
                      <a:pt x="257" y="5"/>
                    </a:cubicBezTo>
                    <a:cubicBezTo>
                      <a:pt x="258" y="2"/>
                      <a:pt x="255" y="0"/>
                      <a:pt x="253" y="0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800" bIns="1080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13" name="Google Shape;124;p5"/>
              <p:cNvSpPr/>
              <p:nvPr/>
            </p:nvSpPr>
            <p:spPr>
              <a:xfrm>
                <a:off x="8346960" y="109080"/>
                <a:ext cx="18360" cy="54720"/>
              </a:xfrm>
              <a:custGeom>
                <a:avLst/>
                <a:gdLst>
                  <a:gd name="textAreaLeft" fmla="*/ 0 w 18360"/>
                  <a:gd name="textAreaRight" fmla="*/ 18720 w 18360"/>
                  <a:gd name="textAreaTop" fmla="*/ 0 h 54720"/>
                  <a:gd name="textAreaBottom" fmla="*/ 55080 h 54720"/>
                </a:gdLst>
                <a:ahLst/>
                <a:cxnLst/>
                <a:rect l="textAreaLeft" t="textAreaTop" r="textAreaRight" b="textAreaBottom"/>
                <a:pathLst>
                  <a:path w="31" h="90">
                    <a:moveTo>
                      <a:pt x="16" y="90"/>
                    </a:moveTo>
                    <a:cubicBezTo>
                      <a:pt x="24" y="90"/>
                      <a:pt x="31" y="84"/>
                      <a:pt x="31" y="75"/>
                    </a:cubicBezTo>
                    <a:cubicBezTo>
                      <a:pt x="31" y="20"/>
                      <a:pt x="31" y="20"/>
                      <a:pt x="31" y="20"/>
                    </a:cubicBezTo>
                    <a:cubicBezTo>
                      <a:pt x="30" y="0"/>
                      <a:pt x="1" y="0"/>
                      <a:pt x="0" y="20"/>
                    </a:cubicBezTo>
                    <a:cubicBezTo>
                      <a:pt x="0" y="75"/>
                      <a:pt x="0" y="75"/>
                      <a:pt x="0" y="75"/>
                    </a:cubicBezTo>
                    <a:cubicBezTo>
                      <a:pt x="0" y="84"/>
                      <a:pt x="7" y="90"/>
                      <a:pt x="16" y="90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7360" bIns="2736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14" name="Google Shape;125;p5"/>
              <p:cNvSpPr/>
              <p:nvPr/>
            </p:nvSpPr>
            <p:spPr>
              <a:xfrm>
                <a:off x="8384400" y="88200"/>
                <a:ext cx="18000" cy="75600"/>
              </a:xfrm>
              <a:custGeom>
                <a:avLst/>
                <a:gdLst>
                  <a:gd name="textAreaLeft" fmla="*/ 0 w 18000"/>
                  <a:gd name="textAreaRight" fmla="*/ 18360 w 18000"/>
                  <a:gd name="textAreaTop" fmla="*/ 0 h 75600"/>
                  <a:gd name="textAreaBottom" fmla="*/ 75960 h 75600"/>
                </a:gdLst>
                <a:ahLst/>
                <a:cxnLst/>
                <a:rect l="textAreaLeft" t="textAreaTop" r="textAreaRight" b="textAreaBottom"/>
                <a:pathLst>
                  <a:path w="30" h="124">
                    <a:moveTo>
                      <a:pt x="15" y="124"/>
                    </a:moveTo>
                    <a:cubicBezTo>
                      <a:pt x="24" y="124"/>
                      <a:pt x="30" y="118"/>
                      <a:pt x="30" y="109"/>
                    </a:cubicBezTo>
                    <a:cubicBezTo>
                      <a:pt x="30" y="20"/>
                      <a:pt x="30" y="20"/>
                      <a:pt x="30" y="20"/>
                    </a:cubicBezTo>
                    <a:cubicBezTo>
                      <a:pt x="30" y="0"/>
                      <a:pt x="1" y="0"/>
                      <a:pt x="0" y="20"/>
                    </a:cubicBezTo>
                    <a:cubicBezTo>
                      <a:pt x="0" y="109"/>
                      <a:pt x="0" y="109"/>
                      <a:pt x="0" y="109"/>
                    </a:cubicBezTo>
                    <a:cubicBezTo>
                      <a:pt x="0" y="118"/>
                      <a:pt x="7" y="124"/>
                      <a:pt x="15" y="124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7800" bIns="3780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15" name="Google Shape;126;p5"/>
              <p:cNvSpPr/>
              <p:nvPr/>
            </p:nvSpPr>
            <p:spPr>
              <a:xfrm>
                <a:off x="8421840" y="59040"/>
                <a:ext cx="18360" cy="104400"/>
              </a:xfrm>
              <a:custGeom>
                <a:avLst/>
                <a:gdLst>
                  <a:gd name="textAreaLeft" fmla="*/ 0 w 18360"/>
                  <a:gd name="textAreaRight" fmla="*/ 18720 w 18360"/>
                  <a:gd name="textAreaTop" fmla="*/ 0 h 104400"/>
                  <a:gd name="textAreaBottom" fmla="*/ 104760 h 104400"/>
                </a:gdLst>
                <a:ahLst/>
                <a:cxnLst/>
                <a:rect l="textAreaLeft" t="textAreaTop" r="textAreaRight" b="textAreaBottom"/>
                <a:pathLst>
                  <a:path w="30" h="171">
                    <a:moveTo>
                      <a:pt x="15" y="171"/>
                    </a:moveTo>
                    <a:cubicBezTo>
                      <a:pt x="23" y="171"/>
                      <a:pt x="30" y="165"/>
                      <a:pt x="30" y="156"/>
                    </a:cubicBezTo>
                    <a:cubicBezTo>
                      <a:pt x="30" y="20"/>
                      <a:pt x="30" y="20"/>
                      <a:pt x="30" y="20"/>
                    </a:cubicBezTo>
                    <a:cubicBezTo>
                      <a:pt x="29" y="0"/>
                      <a:pt x="1" y="0"/>
                      <a:pt x="0" y="20"/>
                    </a:cubicBezTo>
                    <a:cubicBezTo>
                      <a:pt x="0" y="156"/>
                      <a:pt x="0" y="156"/>
                      <a:pt x="0" y="156"/>
                    </a:cubicBezTo>
                    <a:cubicBezTo>
                      <a:pt x="0" y="165"/>
                      <a:pt x="7" y="171"/>
                      <a:pt x="15" y="171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grpSp>
        <p:nvGrpSpPr>
          <p:cNvPr id="616" name="Google Shape;127;p5"/>
          <p:cNvGrpSpPr/>
          <p:nvPr/>
        </p:nvGrpSpPr>
        <p:grpSpPr>
          <a:xfrm>
            <a:off x="-2390040" y="2612520"/>
            <a:ext cx="13982400" cy="5049000"/>
            <a:chOff x="-2390040" y="2612520"/>
            <a:chExt cx="13982400" cy="5049000"/>
          </a:xfrm>
        </p:grpSpPr>
        <p:pic>
          <p:nvPicPr>
            <p:cNvPr id="617" name="Google Shape;128;p5"/>
            <p:cNvPicPr/>
            <p:nvPr/>
          </p:nvPicPr>
          <p:blipFill>
            <a:blip r:embed="rId5">
              <a:alphaModFix amt="50000"/>
            </a:blip>
            <a:stretch/>
          </p:blipFill>
          <p:spPr>
            <a:xfrm rot="2277600" flipH="1">
              <a:off x="7359480" y="3474000"/>
              <a:ext cx="3541680" cy="34646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618" name="Google Shape;129;p5"/>
            <p:cNvPicPr/>
            <p:nvPr/>
          </p:nvPicPr>
          <p:blipFill>
            <a:blip r:embed="rId5">
              <a:alphaModFix amt="50000"/>
            </a:blip>
            <a:stretch/>
          </p:blipFill>
          <p:spPr>
            <a:xfrm rot="7843800" flipH="1">
              <a:off x="-1692720" y="3352320"/>
              <a:ext cx="3541680" cy="346464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619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  <p:transition spd="slow">
    <p:push dir="u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MAIN_POINT"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1" name="Google Shape;170;p8"/>
          <p:cNvPicPr/>
          <p:nvPr/>
        </p:nvPicPr>
        <p:blipFill>
          <a:blip r:embed="rId2"/>
          <a:srcRect t="1844" r="1844"/>
          <a:stretch/>
        </p:blipFill>
        <p:spPr>
          <a:xfrm flipH="1">
            <a:off x="36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52" name="Google Shape;171;p8"/>
          <p:cNvPicPr/>
          <p:nvPr/>
        </p:nvPicPr>
        <p:blipFill>
          <a:blip r:embed="rId3">
            <a:alphaModFix amt="60000"/>
          </a:blip>
          <a:srcRect b="1681"/>
          <a:stretch/>
        </p:blipFill>
        <p:spPr>
          <a:xfrm flipH="1">
            <a:off x="6489000" y="0"/>
            <a:ext cx="2740680" cy="514332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653" name="Google Shape;172;p8"/>
          <p:cNvGrpSpPr/>
          <p:nvPr/>
        </p:nvGrpSpPr>
        <p:grpSpPr>
          <a:xfrm>
            <a:off x="-1880280" y="-2238480"/>
            <a:ext cx="12745800" cy="9193680"/>
            <a:chOff x="-1880280" y="-2238480"/>
            <a:chExt cx="12745800" cy="9193680"/>
          </a:xfrm>
        </p:grpSpPr>
        <p:pic>
          <p:nvPicPr>
            <p:cNvPr id="654" name="Google Shape;173;p8"/>
            <p:cNvPicPr/>
            <p:nvPr/>
          </p:nvPicPr>
          <p:blipFill>
            <a:blip r:embed="rId4">
              <a:alphaModFix amt="50000"/>
            </a:blip>
            <a:stretch/>
          </p:blipFill>
          <p:spPr>
            <a:xfrm rot="14977800" flipH="1">
              <a:off x="6854040" y="2959560"/>
              <a:ext cx="3541680" cy="34646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655" name="Google Shape;174;p8"/>
            <p:cNvPicPr/>
            <p:nvPr/>
          </p:nvPicPr>
          <p:blipFill>
            <a:blip r:embed="rId4">
              <a:alphaModFix amt="50000"/>
            </a:blip>
            <a:stretch/>
          </p:blipFill>
          <p:spPr>
            <a:xfrm rot="16919400" flipH="1">
              <a:off x="-1588680" y="-1878840"/>
              <a:ext cx="3541680" cy="346464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656" name="Google Shape;175;p8"/>
          <p:cNvGrpSpPr/>
          <p:nvPr/>
        </p:nvGrpSpPr>
        <p:grpSpPr>
          <a:xfrm>
            <a:off x="7748280" y="-749880"/>
            <a:ext cx="1963080" cy="2057760"/>
            <a:chOff x="7748280" y="-749880"/>
            <a:chExt cx="1963080" cy="2057760"/>
          </a:xfrm>
        </p:grpSpPr>
        <p:pic>
          <p:nvPicPr>
            <p:cNvPr id="657" name="Google Shape;176;p8"/>
            <p:cNvPicPr/>
            <p:nvPr/>
          </p:nvPicPr>
          <p:blipFill>
            <a:blip r:embed="rId5">
              <a:alphaModFix amt="50000"/>
            </a:blip>
            <a:stretch/>
          </p:blipFill>
          <p:spPr>
            <a:xfrm rot="16200000">
              <a:off x="7726320" y="-727920"/>
              <a:ext cx="2007000" cy="1963080"/>
            </a:xfrm>
            <a:prstGeom prst="rect">
              <a:avLst/>
            </a:prstGeom>
            <a:noFill/>
            <a:ln w="0">
              <a:noFill/>
            </a:ln>
          </p:spPr>
        </p:pic>
        <p:grpSp>
          <p:nvGrpSpPr>
            <p:cNvPr id="658" name="Google Shape;177;p8"/>
            <p:cNvGrpSpPr/>
            <p:nvPr/>
          </p:nvGrpSpPr>
          <p:grpSpPr>
            <a:xfrm>
              <a:off x="8696880" y="990720"/>
              <a:ext cx="344520" cy="317160"/>
              <a:chOff x="8696880" y="990720"/>
              <a:chExt cx="344520" cy="317160"/>
            </a:xfrm>
          </p:grpSpPr>
          <p:sp>
            <p:nvSpPr>
              <p:cNvPr id="659" name="Google Shape;178;p8"/>
              <p:cNvSpPr/>
              <p:nvPr/>
            </p:nvSpPr>
            <p:spPr>
              <a:xfrm>
                <a:off x="8811720" y="1044720"/>
                <a:ext cx="148320" cy="149040"/>
              </a:xfrm>
              <a:custGeom>
                <a:avLst/>
                <a:gdLst>
                  <a:gd name="textAreaLeft" fmla="*/ 0 w 148320"/>
                  <a:gd name="textAreaRight" fmla="*/ 148680 w 148320"/>
                  <a:gd name="textAreaTop" fmla="*/ 0 h 149040"/>
                  <a:gd name="textAreaBottom" fmla="*/ 149400 h 149040"/>
                </a:gdLst>
                <a:ahLst/>
                <a:cxnLst/>
                <a:rect l="textAreaLeft" t="textAreaTop" r="textAreaRight" b="textAreaBottom"/>
                <a:pathLst>
                  <a:path w="251" h="252">
                    <a:moveTo>
                      <a:pt x="197" y="142"/>
                    </a:moveTo>
                    <a:cubicBezTo>
                      <a:pt x="176" y="141"/>
                      <a:pt x="176" y="110"/>
                      <a:pt x="197" y="110"/>
                    </a:cubicBezTo>
                    <a:cubicBezTo>
                      <a:pt x="251" y="109"/>
                      <a:pt x="251" y="109"/>
                      <a:pt x="251" y="109"/>
                    </a:cubicBezTo>
                    <a:cubicBezTo>
                      <a:pt x="245" y="55"/>
                      <a:pt x="197" y="6"/>
                      <a:pt x="142" y="0"/>
                    </a:cubicBezTo>
                    <a:cubicBezTo>
                      <a:pt x="141" y="54"/>
                      <a:pt x="141" y="54"/>
                      <a:pt x="141" y="54"/>
                    </a:cubicBezTo>
                    <a:cubicBezTo>
                      <a:pt x="141" y="63"/>
                      <a:pt x="134" y="70"/>
                      <a:pt x="125" y="70"/>
                    </a:cubicBezTo>
                    <a:cubicBezTo>
                      <a:pt x="125" y="70"/>
                      <a:pt x="125" y="70"/>
                      <a:pt x="125" y="70"/>
                    </a:cubicBezTo>
                    <a:cubicBezTo>
                      <a:pt x="116" y="70"/>
                      <a:pt x="109" y="63"/>
                      <a:pt x="109" y="54"/>
                    </a:cubicBezTo>
                    <a:cubicBezTo>
                      <a:pt x="109" y="0"/>
                      <a:pt x="109" y="0"/>
                      <a:pt x="109" y="0"/>
                    </a:cubicBezTo>
                    <a:cubicBezTo>
                      <a:pt x="53" y="6"/>
                      <a:pt x="5" y="55"/>
                      <a:pt x="0" y="110"/>
                    </a:cubicBezTo>
                    <a:cubicBezTo>
                      <a:pt x="53" y="110"/>
                      <a:pt x="53" y="110"/>
                      <a:pt x="53" y="110"/>
                    </a:cubicBezTo>
                    <a:cubicBezTo>
                      <a:pt x="53" y="110"/>
                      <a:pt x="53" y="110"/>
                      <a:pt x="53" y="110"/>
                    </a:cubicBezTo>
                    <a:cubicBezTo>
                      <a:pt x="74" y="111"/>
                      <a:pt x="74" y="141"/>
                      <a:pt x="53" y="142"/>
                    </a:cubicBezTo>
                    <a:cubicBezTo>
                      <a:pt x="0" y="142"/>
                      <a:pt x="0" y="142"/>
                      <a:pt x="0" y="142"/>
                    </a:cubicBezTo>
                    <a:cubicBezTo>
                      <a:pt x="5" y="197"/>
                      <a:pt x="53" y="246"/>
                      <a:pt x="109" y="252"/>
                    </a:cubicBezTo>
                    <a:cubicBezTo>
                      <a:pt x="109" y="198"/>
                      <a:pt x="109" y="198"/>
                      <a:pt x="109" y="198"/>
                    </a:cubicBezTo>
                    <a:cubicBezTo>
                      <a:pt x="109" y="189"/>
                      <a:pt x="116" y="182"/>
                      <a:pt x="125" y="182"/>
                    </a:cubicBezTo>
                    <a:cubicBezTo>
                      <a:pt x="125" y="182"/>
                      <a:pt x="125" y="182"/>
                      <a:pt x="125" y="182"/>
                    </a:cubicBezTo>
                    <a:cubicBezTo>
                      <a:pt x="134" y="182"/>
                      <a:pt x="141" y="189"/>
                      <a:pt x="141" y="198"/>
                    </a:cubicBezTo>
                    <a:cubicBezTo>
                      <a:pt x="141" y="252"/>
                      <a:pt x="141" y="252"/>
                      <a:pt x="141" y="252"/>
                    </a:cubicBezTo>
                    <a:cubicBezTo>
                      <a:pt x="197" y="246"/>
                      <a:pt x="245" y="197"/>
                      <a:pt x="251" y="142"/>
                    </a:cubicBezTo>
                    <a:cubicBezTo>
                      <a:pt x="197" y="142"/>
                      <a:pt x="197" y="142"/>
                      <a:pt x="197" y="142"/>
                    </a:cubicBezTo>
                    <a:cubicBezTo>
                      <a:pt x="197" y="142"/>
                      <a:pt x="197" y="142"/>
                      <a:pt x="197" y="142"/>
                    </a:cubicBezTo>
                    <a:close/>
                    <a:moveTo>
                      <a:pt x="125" y="142"/>
                    </a:moveTo>
                    <a:cubicBezTo>
                      <a:pt x="104" y="141"/>
                      <a:pt x="104" y="111"/>
                      <a:pt x="125" y="110"/>
                    </a:cubicBezTo>
                    <a:cubicBezTo>
                      <a:pt x="147" y="110"/>
                      <a:pt x="147" y="141"/>
                      <a:pt x="125" y="142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60" name="Google Shape;179;p8"/>
              <p:cNvSpPr/>
              <p:nvPr/>
            </p:nvSpPr>
            <p:spPr>
              <a:xfrm>
                <a:off x="8696880" y="1229400"/>
                <a:ext cx="77760" cy="78480"/>
              </a:xfrm>
              <a:custGeom>
                <a:avLst/>
                <a:gdLst>
                  <a:gd name="textAreaLeft" fmla="*/ 0 w 77760"/>
                  <a:gd name="textAreaRight" fmla="*/ 78120 w 77760"/>
                  <a:gd name="textAreaTop" fmla="*/ 0 h 78480"/>
                  <a:gd name="textAreaBottom" fmla="*/ 78840 h 78480"/>
                </a:gdLst>
                <a:ahLst/>
                <a:cxnLst/>
                <a:rect l="textAreaLeft" t="textAreaTop" r="textAreaRight" b="textAreaBottom"/>
                <a:pathLst>
                  <a:path w="132" h="133">
                    <a:moveTo>
                      <a:pt x="75" y="0"/>
                    </a:moveTo>
                    <a:cubicBezTo>
                      <a:pt x="15" y="60"/>
                      <a:pt x="15" y="60"/>
                      <a:pt x="15" y="60"/>
                    </a:cubicBezTo>
                    <a:cubicBezTo>
                      <a:pt x="0" y="76"/>
                      <a:pt x="0" y="101"/>
                      <a:pt x="15" y="117"/>
                    </a:cubicBezTo>
                    <a:cubicBezTo>
                      <a:pt x="31" y="133"/>
                      <a:pt x="56" y="133"/>
                      <a:pt x="72" y="117"/>
                    </a:cubicBezTo>
                    <a:cubicBezTo>
                      <a:pt x="132" y="57"/>
                      <a:pt x="132" y="57"/>
                      <a:pt x="132" y="57"/>
                    </a:cubicBezTo>
                    <a:cubicBezTo>
                      <a:pt x="132" y="57"/>
                      <a:pt x="132" y="57"/>
                      <a:pt x="132" y="57"/>
                    </a:cubicBezTo>
                    <a:lnTo>
                      <a:pt x="75" y="0"/>
                    </a:ln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9240" bIns="392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61" name="Google Shape;180;p8"/>
              <p:cNvSpPr/>
              <p:nvPr/>
            </p:nvSpPr>
            <p:spPr>
              <a:xfrm>
                <a:off x="8730360" y="990720"/>
                <a:ext cx="311040" cy="245520"/>
              </a:xfrm>
              <a:custGeom>
                <a:avLst/>
                <a:gdLst>
                  <a:gd name="textAreaLeft" fmla="*/ 0 w 311040"/>
                  <a:gd name="textAreaRight" fmla="*/ 311400 w 311040"/>
                  <a:gd name="textAreaTop" fmla="*/ 0 h 245520"/>
                  <a:gd name="textAreaBottom" fmla="*/ 245880 h 245520"/>
                </a:gdLst>
                <a:ahLst/>
                <a:cxnLst/>
                <a:rect l="textAreaLeft" t="textAreaTop" r="textAreaRight" b="textAreaBottom"/>
                <a:pathLst>
                  <a:path w="526" h="415">
                    <a:moveTo>
                      <a:pt x="402" y="77"/>
                    </a:moveTo>
                    <a:cubicBezTo>
                      <a:pt x="329" y="1"/>
                      <a:pt x="197" y="0"/>
                      <a:pt x="124" y="77"/>
                    </a:cubicBezTo>
                    <a:cubicBezTo>
                      <a:pt x="0" y="200"/>
                      <a:pt x="89" y="415"/>
                      <a:pt x="263" y="414"/>
                    </a:cubicBezTo>
                    <a:cubicBezTo>
                      <a:pt x="437" y="415"/>
                      <a:pt x="526" y="200"/>
                      <a:pt x="402" y="77"/>
                    </a:cubicBezTo>
                    <a:close/>
                    <a:moveTo>
                      <a:pt x="376" y="329"/>
                    </a:moveTo>
                    <a:cubicBezTo>
                      <a:pt x="312" y="393"/>
                      <a:pt x="211" y="390"/>
                      <a:pt x="151" y="329"/>
                    </a:cubicBezTo>
                    <a:cubicBezTo>
                      <a:pt x="120" y="299"/>
                      <a:pt x="105" y="259"/>
                      <a:pt x="104" y="219"/>
                    </a:cubicBezTo>
                    <a:cubicBezTo>
                      <a:pt x="104" y="218"/>
                      <a:pt x="104" y="218"/>
                      <a:pt x="104" y="217"/>
                    </a:cubicBezTo>
                    <a:cubicBezTo>
                      <a:pt x="104" y="216"/>
                      <a:pt x="104" y="216"/>
                      <a:pt x="104" y="215"/>
                    </a:cubicBezTo>
                    <a:cubicBezTo>
                      <a:pt x="103" y="131"/>
                      <a:pt x="177" y="56"/>
                      <a:pt x="263" y="57"/>
                    </a:cubicBezTo>
                    <a:cubicBezTo>
                      <a:pt x="409" y="60"/>
                      <a:pt x="473" y="231"/>
                      <a:pt x="376" y="329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62" name="Google Shape;181;p8"/>
              <p:cNvSpPr/>
              <p:nvPr/>
            </p:nvSpPr>
            <p:spPr>
              <a:xfrm>
                <a:off x="8754840" y="1196640"/>
                <a:ext cx="52560" cy="52560"/>
              </a:xfrm>
              <a:custGeom>
                <a:avLst/>
                <a:gdLst>
                  <a:gd name="textAreaLeft" fmla="*/ 0 w 52560"/>
                  <a:gd name="textAreaRight" fmla="*/ 52920 w 52560"/>
                  <a:gd name="textAreaTop" fmla="*/ 0 h 52560"/>
                  <a:gd name="textAreaBottom" fmla="*/ 52920 h 52560"/>
                </a:gdLst>
                <a:ahLst/>
                <a:cxnLst/>
                <a:rect l="textAreaLeft" t="textAreaTop" r="textAreaRight" b="textAreaBottom"/>
                <a:pathLst>
                  <a:path w="89" h="89">
                    <a:moveTo>
                      <a:pt x="33" y="0"/>
                    </a:moveTo>
                    <a:cubicBezTo>
                      <a:pt x="0" y="32"/>
                      <a:pt x="0" y="32"/>
                      <a:pt x="0" y="32"/>
                    </a:cubicBezTo>
                    <a:cubicBezTo>
                      <a:pt x="57" y="89"/>
                      <a:pt x="57" y="89"/>
                      <a:pt x="57" y="89"/>
                    </a:cubicBezTo>
                    <a:cubicBezTo>
                      <a:pt x="89" y="57"/>
                      <a:pt x="89" y="57"/>
                      <a:pt x="89" y="57"/>
                    </a:cubicBezTo>
                    <a:cubicBezTo>
                      <a:pt x="67" y="41"/>
                      <a:pt x="48" y="22"/>
                      <a:pt x="33" y="0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6280" bIns="2628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663" name="Google Shape;182;p8"/>
            <p:cNvGrpSpPr/>
            <p:nvPr/>
          </p:nvGrpSpPr>
          <p:grpSpPr>
            <a:xfrm>
              <a:off x="8691120" y="332640"/>
              <a:ext cx="356040" cy="357120"/>
              <a:chOff x="8691120" y="332640"/>
              <a:chExt cx="356040" cy="357120"/>
            </a:xfrm>
          </p:grpSpPr>
          <p:sp>
            <p:nvSpPr>
              <p:cNvPr id="664" name="Google Shape;183;p8"/>
              <p:cNvSpPr/>
              <p:nvPr/>
            </p:nvSpPr>
            <p:spPr>
              <a:xfrm>
                <a:off x="8768880" y="542520"/>
                <a:ext cx="68400" cy="68400"/>
              </a:xfrm>
              <a:custGeom>
                <a:avLst/>
                <a:gdLst>
                  <a:gd name="textAreaLeft" fmla="*/ 0 w 68400"/>
                  <a:gd name="textAreaRight" fmla="*/ 68760 w 68400"/>
                  <a:gd name="textAreaTop" fmla="*/ 0 h 68400"/>
                  <a:gd name="textAreaBottom" fmla="*/ 68760 h 68400"/>
                </a:gdLst>
                <a:ahLst/>
                <a:cxnLst/>
                <a:rect l="textAreaLeft" t="textAreaTop" r="textAreaRight" b="textAreaBottom"/>
                <a:pathLst>
                  <a:path w="99" h="99">
                    <a:moveTo>
                      <a:pt x="0" y="2"/>
                    </a:moveTo>
                    <a:cubicBezTo>
                      <a:pt x="7" y="24"/>
                      <a:pt x="19" y="45"/>
                      <a:pt x="37" y="62"/>
                    </a:cubicBezTo>
                    <a:cubicBezTo>
                      <a:pt x="54" y="80"/>
                      <a:pt x="75" y="92"/>
                      <a:pt x="97" y="99"/>
                    </a:cubicBezTo>
                    <a:cubicBezTo>
                      <a:pt x="99" y="53"/>
                      <a:pt x="46" y="0"/>
                      <a:pt x="0" y="2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4200" bIns="3420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65" name="Google Shape;184;p8"/>
              <p:cNvSpPr/>
              <p:nvPr/>
            </p:nvSpPr>
            <p:spPr>
              <a:xfrm>
                <a:off x="8900640" y="543600"/>
                <a:ext cx="67680" cy="67320"/>
              </a:xfrm>
              <a:custGeom>
                <a:avLst/>
                <a:gdLst>
                  <a:gd name="textAreaLeft" fmla="*/ 0 w 67680"/>
                  <a:gd name="textAreaRight" fmla="*/ 68040 w 67680"/>
                  <a:gd name="textAreaTop" fmla="*/ 0 h 67320"/>
                  <a:gd name="textAreaBottom" fmla="*/ 67680 h 67320"/>
                </a:gdLst>
                <a:ahLst/>
                <a:cxnLst/>
                <a:rect l="textAreaLeft" t="textAreaTop" r="textAreaRight" b="textAreaBottom"/>
                <a:pathLst>
                  <a:path w="98" h="98">
                    <a:moveTo>
                      <a:pt x="31" y="32"/>
                    </a:moveTo>
                    <a:cubicBezTo>
                      <a:pt x="11" y="52"/>
                      <a:pt x="0" y="77"/>
                      <a:pt x="0" y="98"/>
                    </a:cubicBezTo>
                    <a:cubicBezTo>
                      <a:pt x="22" y="91"/>
                      <a:pt x="43" y="79"/>
                      <a:pt x="61" y="61"/>
                    </a:cubicBezTo>
                    <a:cubicBezTo>
                      <a:pt x="78" y="44"/>
                      <a:pt x="91" y="23"/>
                      <a:pt x="98" y="1"/>
                    </a:cubicBezTo>
                    <a:cubicBezTo>
                      <a:pt x="76" y="0"/>
                      <a:pt x="51" y="11"/>
                      <a:pt x="31" y="32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3840" bIns="338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66" name="Google Shape;185;p8"/>
              <p:cNvSpPr/>
              <p:nvPr/>
            </p:nvSpPr>
            <p:spPr>
              <a:xfrm>
                <a:off x="8768880" y="411480"/>
                <a:ext cx="66960" cy="67680"/>
              </a:xfrm>
              <a:custGeom>
                <a:avLst/>
                <a:gdLst>
                  <a:gd name="textAreaLeft" fmla="*/ 0 w 66960"/>
                  <a:gd name="textAreaRight" fmla="*/ 67320 w 66960"/>
                  <a:gd name="textAreaTop" fmla="*/ 0 h 67680"/>
                  <a:gd name="textAreaBottom" fmla="*/ 68040 h 67680"/>
                </a:gdLst>
                <a:ahLst/>
                <a:cxnLst/>
                <a:rect l="textAreaLeft" t="textAreaTop" r="textAreaRight" b="textAreaBottom"/>
                <a:pathLst>
                  <a:path w="97" h="98">
                    <a:moveTo>
                      <a:pt x="66" y="67"/>
                    </a:moveTo>
                    <a:cubicBezTo>
                      <a:pt x="86" y="47"/>
                      <a:pt x="97" y="22"/>
                      <a:pt x="97" y="0"/>
                    </a:cubicBezTo>
                    <a:cubicBezTo>
                      <a:pt x="52" y="14"/>
                      <a:pt x="13" y="53"/>
                      <a:pt x="0" y="98"/>
                    </a:cubicBezTo>
                    <a:cubicBezTo>
                      <a:pt x="21" y="98"/>
                      <a:pt x="46" y="87"/>
                      <a:pt x="66" y="67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3840" bIns="338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67" name="Google Shape;186;p8"/>
              <p:cNvSpPr/>
              <p:nvPr/>
            </p:nvSpPr>
            <p:spPr>
              <a:xfrm>
                <a:off x="8899200" y="411480"/>
                <a:ext cx="69120" cy="69120"/>
              </a:xfrm>
              <a:custGeom>
                <a:avLst/>
                <a:gdLst>
                  <a:gd name="textAreaLeft" fmla="*/ 0 w 69120"/>
                  <a:gd name="textAreaRight" fmla="*/ 69480 w 69120"/>
                  <a:gd name="textAreaTop" fmla="*/ 0 h 69120"/>
                  <a:gd name="textAreaBottom" fmla="*/ 69480 h 69120"/>
                </a:gdLst>
                <a:ahLst/>
                <a:cxnLst/>
                <a:rect l="textAreaLeft" t="textAreaTop" r="textAreaRight" b="textAreaBottom"/>
                <a:pathLst>
                  <a:path w="100" h="100">
                    <a:moveTo>
                      <a:pt x="100" y="98"/>
                    </a:moveTo>
                    <a:cubicBezTo>
                      <a:pt x="86" y="53"/>
                      <a:pt x="47" y="14"/>
                      <a:pt x="2" y="0"/>
                    </a:cubicBezTo>
                    <a:cubicBezTo>
                      <a:pt x="0" y="46"/>
                      <a:pt x="54" y="100"/>
                      <a:pt x="100" y="98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4560" bIns="3456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68" name="Google Shape;187;p8"/>
              <p:cNvSpPr/>
              <p:nvPr/>
            </p:nvSpPr>
            <p:spPr>
              <a:xfrm>
                <a:off x="8850240" y="494640"/>
                <a:ext cx="36000" cy="35280"/>
              </a:xfrm>
              <a:custGeom>
                <a:avLst/>
                <a:gdLst>
                  <a:gd name="textAreaLeft" fmla="*/ 0 w 36000"/>
                  <a:gd name="textAreaRight" fmla="*/ 36360 w 36000"/>
                  <a:gd name="textAreaTop" fmla="*/ 0 h 35280"/>
                  <a:gd name="textAreaBottom" fmla="*/ 35640 h 35280"/>
                </a:gdLst>
                <a:ahLst/>
                <a:cxnLst/>
                <a:rect l="textAreaLeft" t="textAreaTop" r="textAreaRight" b="textAreaBottom"/>
                <a:pathLst>
                  <a:path w="53" h="51">
                    <a:moveTo>
                      <a:pt x="27" y="0"/>
                    </a:moveTo>
                    <a:cubicBezTo>
                      <a:pt x="21" y="0"/>
                      <a:pt x="14" y="3"/>
                      <a:pt x="10" y="7"/>
                    </a:cubicBezTo>
                    <a:cubicBezTo>
                      <a:pt x="0" y="17"/>
                      <a:pt x="0" y="32"/>
                      <a:pt x="10" y="41"/>
                    </a:cubicBezTo>
                    <a:cubicBezTo>
                      <a:pt x="19" y="51"/>
                      <a:pt x="34" y="51"/>
                      <a:pt x="44" y="41"/>
                    </a:cubicBezTo>
                    <a:cubicBezTo>
                      <a:pt x="53" y="32"/>
                      <a:pt x="53" y="17"/>
                      <a:pt x="44" y="7"/>
                    </a:cubicBezTo>
                    <a:cubicBezTo>
                      <a:pt x="39" y="3"/>
                      <a:pt x="33" y="0"/>
                      <a:pt x="27" y="0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7640" bIns="176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69" name="Google Shape;188;p8"/>
              <p:cNvSpPr/>
              <p:nvPr/>
            </p:nvSpPr>
            <p:spPr>
              <a:xfrm>
                <a:off x="8763120" y="406800"/>
                <a:ext cx="209880" cy="209880"/>
              </a:xfrm>
              <a:custGeom>
                <a:avLst/>
                <a:gdLst>
                  <a:gd name="textAreaLeft" fmla="*/ 0 w 209880"/>
                  <a:gd name="textAreaRight" fmla="*/ 210240 w 209880"/>
                  <a:gd name="textAreaTop" fmla="*/ 0 h 209880"/>
                  <a:gd name="textAreaBottom" fmla="*/ 210240 h 209880"/>
                </a:gdLst>
                <a:ahLst/>
                <a:cxnLst/>
                <a:rect l="textAreaLeft" t="textAreaTop" r="textAreaRight" b="textAreaBottom"/>
                <a:pathLst>
                  <a:path w="303" h="303">
                    <a:moveTo>
                      <a:pt x="295" y="135"/>
                    </a:moveTo>
                    <a:cubicBezTo>
                      <a:pt x="265" y="135"/>
                      <a:pt x="233" y="120"/>
                      <a:pt x="208" y="95"/>
                    </a:cubicBezTo>
                    <a:cubicBezTo>
                      <a:pt x="192" y="79"/>
                      <a:pt x="180" y="61"/>
                      <a:pt x="174" y="41"/>
                    </a:cubicBezTo>
                    <a:cubicBezTo>
                      <a:pt x="169" y="27"/>
                      <a:pt x="168" y="14"/>
                      <a:pt x="169" y="1"/>
                    </a:cubicBezTo>
                    <a:cubicBezTo>
                      <a:pt x="158" y="0"/>
                      <a:pt x="146" y="0"/>
                      <a:pt x="135" y="1"/>
                    </a:cubicBezTo>
                    <a:cubicBezTo>
                      <a:pt x="140" y="52"/>
                      <a:pt x="93" y="114"/>
                      <a:pt x="41" y="129"/>
                    </a:cubicBezTo>
                    <a:cubicBezTo>
                      <a:pt x="28" y="134"/>
                      <a:pt x="15" y="135"/>
                      <a:pt x="1" y="134"/>
                    </a:cubicBezTo>
                    <a:cubicBezTo>
                      <a:pt x="0" y="146"/>
                      <a:pt x="0" y="157"/>
                      <a:pt x="1" y="168"/>
                    </a:cubicBezTo>
                    <a:cubicBezTo>
                      <a:pt x="68" y="161"/>
                      <a:pt x="142" y="235"/>
                      <a:pt x="135" y="302"/>
                    </a:cubicBezTo>
                    <a:cubicBezTo>
                      <a:pt x="146" y="303"/>
                      <a:pt x="157" y="303"/>
                      <a:pt x="169" y="302"/>
                    </a:cubicBezTo>
                    <a:cubicBezTo>
                      <a:pt x="166" y="270"/>
                      <a:pt x="180" y="235"/>
                      <a:pt x="208" y="207"/>
                    </a:cubicBezTo>
                    <a:cubicBezTo>
                      <a:pt x="224" y="191"/>
                      <a:pt x="242" y="180"/>
                      <a:pt x="262" y="173"/>
                    </a:cubicBezTo>
                    <a:cubicBezTo>
                      <a:pt x="275" y="169"/>
                      <a:pt x="289" y="167"/>
                      <a:pt x="302" y="168"/>
                    </a:cubicBezTo>
                    <a:cubicBezTo>
                      <a:pt x="303" y="157"/>
                      <a:pt x="303" y="146"/>
                      <a:pt x="302" y="134"/>
                    </a:cubicBezTo>
                    <a:cubicBezTo>
                      <a:pt x="300" y="134"/>
                      <a:pt x="297" y="135"/>
                      <a:pt x="295" y="135"/>
                    </a:cubicBezTo>
                    <a:close/>
                    <a:moveTo>
                      <a:pt x="190" y="190"/>
                    </a:moveTo>
                    <a:cubicBezTo>
                      <a:pt x="190" y="190"/>
                      <a:pt x="190" y="190"/>
                      <a:pt x="190" y="190"/>
                    </a:cubicBezTo>
                    <a:cubicBezTo>
                      <a:pt x="169" y="211"/>
                      <a:pt x="135" y="211"/>
                      <a:pt x="114" y="190"/>
                    </a:cubicBezTo>
                    <a:cubicBezTo>
                      <a:pt x="92" y="169"/>
                      <a:pt x="92" y="134"/>
                      <a:pt x="114" y="113"/>
                    </a:cubicBezTo>
                    <a:cubicBezTo>
                      <a:pt x="135" y="92"/>
                      <a:pt x="169" y="92"/>
                      <a:pt x="190" y="113"/>
                    </a:cubicBezTo>
                    <a:cubicBezTo>
                      <a:pt x="211" y="134"/>
                      <a:pt x="211" y="169"/>
                      <a:pt x="190" y="190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70" name="Google Shape;189;p8"/>
              <p:cNvSpPr/>
              <p:nvPr/>
            </p:nvSpPr>
            <p:spPr>
              <a:xfrm>
                <a:off x="8691120" y="332640"/>
                <a:ext cx="356040" cy="357120"/>
              </a:xfrm>
              <a:custGeom>
                <a:avLst/>
                <a:gdLst>
                  <a:gd name="textAreaLeft" fmla="*/ 0 w 356040"/>
                  <a:gd name="textAreaRight" fmla="*/ 356400 w 356040"/>
                  <a:gd name="textAreaTop" fmla="*/ 0 h 357120"/>
                  <a:gd name="textAreaBottom" fmla="*/ 357480 h 357120"/>
                </a:gdLst>
                <a:ahLst/>
                <a:cxnLst/>
                <a:rect l="textAreaLeft" t="textAreaTop" r="textAreaRight" b="textAreaBottom"/>
                <a:pathLst>
                  <a:path w="514" h="515">
                    <a:moveTo>
                      <a:pt x="507" y="209"/>
                    </a:moveTo>
                    <a:cubicBezTo>
                      <a:pt x="506" y="200"/>
                      <a:pt x="499" y="193"/>
                      <a:pt x="490" y="192"/>
                    </a:cubicBezTo>
                    <a:cubicBezTo>
                      <a:pt x="469" y="188"/>
                      <a:pt x="469" y="188"/>
                      <a:pt x="469" y="188"/>
                    </a:cubicBezTo>
                    <a:cubicBezTo>
                      <a:pt x="467" y="188"/>
                      <a:pt x="465" y="186"/>
                      <a:pt x="464" y="184"/>
                    </a:cubicBezTo>
                    <a:cubicBezTo>
                      <a:pt x="461" y="177"/>
                      <a:pt x="458" y="170"/>
                      <a:pt x="455" y="163"/>
                    </a:cubicBezTo>
                    <a:cubicBezTo>
                      <a:pt x="454" y="161"/>
                      <a:pt x="454" y="158"/>
                      <a:pt x="456" y="157"/>
                    </a:cubicBezTo>
                    <a:cubicBezTo>
                      <a:pt x="468" y="139"/>
                      <a:pt x="468" y="139"/>
                      <a:pt x="468" y="139"/>
                    </a:cubicBezTo>
                    <a:cubicBezTo>
                      <a:pt x="473" y="132"/>
                      <a:pt x="473" y="122"/>
                      <a:pt x="468" y="115"/>
                    </a:cubicBezTo>
                    <a:cubicBezTo>
                      <a:pt x="459" y="101"/>
                      <a:pt x="448" y="89"/>
                      <a:pt x="437" y="77"/>
                    </a:cubicBezTo>
                    <a:cubicBezTo>
                      <a:pt x="424" y="64"/>
                      <a:pt x="409" y="53"/>
                      <a:pt x="394" y="43"/>
                    </a:cubicBezTo>
                    <a:cubicBezTo>
                      <a:pt x="389" y="39"/>
                      <a:pt x="382" y="39"/>
                      <a:pt x="377" y="43"/>
                    </a:cubicBezTo>
                    <a:cubicBezTo>
                      <a:pt x="357" y="58"/>
                      <a:pt x="357" y="58"/>
                      <a:pt x="357" y="58"/>
                    </a:cubicBezTo>
                    <a:cubicBezTo>
                      <a:pt x="355" y="59"/>
                      <a:pt x="352" y="60"/>
                      <a:pt x="350" y="59"/>
                    </a:cubicBezTo>
                    <a:cubicBezTo>
                      <a:pt x="343" y="55"/>
                      <a:pt x="336" y="53"/>
                      <a:pt x="329" y="50"/>
                    </a:cubicBezTo>
                    <a:cubicBezTo>
                      <a:pt x="327" y="49"/>
                      <a:pt x="326" y="47"/>
                      <a:pt x="325" y="45"/>
                    </a:cubicBezTo>
                    <a:cubicBezTo>
                      <a:pt x="321" y="20"/>
                      <a:pt x="321" y="20"/>
                      <a:pt x="321" y="20"/>
                    </a:cubicBezTo>
                    <a:cubicBezTo>
                      <a:pt x="320" y="14"/>
                      <a:pt x="315" y="9"/>
                      <a:pt x="309" y="8"/>
                    </a:cubicBezTo>
                    <a:cubicBezTo>
                      <a:pt x="274" y="0"/>
                      <a:pt x="237" y="1"/>
                      <a:pt x="201" y="8"/>
                    </a:cubicBezTo>
                    <a:cubicBezTo>
                      <a:pt x="195" y="9"/>
                      <a:pt x="191" y="14"/>
                      <a:pt x="190" y="20"/>
                    </a:cubicBezTo>
                    <a:cubicBezTo>
                      <a:pt x="186" y="45"/>
                      <a:pt x="186" y="45"/>
                      <a:pt x="186" y="45"/>
                    </a:cubicBezTo>
                    <a:cubicBezTo>
                      <a:pt x="185" y="48"/>
                      <a:pt x="184" y="49"/>
                      <a:pt x="181" y="50"/>
                    </a:cubicBezTo>
                    <a:cubicBezTo>
                      <a:pt x="174" y="53"/>
                      <a:pt x="167" y="56"/>
                      <a:pt x="160" y="59"/>
                    </a:cubicBezTo>
                    <a:cubicBezTo>
                      <a:pt x="158" y="60"/>
                      <a:pt x="156" y="60"/>
                      <a:pt x="154" y="58"/>
                    </a:cubicBezTo>
                    <a:cubicBezTo>
                      <a:pt x="133" y="44"/>
                      <a:pt x="133" y="44"/>
                      <a:pt x="133" y="44"/>
                    </a:cubicBezTo>
                    <a:cubicBezTo>
                      <a:pt x="128" y="40"/>
                      <a:pt x="121" y="40"/>
                      <a:pt x="116" y="43"/>
                    </a:cubicBezTo>
                    <a:cubicBezTo>
                      <a:pt x="101" y="53"/>
                      <a:pt x="87" y="65"/>
                      <a:pt x="75" y="77"/>
                    </a:cubicBezTo>
                    <a:cubicBezTo>
                      <a:pt x="63" y="89"/>
                      <a:pt x="52" y="102"/>
                      <a:pt x="43" y="116"/>
                    </a:cubicBezTo>
                    <a:cubicBezTo>
                      <a:pt x="38" y="123"/>
                      <a:pt x="38" y="133"/>
                      <a:pt x="43" y="140"/>
                    </a:cubicBezTo>
                    <a:cubicBezTo>
                      <a:pt x="55" y="157"/>
                      <a:pt x="55" y="157"/>
                      <a:pt x="55" y="157"/>
                    </a:cubicBezTo>
                    <a:cubicBezTo>
                      <a:pt x="57" y="159"/>
                      <a:pt x="57" y="162"/>
                      <a:pt x="56" y="164"/>
                    </a:cubicBezTo>
                    <a:cubicBezTo>
                      <a:pt x="53" y="171"/>
                      <a:pt x="50" y="178"/>
                      <a:pt x="47" y="185"/>
                    </a:cubicBezTo>
                    <a:cubicBezTo>
                      <a:pt x="47" y="187"/>
                      <a:pt x="45" y="188"/>
                      <a:pt x="42" y="189"/>
                    </a:cubicBezTo>
                    <a:cubicBezTo>
                      <a:pt x="17" y="193"/>
                      <a:pt x="17" y="193"/>
                      <a:pt x="17" y="193"/>
                    </a:cubicBezTo>
                    <a:cubicBezTo>
                      <a:pt x="11" y="194"/>
                      <a:pt x="6" y="199"/>
                      <a:pt x="5" y="205"/>
                    </a:cubicBezTo>
                    <a:cubicBezTo>
                      <a:pt x="1" y="222"/>
                      <a:pt x="0" y="240"/>
                      <a:pt x="0" y="258"/>
                    </a:cubicBezTo>
                    <a:cubicBezTo>
                      <a:pt x="0" y="275"/>
                      <a:pt x="1" y="292"/>
                      <a:pt x="4" y="308"/>
                    </a:cubicBezTo>
                    <a:cubicBezTo>
                      <a:pt x="6" y="317"/>
                      <a:pt x="13" y="324"/>
                      <a:pt x="22" y="325"/>
                    </a:cubicBezTo>
                    <a:cubicBezTo>
                      <a:pt x="43" y="329"/>
                      <a:pt x="43" y="329"/>
                      <a:pt x="43" y="329"/>
                    </a:cubicBezTo>
                    <a:cubicBezTo>
                      <a:pt x="45" y="329"/>
                      <a:pt x="47" y="331"/>
                      <a:pt x="47" y="333"/>
                    </a:cubicBezTo>
                    <a:cubicBezTo>
                      <a:pt x="50" y="340"/>
                      <a:pt x="53" y="347"/>
                      <a:pt x="56" y="353"/>
                    </a:cubicBezTo>
                    <a:cubicBezTo>
                      <a:pt x="57" y="356"/>
                      <a:pt x="57" y="358"/>
                      <a:pt x="56" y="360"/>
                    </a:cubicBezTo>
                    <a:cubicBezTo>
                      <a:pt x="43" y="377"/>
                      <a:pt x="43" y="377"/>
                      <a:pt x="43" y="377"/>
                    </a:cubicBezTo>
                    <a:cubicBezTo>
                      <a:pt x="38" y="384"/>
                      <a:pt x="38" y="394"/>
                      <a:pt x="43" y="402"/>
                    </a:cubicBezTo>
                    <a:cubicBezTo>
                      <a:pt x="62" y="430"/>
                      <a:pt x="88" y="455"/>
                      <a:pt x="117" y="474"/>
                    </a:cubicBezTo>
                    <a:cubicBezTo>
                      <a:pt x="122" y="477"/>
                      <a:pt x="129" y="477"/>
                      <a:pt x="134" y="474"/>
                    </a:cubicBezTo>
                    <a:cubicBezTo>
                      <a:pt x="154" y="459"/>
                      <a:pt x="154" y="459"/>
                      <a:pt x="154" y="459"/>
                    </a:cubicBezTo>
                    <a:cubicBezTo>
                      <a:pt x="156" y="457"/>
                      <a:pt x="159" y="457"/>
                      <a:pt x="161" y="458"/>
                    </a:cubicBezTo>
                    <a:cubicBezTo>
                      <a:pt x="168" y="461"/>
                      <a:pt x="175" y="464"/>
                      <a:pt x="182" y="467"/>
                    </a:cubicBezTo>
                    <a:cubicBezTo>
                      <a:pt x="184" y="468"/>
                      <a:pt x="186" y="469"/>
                      <a:pt x="186" y="472"/>
                    </a:cubicBezTo>
                    <a:cubicBezTo>
                      <a:pt x="190" y="493"/>
                      <a:pt x="190" y="493"/>
                      <a:pt x="190" y="493"/>
                    </a:cubicBezTo>
                    <a:cubicBezTo>
                      <a:pt x="191" y="501"/>
                      <a:pt x="198" y="508"/>
                      <a:pt x="207" y="510"/>
                    </a:cubicBezTo>
                    <a:cubicBezTo>
                      <a:pt x="223" y="513"/>
                      <a:pt x="239" y="515"/>
                      <a:pt x="256" y="515"/>
                    </a:cubicBezTo>
                    <a:cubicBezTo>
                      <a:pt x="272" y="515"/>
                      <a:pt x="289" y="513"/>
                      <a:pt x="305" y="510"/>
                    </a:cubicBezTo>
                    <a:cubicBezTo>
                      <a:pt x="314" y="508"/>
                      <a:pt x="321" y="501"/>
                      <a:pt x="322" y="492"/>
                    </a:cubicBezTo>
                    <a:cubicBezTo>
                      <a:pt x="326" y="472"/>
                      <a:pt x="326" y="472"/>
                      <a:pt x="326" y="472"/>
                    </a:cubicBezTo>
                    <a:cubicBezTo>
                      <a:pt x="326" y="469"/>
                      <a:pt x="328" y="467"/>
                      <a:pt x="330" y="467"/>
                    </a:cubicBezTo>
                    <a:cubicBezTo>
                      <a:pt x="337" y="464"/>
                      <a:pt x="344" y="461"/>
                      <a:pt x="351" y="458"/>
                    </a:cubicBezTo>
                    <a:cubicBezTo>
                      <a:pt x="353" y="457"/>
                      <a:pt x="355" y="457"/>
                      <a:pt x="357" y="458"/>
                    </a:cubicBezTo>
                    <a:cubicBezTo>
                      <a:pt x="378" y="473"/>
                      <a:pt x="378" y="473"/>
                      <a:pt x="378" y="473"/>
                    </a:cubicBezTo>
                    <a:cubicBezTo>
                      <a:pt x="383" y="477"/>
                      <a:pt x="390" y="477"/>
                      <a:pt x="395" y="474"/>
                    </a:cubicBezTo>
                    <a:cubicBezTo>
                      <a:pt x="410" y="464"/>
                      <a:pt x="424" y="452"/>
                      <a:pt x="437" y="440"/>
                    </a:cubicBezTo>
                    <a:cubicBezTo>
                      <a:pt x="449" y="428"/>
                      <a:pt x="459" y="415"/>
                      <a:pt x="469" y="401"/>
                    </a:cubicBezTo>
                    <a:cubicBezTo>
                      <a:pt x="474" y="394"/>
                      <a:pt x="474" y="384"/>
                      <a:pt x="468" y="377"/>
                    </a:cubicBezTo>
                    <a:cubicBezTo>
                      <a:pt x="456" y="360"/>
                      <a:pt x="456" y="360"/>
                      <a:pt x="456" y="360"/>
                    </a:cubicBezTo>
                    <a:cubicBezTo>
                      <a:pt x="455" y="358"/>
                      <a:pt x="454" y="355"/>
                      <a:pt x="455" y="353"/>
                    </a:cubicBezTo>
                    <a:cubicBezTo>
                      <a:pt x="459" y="346"/>
                      <a:pt x="462" y="339"/>
                      <a:pt x="464" y="332"/>
                    </a:cubicBezTo>
                    <a:cubicBezTo>
                      <a:pt x="465" y="330"/>
                      <a:pt x="467" y="328"/>
                      <a:pt x="469" y="328"/>
                    </a:cubicBezTo>
                    <a:cubicBezTo>
                      <a:pt x="494" y="324"/>
                      <a:pt x="494" y="324"/>
                      <a:pt x="494" y="324"/>
                    </a:cubicBezTo>
                    <a:cubicBezTo>
                      <a:pt x="500" y="323"/>
                      <a:pt x="505" y="318"/>
                      <a:pt x="506" y="312"/>
                    </a:cubicBezTo>
                    <a:cubicBezTo>
                      <a:pt x="513" y="278"/>
                      <a:pt x="514" y="243"/>
                      <a:pt x="507" y="209"/>
                    </a:cubicBezTo>
                    <a:close/>
                    <a:moveTo>
                      <a:pt x="384" y="387"/>
                    </a:moveTo>
                    <a:cubicBezTo>
                      <a:pt x="339" y="431"/>
                      <a:pt x="279" y="448"/>
                      <a:pt x="220" y="436"/>
                    </a:cubicBezTo>
                    <a:cubicBezTo>
                      <a:pt x="219" y="436"/>
                      <a:pt x="218" y="436"/>
                      <a:pt x="217" y="436"/>
                    </a:cubicBezTo>
                    <a:cubicBezTo>
                      <a:pt x="217" y="436"/>
                      <a:pt x="217" y="436"/>
                      <a:pt x="217" y="436"/>
                    </a:cubicBezTo>
                    <a:cubicBezTo>
                      <a:pt x="151" y="423"/>
                      <a:pt x="91" y="363"/>
                      <a:pt x="79" y="297"/>
                    </a:cubicBezTo>
                    <a:cubicBezTo>
                      <a:pt x="79" y="297"/>
                      <a:pt x="79" y="297"/>
                      <a:pt x="79" y="297"/>
                    </a:cubicBezTo>
                    <a:cubicBezTo>
                      <a:pt x="78" y="296"/>
                      <a:pt x="78" y="295"/>
                      <a:pt x="78" y="294"/>
                    </a:cubicBezTo>
                    <a:cubicBezTo>
                      <a:pt x="73" y="271"/>
                      <a:pt x="73" y="246"/>
                      <a:pt x="78" y="222"/>
                    </a:cubicBezTo>
                    <a:cubicBezTo>
                      <a:pt x="78" y="221"/>
                      <a:pt x="78" y="220"/>
                      <a:pt x="79" y="219"/>
                    </a:cubicBezTo>
                    <a:cubicBezTo>
                      <a:pt x="79" y="219"/>
                      <a:pt x="79" y="219"/>
                      <a:pt x="79" y="219"/>
                    </a:cubicBezTo>
                    <a:cubicBezTo>
                      <a:pt x="108" y="81"/>
                      <a:pt x="283" y="29"/>
                      <a:pt x="384" y="130"/>
                    </a:cubicBezTo>
                    <a:cubicBezTo>
                      <a:pt x="409" y="155"/>
                      <a:pt x="425" y="186"/>
                      <a:pt x="433" y="219"/>
                    </a:cubicBezTo>
                    <a:cubicBezTo>
                      <a:pt x="433" y="219"/>
                      <a:pt x="433" y="219"/>
                      <a:pt x="433" y="219"/>
                    </a:cubicBezTo>
                    <a:cubicBezTo>
                      <a:pt x="433" y="221"/>
                      <a:pt x="433" y="222"/>
                      <a:pt x="433" y="223"/>
                    </a:cubicBezTo>
                    <a:cubicBezTo>
                      <a:pt x="445" y="280"/>
                      <a:pt x="428" y="342"/>
                      <a:pt x="384" y="387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671" name="Google Shape;190;p8"/>
            <p:cNvGrpSpPr/>
            <p:nvPr/>
          </p:nvGrpSpPr>
          <p:grpSpPr>
            <a:xfrm>
              <a:off x="8134560" y="650880"/>
              <a:ext cx="354600" cy="366480"/>
              <a:chOff x="8134560" y="650880"/>
              <a:chExt cx="354600" cy="366480"/>
            </a:xfrm>
          </p:grpSpPr>
          <p:sp>
            <p:nvSpPr>
              <p:cNvPr id="672" name="Google Shape;191;p8"/>
              <p:cNvSpPr/>
              <p:nvPr/>
            </p:nvSpPr>
            <p:spPr>
              <a:xfrm>
                <a:off x="8134560" y="650880"/>
                <a:ext cx="354600" cy="231480"/>
              </a:xfrm>
              <a:custGeom>
                <a:avLst/>
                <a:gdLst>
                  <a:gd name="textAreaLeft" fmla="*/ 0 w 354600"/>
                  <a:gd name="textAreaRight" fmla="*/ 354960 w 354600"/>
                  <a:gd name="textAreaTop" fmla="*/ 0 h 231480"/>
                  <a:gd name="textAreaBottom" fmla="*/ 231840 h 231480"/>
                </a:gdLst>
                <a:ahLst/>
                <a:cxnLst/>
                <a:rect l="textAreaLeft" t="textAreaTop" r="textAreaRight" b="textAreaBottom"/>
                <a:pathLst>
                  <a:path w="511" h="334">
                    <a:moveTo>
                      <a:pt x="470" y="187"/>
                    </a:moveTo>
                    <a:cubicBezTo>
                      <a:pt x="462" y="183"/>
                      <a:pt x="459" y="175"/>
                      <a:pt x="462" y="167"/>
                    </a:cubicBezTo>
                    <a:cubicBezTo>
                      <a:pt x="481" y="118"/>
                      <a:pt x="444" y="63"/>
                      <a:pt x="391" y="63"/>
                    </a:cubicBezTo>
                    <a:cubicBezTo>
                      <a:pt x="381" y="62"/>
                      <a:pt x="371" y="64"/>
                      <a:pt x="361" y="68"/>
                    </a:cubicBezTo>
                    <a:cubicBezTo>
                      <a:pt x="353" y="71"/>
                      <a:pt x="344" y="68"/>
                      <a:pt x="341" y="60"/>
                    </a:cubicBezTo>
                    <a:cubicBezTo>
                      <a:pt x="314" y="1"/>
                      <a:pt x="229" y="0"/>
                      <a:pt x="201" y="59"/>
                    </a:cubicBezTo>
                    <a:cubicBezTo>
                      <a:pt x="198" y="67"/>
                      <a:pt x="189" y="70"/>
                      <a:pt x="181" y="67"/>
                    </a:cubicBezTo>
                    <a:cubicBezTo>
                      <a:pt x="173" y="64"/>
                      <a:pt x="163" y="63"/>
                      <a:pt x="154" y="63"/>
                    </a:cubicBezTo>
                    <a:cubicBezTo>
                      <a:pt x="112" y="63"/>
                      <a:pt x="78" y="98"/>
                      <a:pt x="78" y="140"/>
                    </a:cubicBezTo>
                    <a:cubicBezTo>
                      <a:pt x="78" y="149"/>
                      <a:pt x="80" y="158"/>
                      <a:pt x="83" y="167"/>
                    </a:cubicBezTo>
                    <a:cubicBezTo>
                      <a:pt x="86" y="175"/>
                      <a:pt x="82" y="184"/>
                      <a:pt x="75" y="187"/>
                    </a:cubicBezTo>
                    <a:cubicBezTo>
                      <a:pt x="0" y="225"/>
                      <a:pt x="26" y="332"/>
                      <a:pt x="109" y="334"/>
                    </a:cubicBezTo>
                    <a:cubicBezTo>
                      <a:pt x="177" y="334"/>
                      <a:pt x="177" y="334"/>
                      <a:pt x="177" y="334"/>
                    </a:cubicBezTo>
                    <a:cubicBezTo>
                      <a:pt x="271" y="330"/>
                      <a:pt x="271" y="196"/>
                      <a:pt x="177" y="192"/>
                    </a:cubicBezTo>
                    <a:cubicBezTo>
                      <a:pt x="168" y="192"/>
                      <a:pt x="161" y="185"/>
                      <a:pt x="161" y="176"/>
                    </a:cubicBezTo>
                    <a:cubicBezTo>
                      <a:pt x="161" y="167"/>
                      <a:pt x="168" y="160"/>
                      <a:pt x="177" y="160"/>
                    </a:cubicBezTo>
                    <a:cubicBezTo>
                      <a:pt x="228" y="160"/>
                      <a:pt x="271" y="198"/>
                      <a:pt x="278" y="247"/>
                    </a:cubicBezTo>
                    <a:cubicBezTo>
                      <a:pt x="353" y="247"/>
                      <a:pt x="353" y="247"/>
                      <a:pt x="353" y="247"/>
                    </a:cubicBezTo>
                    <a:cubicBezTo>
                      <a:pt x="367" y="247"/>
                      <a:pt x="379" y="235"/>
                      <a:pt x="379" y="221"/>
                    </a:cubicBezTo>
                    <a:cubicBezTo>
                      <a:pt x="379" y="207"/>
                      <a:pt x="367" y="195"/>
                      <a:pt x="353" y="195"/>
                    </a:cubicBezTo>
                    <a:cubicBezTo>
                      <a:pt x="332" y="194"/>
                      <a:pt x="332" y="164"/>
                      <a:pt x="353" y="163"/>
                    </a:cubicBezTo>
                    <a:cubicBezTo>
                      <a:pt x="430" y="166"/>
                      <a:pt x="430" y="276"/>
                      <a:pt x="353" y="279"/>
                    </a:cubicBezTo>
                    <a:cubicBezTo>
                      <a:pt x="278" y="279"/>
                      <a:pt x="278" y="279"/>
                      <a:pt x="278" y="279"/>
                    </a:cubicBezTo>
                    <a:cubicBezTo>
                      <a:pt x="275" y="300"/>
                      <a:pt x="265" y="319"/>
                      <a:pt x="251" y="334"/>
                    </a:cubicBezTo>
                    <a:cubicBezTo>
                      <a:pt x="257" y="334"/>
                      <a:pt x="257" y="334"/>
                      <a:pt x="257" y="334"/>
                    </a:cubicBezTo>
                    <a:cubicBezTo>
                      <a:pt x="258" y="334"/>
                      <a:pt x="258" y="334"/>
                      <a:pt x="259" y="334"/>
                    </a:cubicBezTo>
                    <a:cubicBezTo>
                      <a:pt x="432" y="334"/>
                      <a:pt x="432" y="334"/>
                      <a:pt x="432" y="334"/>
                    </a:cubicBezTo>
                    <a:cubicBezTo>
                      <a:pt x="453" y="334"/>
                      <a:pt x="473" y="326"/>
                      <a:pt x="488" y="311"/>
                    </a:cubicBezTo>
                    <a:cubicBezTo>
                      <a:pt x="503" y="296"/>
                      <a:pt x="511" y="276"/>
                      <a:pt x="511" y="255"/>
                    </a:cubicBezTo>
                    <a:cubicBezTo>
                      <a:pt x="511" y="226"/>
                      <a:pt x="495" y="200"/>
                      <a:pt x="470" y="187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73" name="Google Shape;192;p8"/>
              <p:cNvSpPr/>
              <p:nvPr/>
            </p:nvSpPr>
            <p:spPr>
              <a:xfrm>
                <a:off x="8382960" y="971280"/>
                <a:ext cx="44280" cy="46080"/>
              </a:xfrm>
              <a:custGeom>
                <a:avLst/>
                <a:gdLst>
                  <a:gd name="textAreaLeft" fmla="*/ 0 w 44280"/>
                  <a:gd name="textAreaRight" fmla="*/ 44640 w 44280"/>
                  <a:gd name="textAreaTop" fmla="*/ 0 h 46080"/>
                  <a:gd name="textAreaBottom" fmla="*/ 46440 h 46080"/>
                </a:gdLst>
                <a:ahLst/>
                <a:cxnLst/>
                <a:rect l="textAreaLeft" t="textAreaTop" r="textAreaRight" b="textAreaBottom"/>
                <a:pathLst>
                  <a:path w="64" h="67">
                    <a:moveTo>
                      <a:pt x="63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35"/>
                      <a:pt x="0" y="35"/>
                      <a:pt x="0" y="35"/>
                    </a:cubicBezTo>
                    <a:cubicBezTo>
                      <a:pt x="0" y="52"/>
                      <a:pt x="14" y="67"/>
                      <a:pt x="32" y="67"/>
                    </a:cubicBezTo>
                    <a:cubicBezTo>
                      <a:pt x="57" y="67"/>
                      <a:pt x="57" y="67"/>
                      <a:pt x="57" y="67"/>
                    </a:cubicBezTo>
                    <a:cubicBezTo>
                      <a:pt x="61" y="67"/>
                      <a:pt x="64" y="63"/>
                      <a:pt x="64" y="59"/>
                    </a:cubicBezTo>
                    <a:cubicBezTo>
                      <a:pt x="64" y="0"/>
                      <a:pt x="64" y="0"/>
                      <a:pt x="64" y="0"/>
                    </a:cubicBezTo>
                    <a:cubicBezTo>
                      <a:pt x="64" y="0"/>
                      <a:pt x="64" y="0"/>
                      <a:pt x="63" y="0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3040" bIns="230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74" name="Google Shape;193;p8"/>
              <p:cNvSpPr/>
              <p:nvPr/>
            </p:nvSpPr>
            <p:spPr>
              <a:xfrm>
                <a:off x="8326440" y="900000"/>
                <a:ext cx="135000" cy="48600"/>
              </a:xfrm>
              <a:custGeom>
                <a:avLst/>
                <a:gdLst>
                  <a:gd name="textAreaLeft" fmla="*/ 0 w 135000"/>
                  <a:gd name="textAreaRight" fmla="*/ 135360 w 135000"/>
                  <a:gd name="textAreaTop" fmla="*/ 0 h 48600"/>
                  <a:gd name="textAreaBottom" fmla="*/ 48960 h 48600"/>
                </a:gdLst>
                <a:ahLst/>
                <a:cxnLst/>
                <a:rect l="textAreaLeft" t="textAreaTop" r="textAreaRight" b="textAreaBottom"/>
                <a:pathLst>
                  <a:path w="195" h="70">
                    <a:moveTo>
                      <a:pt x="195" y="19"/>
                    </a:moveTo>
                    <a:cubicBezTo>
                      <a:pt x="195" y="0"/>
                      <a:pt x="195" y="0"/>
                      <a:pt x="195" y="0"/>
                    </a:cubicBezTo>
                    <a:cubicBezTo>
                      <a:pt x="183" y="5"/>
                      <a:pt x="170" y="7"/>
                      <a:pt x="156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7" y="43"/>
                      <a:pt x="39" y="70"/>
                      <a:pt x="77" y="70"/>
                    </a:cubicBezTo>
                    <a:cubicBezTo>
                      <a:pt x="144" y="70"/>
                      <a:pt x="144" y="70"/>
                      <a:pt x="144" y="70"/>
                    </a:cubicBezTo>
                    <a:cubicBezTo>
                      <a:pt x="172" y="70"/>
                      <a:pt x="195" y="47"/>
                      <a:pt x="195" y="19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4480" bIns="2448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sp>
        <p:nvSpPr>
          <p:cNvPr id="675" name="PlaceHolder 1"/>
          <p:cNvSpPr>
            <a:spLocks noGrp="1"/>
          </p:cNvSpPr>
          <p:nvPr>
            <p:ph type="title"/>
          </p:nvPr>
        </p:nvSpPr>
        <p:spPr>
          <a:xfrm>
            <a:off x="2318040" y="1307160"/>
            <a:ext cx="4507920" cy="25290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6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  <p:transition spd="slow">
    <p:push dir="u"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TITLE_AND_DESCRIPTION"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6" name="Google Shape;196;p9"/>
          <p:cNvPicPr/>
          <p:nvPr/>
        </p:nvPicPr>
        <p:blipFill>
          <a:blip r:embed="rId2"/>
          <a:srcRect t="1844" r="1844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77" name="Google Shape;197;p9"/>
          <p:cNvPicPr/>
          <p:nvPr/>
        </p:nvPicPr>
        <p:blipFill>
          <a:blip r:embed="rId3">
            <a:alphaModFix amt="60000"/>
          </a:blip>
          <a:srcRect b="1681"/>
          <a:stretch/>
        </p:blipFill>
        <p:spPr>
          <a:xfrm>
            <a:off x="0" y="0"/>
            <a:ext cx="2740680" cy="514332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678" name="Google Shape;198;p9"/>
          <p:cNvGrpSpPr/>
          <p:nvPr/>
        </p:nvGrpSpPr>
        <p:grpSpPr>
          <a:xfrm>
            <a:off x="-440640" y="-271440"/>
            <a:ext cx="9706680" cy="5878800"/>
            <a:chOff x="-440640" y="-271440"/>
            <a:chExt cx="9706680" cy="5878800"/>
          </a:xfrm>
        </p:grpSpPr>
        <p:grpSp>
          <p:nvGrpSpPr>
            <p:cNvPr id="679" name="Google Shape;199;p9"/>
            <p:cNvGrpSpPr/>
            <p:nvPr/>
          </p:nvGrpSpPr>
          <p:grpSpPr>
            <a:xfrm>
              <a:off x="7302960" y="3600360"/>
              <a:ext cx="1963080" cy="2007000"/>
              <a:chOff x="7302960" y="3600360"/>
              <a:chExt cx="1963080" cy="2007000"/>
            </a:xfrm>
          </p:grpSpPr>
          <p:pic>
            <p:nvPicPr>
              <p:cNvPr id="680" name="Google Shape;200;p9"/>
              <p:cNvPicPr/>
              <p:nvPr/>
            </p:nvPicPr>
            <p:blipFill>
              <a:blip r:embed="rId4">
                <a:alphaModFix amt="50000"/>
              </a:blip>
              <a:stretch/>
            </p:blipFill>
            <p:spPr>
              <a:xfrm rot="5400000">
                <a:off x="7281000" y="3622320"/>
                <a:ext cx="2007000" cy="196308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grpSp>
            <p:nvGrpSpPr>
              <p:cNvPr id="681" name="Google Shape;201;p9"/>
              <p:cNvGrpSpPr/>
              <p:nvPr/>
            </p:nvGrpSpPr>
            <p:grpSpPr>
              <a:xfrm>
                <a:off x="8547840" y="4489920"/>
                <a:ext cx="326880" cy="318240"/>
                <a:chOff x="8547840" y="4489920"/>
                <a:chExt cx="326880" cy="318240"/>
              </a:xfrm>
            </p:grpSpPr>
            <p:sp>
              <p:nvSpPr>
                <p:cNvPr id="682" name="Google Shape;202;p9"/>
                <p:cNvSpPr/>
                <p:nvPr/>
              </p:nvSpPr>
              <p:spPr>
                <a:xfrm>
                  <a:off x="8674200" y="4786560"/>
                  <a:ext cx="115920" cy="21600"/>
                </a:xfrm>
                <a:custGeom>
                  <a:avLst/>
                  <a:gdLst>
                    <a:gd name="textAreaLeft" fmla="*/ 0 w 115920"/>
                    <a:gd name="textAreaRight" fmla="*/ 116280 w 115920"/>
                    <a:gd name="textAreaTop" fmla="*/ 0 h 21600"/>
                    <a:gd name="textAreaBottom" fmla="*/ 21960 h 21600"/>
                  </a:gdLst>
                  <a:ahLst/>
                  <a:cxnLst/>
                  <a:rect l="textAreaLeft" t="textAreaTop" r="textAreaRight" b="textAreaBottom"/>
                  <a:pathLst>
                    <a:path w="190" h="36">
                      <a:moveTo>
                        <a:pt x="1" y="14"/>
                      </a:moveTo>
                      <a:cubicBezTo>
                        <a:pt x="0" y="16"/>
                        <a:pt x="2" y="19"/>
                        <a:pt x="4" y="19"/>
                      </a:cubicBezTo>
                      <a:cubicBezTo>
                        <a:pt x="65" y="36"/>
                        <a:pt x="135" y="29"/>
                        <a:pt x="190" y="0"/>
                      </a:cubicBezTo>
                      <a:cubicBezTo>
                        <a:pt x="6" y="0"/>
                        <a:pt x="6" y="0"/>
                        <a:pt x="6" y="0"/>
                      </a:cubicBezTo>
                      <a:lnTo>
                        <a:pt x="1" y="14"/>
                      </a:ln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0800" bIns="1080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683" name="Google Shape;203;p9"/>
                <p:cNvSpPr/>
                <p:nvPr/>
              </p:nvSpPr>
              <p:spPr>
                <a:xfrm>
                  <a:off x="8547840" y="4608360"/>
                  <a:ext cx="155880" cy="181080"/>
                </a:xfrm>
                <a:custGeom>
                  <a:avLst/>
                  <a:gdLst>
                    <a:gd name="textAreaLeft" fmla="*/ 0 w 155880"/>
                    <a:gd name="textAreaRight" fmla="*/ 156240 w 155880"/>
                    <a:gd name="textAreaTop" fmla="*/ 0 h 181080"/>
                    <a:gd name="textAreaBottom" fmla="*/ 181440 h 181080"/>
                  </a:gdLst>
                  <a:ahLst/>
                  <a:cxnLst/>
                  <a:rect l="textAreaLeft" t="textAreaTop" r="textAreaRight" b="textAreaBottom"/>
                  <a:pathLst>
                    <a:path w="255" h="296">
                      <a:moveTo>
                        <a:pt x="251" y="72"/>
                      </a:moveTo>
                      <a:cubicBezTo>
                        <a:pt x="34" y="1"/>
                        <a:pt x="34" y="1"/>
                        <a:pt x="34" y="1"/>
                      </a:cubicBezTo>
                      <a:cubicBezTo>
                        <a:pt x="32" y="0"/>
                        <a:pt x="29" y="2"/>
                        <a:pt x="28" y="5"/>
                      </a:cubicBezTo>
                      <a:cubicBezTo>
                        <a:pt x="0" y="121"/>
                        <a:pt x="60" y="245"/>
                        <a:pt x="169" y="295"/>
                      </a:cubicBezTo>
                      <a:cubicBezTo>
                        <a:pt x="171" y="296"/>
                        <a:pt x="174" y="295"/>
                        <a:pt x="175" y="292"/>
                      </a:cubicBezTo>
                      <a:cubicBezTo>
                        <a:pt x="254" y="78"/>
                        <a:pt x="254" y="78"/>
                        <a:pt x="254" y="78"/>
                      </a:cubicBezTo>
                      <a:cubicBezTo>
                        <a:pt x="255" y="76"/>
                        <a:pt x="254" y="73"/>
                        <a:pt x="251" y="72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684" name="Google Shape;204;p9"/>
                <p:cNvSpPr/>
                <p:nvPr/>
              </p:nvSpPr>
              <p:spPr>
                <a:xfrm>
                  <a:off x="8685720" y="4742640"/>
                  <a:ext cx="156960" cy="23040"/>
                </a:xfrm>
                <a:custGeom>
                  <a:avLst/>
                  <a:gdLst>
                    <a:gd name="textAreaLeft" fmla="*/ 0 w 156960"/>
                    <a:gd name="textAreaRight" fmla="*/ 157320 w 156960"/>
                    <a:gd name="textAreaTop" fmla="*/ 0 h 23040"/>
                    <a:gd name="textAreaBottom" fmla="*/ 23400 h 23040"/>
                  </a:gdLst>
                  <a:ahLst/>
                  <a:cxnLst/>
                  <a:rect l="textAreaLeft" t="textAreaTop" r="textAreaRight" b="textAreaBottom"/>
                  <a:pathLst>
                    <a:path w="257" h="38">
                      <a:moveTo>
                        <a:pt x="0" y="38"/>
                      </a:moveTo>
                      <a:cubicBezTo>
                        <a:pt x="221" y="38"/>
                        <a:pt x="221" y="38"/>
                        <a:pt x="221" y="38"/>
                      </a:cubicBezTo>
                      <a:cubicBezTo>
                        <a:pt x="234" y="26"/>
                        <a:pt x="246" y="13"/>
                        <a:pt x="257" y="0"/>
                      </a:cubicBezTo>
                      <a:cubicBezTo>
                        <a:pt x="14" y="0"/>
                        <a:pt x="14" y="0"/>
                        <a:pt x="14" y="0"/>
                      </a:cubicBezTo>
                      <a:lnTo>
                        <a:pt x="0" y="38"/>
                      </a:ln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1520" bIns="1152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685" name="Google Shape;205;p9"/>
                <p:cNvSpPr/>
                <p:nvPr/>
              </p:nvSpPr>
              <p:spPr>
                <a:xfrm>
                  <a:off x="8572680" y="4489920"/>
                  <a:ext cx="134280" cy="141480"/>
                </a:xfrm>
                <a:custGeom>
                  <a:avLst/>
                  <a:gdLst>
                    <a:gd name="textAreaLeft" fmla="*/ 0 w 134280"/>
                    <a:gd name="textAreaRight" fmla="*/ 134640 w 134280"/>
                    <a:gd name="textAreaTop" fmla="*/ 0 h 141480"/>
                    <a:gd name="textAreaBottom" fmla="*/ 141840 h 141480"/>
                  </a:gdLst>
                  <a:ahLst/>
                  <a:cxnLst/>
                  <a:rect l="textAreaLeft" t="textAreaTop" r="textAreaRight" b="textAreaBottom"/>
                  <a:pathLst>
                    <a:path w="220" h="231">
                      <a:moveTo>
                        <a:pt x="4" y="162"/>
                      </a:moveTo>
                      <a:cubicBezTo>
                        <a:pt x="214" y="230"/>
                        <a:pt x="214" y="230"/>
                        <a:pt x="214" y="230"/>
                      </a:cubicBezTo>
                      <a:cubicBezTo>
                        <a:pt x="217" y="231"/>
                        <a:pt x="220" y="229"/>
                        <a:pt x="220" y="226"/>
                      </a:cubicBezTo>
                      <a:cubicBezTo>
                        <a:pt x="220" y="5"/>
                        <a:pt x="220" y="5"/>
                        <a:pt x="220" y="5"/>
                      </a:cubicBezTo>
                      <a:cubicBezTo>
                        <a:pt x="220" y="2"/>
                        <a:pt x="217" y="0"/>
                        <a:pt x="215" y="0"/>
                      </a:cubicBezTo>
                      <a:cubicBezTo>
                        <a:pt x="155" y="6"/>
                        <a:pt x="99" y="31"/>
                        <a:pt x="56" y="75"/>
                      </a:cubicBezTo>
                      <a:cubicBezTo>
                        <a:pt x="32" y="98"/>
                        <a:pt x="14" y="125"/>
                        <a:pt x="1" y="155"/>
                      </a:cubicBezTo>
                      <a:cubicBezTo>
                        <a:pt x="0" y="158"/>
                        <a:pt x="1" y="161"/>
                        <a:pt x="4" y="162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686" name="Google Shape;206;p9"/>
                <p:cNvSpPr/>
                <p:nvPr/>
              </p:nvSpPr>
              <p:spPr>
                <a:xfrm>
                  <a:off x="8701560" y="4700160"/>
                  <a:ext cx="164160" cy="21240"/>
                </a:xfrm>
                <a:custGeom>
                  <a:avLst/>
                  <a:gdLst>
                    <a:gd name="textAreaLeft" fmla="*/ 0 w 164160"/>
                    <a:gd name="textAreaRight" fmla="*/ 164520 w 164160"/>
                    <a:gd name="textAreaTop" fmla="*/ 0 h 21240"/>
                    <a:gd name="textAreaBottom" fmla="*/ 21600 h 21240"/>
                  </a:gdLst>
                  <a:ahLst/>
                  <a:cxnLst/>
                  <a:rect l="textAreaLeft" t="textAreaTop" r="textAreaRight" b="textAreaBottom"/>
                  <a:pathLst>
                    <a:path w="268" h="35">
                      <a:moveTo>
                        <a:pt x="0" y="35"/>
                      </a:moveTo>
                      <a:cubicBezTo>
                        <a:pt x="253" y="35"/>
                        <a:pt x="253" y="35"/>
                        <a:pt x="253" y="35"/>
                      </a:cubicBezTo>
                      <a:cubicBezTo>
                        <a:pt x="259" y="24"/>
                        <a:pt x="264" y="12"/>
                        <a:pt x="268" y="0"/>
                      </a:cubicBezTo>
                      <a:cubicBezTo>
                        <a:pt x="13" y="0"/>
                        <a:pt x="13" y="0"/>
                        <a:pt x="13" y="0"/>
                      </a:cubicBezTo>
                      <a:lnTo>
                        <a:pt x="0" y="35"/>
                      </a:ln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0800" bIns="1080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687" name="Google Shape;207;p9"/>
                <p:cNvSpPr/>
                <p:nvPr/>
              </p:nvSpPr>
              <p:spPr>
                <a:xfrm>
                  <a:off x="8717040" y="4657320"/>
                  <a:ext cx="157680" cy="21600"/>
                </a:xfrm>
                <a:custGeom>
                  <a:avLst/>
                  <a:gdLst>
                    <a:gd name="textAreaLeft" fmla="*/ 0 w 157680"/>
                    <a:gd name="textAreaRight" fmla="*/ 158040 w 157680"/>
                    <a:gd name="textAreaTop" fmla="*/ 0 h 21600"/>
                    <a:gd name="textAreaBottom" fmla="*/ 21960 h 21600"/>
                  </a:gdLst>
                  <a:ahLst/>
                  <a:cxnLst/>
                  <a:rect l="textAreaLeft" t="textAreaTop" r="textAreaRight" b="textAreaBottom"/>
                  <a:pathLst>
                    <a:path w="258" h="36">
                      <a:moveTo>
                        <a:pt x="253" y="0"/>
                      </a:moveTo>
                      <a:cubicBezTo>
                        <a:pt x="16" y="0"/>
                        <a:pt x="16" y="0"/>
                        <a:pt x="16" y="0"/>
                      </a:cubicBezTo>
                      <a:cubicBezTo>
                        <a:pt x="15" y="0"/>
                        <a:pt x="14" y="1"/>
                        <a:pt x="13" y="2"/>
                      </a:cubicBezTo>
                      <a:cubicBezTo>
                        <a:pt x="0" y="36"/>
                        <a:pt x="0" y="36"/>
                        <a:pt x="0" y="36"/>
                      </a:cubicBezTo>
                      <a:cubicBezTo>
                        <a:pt x="253" y="36"/>
                        <a:pt x="253" y="36"/>
                        <a:pt x="253" y="36"/>
                      </a:cubicBezTo>
                      <a:cubicBezTo>
                        <a:pt x="255" y="26"/>
                        <a:pt x="257" y="16"/>
                        <a:pt x="257" y="5"/>
                      </a:cubicBezTo>
                      <a:cubicBezTo>
                        <a:pt x="258" y="2"/>
                        <a:pt x="255" y="0"/>
                        <a:pt x="253" y="0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0800" bIns="1080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688" name="Google Shape;208;p9"/>
                <p:cNvSpPr/>
                <p:nvPr/>
              </p:nvSpPr>
              <p:spPr>
                <a:xfrm>
                  <a:off x="8746200" y="4565520"/>
                  <a:ext cx="18360" cy="54720"/>
                </a:xfrm>
                <a:custGeom>
                  <a:avLst/>
                  <a:gdLst>
                    <a:gd name="textAreaLeft" fmla="*/ 0 w 18360"/>
                    <a:gd name="textAreaRight" fmla="*/ 18720 w 18360"/>
                    <a:gd name="textAreaTop" fmla="*/ 0 h 54720"/>
                    <a:gd name="textAreaBottom" fmla="*/ 55080 h 54720"/>
                  </a:gdLst>
                  <a:ahLst/>
                  <a:cxnLst/>
                  <a:rect l="textAreaLeft" t="textAreaTop" r="textAreaRight" b="textAreaBottom"/>
                  <a:pathLst>
                    <a:path w="31" h="90">
                      <a:moveTo>
                        <a:pt x="16" y="90"/>
                      </a:moveTo>
                      <a:cubicBezTo>
                        <a:pt x="24" y="90"/>
                        <a:pt x="31" y="84"/>
                        <a:pt x="31" y="75"/>
                      </a:cubicBezTo>
                      <a:cubicBezTo>
                        <a:pt x="31" y="20"/>
                        <a:pt x="31" y="20"/>
                        <a:pt x="31" y="20"/>
                      </a:cubicBezTo>
                      <a:cubicBezTo>
                        <a:pt x="30" y="0"/>
                        <a:pt x="1" y="0"/>
                        <a:pt x="0" y="20"/>
                      </a:cubicBezTo>
                      <a:cubicBezTo>
                        <a:pt x="0" y="75"/>
                        <a:pt x="0" y="75"/>
                        <a:pt x="0" y="75"/>
                      </a:cubicBezTo>
                      <a:cubicBezTo>
                        <a:pt x="0" y="84"/>
                        <a:pt x="7" y="90"/>
                        <a:pt x="16" y="90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7360" bIns="2736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689" name="Google Shape;209;p9"/>
                <p:cNvSpPr/>
                <p:nvPr/>
              </p:nvSpPr>
              <p:spPr>
                <a:xfrm>
                  <a:off x="8783640" y="4544640"/>
                  <a:ext cx="18000" cy="75600"/>
                </a:xfrm>
                <a:custGeom>
                  <a:avLst/>
                  <a:gdLst>
                    <a:gd name="textAreaLeft" fmla="*/ 0 w 18000"/>
                    <a:gd name="textAreaRight" fmla="*/ 18360 w 18000"/>
                    <a:gd name="textAreaTop" fmla="*/ 0 h 75600"/>
                    <a:gd name="textAreaBottom" fmla="*/ 75960 h 75600"/>
                  </a:gdLst>
                  <a:ahLst/>
                  <a:cxnLst/>
                  <a:rect l="textAreaLeft" t="textAreaTop" r="textAreaRight" b="textAreaBottom"/>
                  <a:pathLst>
                    <a:path w="30" h="124">
                      <a:moveTo>
                        <a:pt x="15" y="124"/>
                      </a:moveTo>
                      <a:cubicBezTo>
                        <a:pt x="24" y="124"/>
                        <a:pt x="30" y="118"/>
                        <a:pt x="30" y="109"/>
                      </a:cubicBezTo>
                      <a:cubicBezTo>
                        <a:pt x="30" y="20"/>
                        <a:pt x="30" y="20"/>
                        <a:pt x="30" y="20"/>
                      </a:cubicBezTo>
                      <a:cubicBezTo>
                        <a:pt x="30" y="0"/>
                        <a:pt x="1" y="0"/>
                        <a:pt x="0" y="20"/>
                      </a:cubicBezTo>
                      <a:cubicBezTo>
                        <a:pt x="0" y="109"/>
                        <a:pt x="0" y="109"/>
                        <a:pt x="0" y="109"/>
                      </a:cubicBezTo>
                      <a:cubicBezTo>
                        <a:pt x="0" y="118"/>
                        <a:pt x="7" y="124"/>
                        <a:pt x="15" y="124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7800" bIns="3780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690" name="Google Shape;210;p9"/>
                <p:cNvSpPr/>
                <p:nvPr/>
              </p:nvSpPr>
              <p:spPr>
                <a:xfrm>
                  <a:off x="8821080" y="4515840"/>
                  <a:ext cx="18360" cy="104400"/>
                </a:xfrm>
                <a:custGeom>
                  <a:avLst/>
                  <a:gdLst>
                    <a:gd name="textAreaLeft" fmla="*/ 0 w 18360"/>
                    <a:gd name="textAreaRight" fmla="*/ 18720 w 18360"/>
                    <a:gd name="textAreaTop" fmla="*/ 0 h 104400"/>
                    <a:gd name="textAreaBottom" fmla="*/ 104760 h 104400"/>
                  </a:gdLst>
                  <a:ahLst/>
                  <a:cxnLst/>
                  <a:rect l="textAreaLeft" t="textAreaTop" r="textAreaRight" b="textAreaBottom"/>
                  <a:pathLst>
                    <a:path w="30" h="171">
                      <a:moveTo>
                        <a:pt x="15" y="171"/>
                      </a:moveTo>
                      <a:cubicBezTo>
                        <a:pt x="23" y="171"/>
                        <a:pt x="30" y="165"/>
                        <a:pt x="30" y="156"/>
                      </a:cubicBezTo>
                      <a:cubicBezTo>
                        <a:pt x="30" y="20"/>
                        <a:pt x="30" y="20"/>
                        <a:pt x="30" y="20"/>
                      </a:cubicBezTo>
                      <a:cubicBezTo>
                        <a:pt x="29" y="0"/>
                        <a:pt x="1" y="0"/>
                        <a:pt x="0" y="20"/>
                      </a:cubicBezTo>
                      <a:cubicBezTo>
                        <a:pt x="0" y="156"/>
                        <a:pt x="0" y="156"/>
                        <a:pt x="0" y="156"/>
                      </a:cubicBezTo>
                      <a:cubicBezTo>
                        <a:pt x="0" y="165"/>
                        <a:pt x="7" y="171"/>
                        <a:pt x="15" y="171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691" name="Google Shape;211;p9"/>
              <p:cNvGrpSpPr/>
              <p:nvPr/>
            </p:nvGrpSpPr>
            <p:grpSpPr>
              <a:xfrm>
                <a:off x="8591040" y="5153400"/>
                <a:ext cx="268200" cy="268560"/>
                <a:chOff x="8591040" y="5153400"/>
                <a:chExt cx="268200" cy="268560"/>
              </a:xfrm>
            </p:grpSpPr>
            <p:sp>
              <p:nvSpPr>
                <p:cNvPr id="692" name="Google Shape;212;p9"/>
                <p:cNvSpPr/>
                <p:nvPr/>
              </p:nvSpPr>
              <p:spPr>
                <a:xfrm>
                  <a:off x="8649720" y="5311440"/>
                  <a:ext cx="51480" cy="51480"/>
                </a:xfrm>
                <a:custGeom>
                  <a:avLst/>
                  <a:gdLst>
                    <a:gd name="textAreaLeft" fmla="*/ 0 w 51480"/>
                    <a:gd name="textAreaRight" fmla="*/ 51840 w 51480"/>
                    <a:gd name="textAreaTop" fmla="*/ 0 h 51480"/>
                    <a:gd name="textAreaBottom" fmla="*/ 51840 h 51480"/>
                  </a:gdLst>
                  <a:ahLst/>
                  <a:cxnLst/>
                  <a:rect l="textAreaLeft" t="textAreaTop" r="textAreaRight" b="textAreaBottom"/>
                  <a:pathLst>
                    <a:path w="99" h="99">
                      <a:moveTo>
                        <a:pt x="0" y="2"/>
                      </a:moveTo>
                      <a:cubicBezTo>
                        <a:pt x="7" y="24"/>
                        <a:pt x="19" y="45"/>
                        <a:pt x="37" y="62"/>
                      </a:cubicBezTo>
                      <a:cubicBezTo>
                        <a:pt x="54" y="80"/>
                        <a:pt x="75" y="92"/>
                        <a:pt x="97" y="99"/>
                      </a:cubicBezTo>
                      <a:cubicBezTo>
                        <a:pt x="99" y="53"/>
                        <a:pt x="46" y="0"/>
                        <a:pt x="0" y="2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5920" bIns="2592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693" name="Google Shape;213;p9"/>
                <p:cNvSpPr/>
                <p:nvPr/>
              </p:nvSpPr>
              <p:spPr>
                <a:xfrm>
                  <a:off x="8748720" y="5312160"/>
                  <a:ext cx="50760" cy="50760"/>
                </a:xfrm>
                <a:custGeom>
                  <a:avLst/>
                  <a:gdLst>
                    <a:gd name="textAreaLeft" fmla="*/ 0 w 50760"/>
                    <a:gd name="textAreaRight" fmla="*/ 51120 w 50760"/>
                    <a:gd name="textAreaTop" fmla="*/ 0 h 50760"/>
                    <a:gd name="textAreaBottom" fmla="*/ 51120 h 50760"/>
                  </a:gdLst>
                  <a:ahLst/>
                  <a:cxnLst/>
                  <a:rect l="textAreaLeft" t="textAreaTop" r="textAreaRight" b="textAreaBottom"/>
                  <a:pathLst>
                    <a:path w="98" h="98">
                      <a:moveTo>
                        <a:pt x="31" y="32"/>
                      </a:moveTo>
                      <a:cubicBezTo>
                        <a:pt x="11" y="52"/>
                        <a:pt x="0" y="77"/>
                        <a:pt x="0" y="98"/>
                      </a:cubicBezTo>
                      <a:cubicBezTo>
                        <a:pt x="22" y="91"/>
                        <a:pt x="43" y="79"/>
                        <a:pt x="61" y="61"/>
                      </a:cubicBezTo>
                      <a:cubicBezTo>
                        <a:pt x="78" y="44"/>
                        <a:pt x="91" y="23"/>
                        <a:pt x="98" y="1"/>
                      </a:cubicBezTo>
                      <a:cubicBezTo>
                        <a:pt x="76" y="0"/>
                        <a:pt x="51" y="11"/>
                        <a:pt x="31" y="32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5560" bIns="2556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694" name="Google Shape;214;p9"/>
                <p:cNvSpPr/>
                <p:nvPr/>
              </p:nvSpPr>
              <p:spPr>
                <a:xfrm>
                  <a:off x="8649720" y="5212800"/>
                  <a:ext cx="50400" cy="50760"/>
                </a:xfrm>
                <a:custGeom>
                  <a:avLst/>
                  <a:gdLst>
                    <a:gd name="textAreaLeft" fmla="*/ 0 w 50400"/>
                    <a:gd name="textAreaRight" fmla="*/ 50760 w 50400"/>
                    <a:gd name="textAreaTop" fmla="*/ 0 h 50760"/>
                    <a:gd name="textAreaBottom" fmla="*/ 51120 h 50760"/>
                  </a:gdLst>
                  <a:ahLst/>
                  <a:cxnLst/>
                  <a:rect l="textAreaLeft" t="textAreaTop" r="textAreaRight" b="textAreaBottom"/>
                  <a:pathLst>
                    <a:path w="97" h="98">
                      <a:moveTo>
                        <a:pt x="66" y="67"/>
                      </a:moveTo>
                      <a:cubicBezTo>
                        <a:pt x="86" y="47"/>
                        <a:pt x="97" y="22"/>
                        <a:pt x="97" y="0"/>
                      </a:cubicBezTo>
                      <a:cubicBezTo>
                        <a:pt x="52" y="14"/>
                        <a:pt x="13" y="53"/>
                        <a:pt x="0" y="98"/>
                      </a:cubicBezTo>
                      <a:cubicBezTo>
                        <a:pt x="21" y="98"/>
                        <a:pt x="46" y="87"/>
                        <a:pt x="66" y="67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5560" bIns="2556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695" name="Google Shape;215;p9"/>
                <p:cNvSpPr/>
                <p:nvPr/>
              </p:nvSpPr>
              <p:spPr>
                <a:xfrm>
                  <a:off x="8747640" y="5212800"/>
                  <a:ext cx="51840" cy="51840"/>
                </a:xfrm>
                <a:custGeom>
                  <a:avLst/>
                  <a:gdLst>
                    <a:gd name="textAreaLeft" fmla="*/ 0 w 51840"/>
                    <a:gd name="textAreaRight" fmla="*/ 52200 w 51840"/>
                    <a:gd name="textAreaTop" fmla="*/ 0 h 51840"/>
                    <a:gd name="textAreaBottom" fmla="*/ 52200 h 51840"/>
                  </a:gdLst>
                  <a:ahLst/>
                  <a:cxnLst/>
                  <a:rect l="textAreaLeft" t="textAreaTop" r="textAreaRight" b="textAreaBottom"/>
                  <a:pathLst>
                    <a:path w="100" h="100">
                      <a:moveTo>
                        <a:pt x="100" y="98"/>
                      </a:moveTo>
                      <a:cubicBezTo>
                        <a:pt x="86" y="53"/>
                        <a:pt x="47" y="14"/>
                        <a:pt x="2" y="0"/>
                      </a:cubicBezTo>
                      <a:cubicBezTo>
                        <a:pt x="0" y="46"/>
                        <a:pt x="54" y="100"/>
                        <a:pt x="100" y="98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5920" bIns="2592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696" name="Google Shape;216;p9"/>
                <p:cNvSpPr/>
                <p:nvPr/>
              </p:nvSpPr>
              <p:spPr>
                <a:xfrm>
                  <a:off x="8710920" y="5275440"/>
                  <a:ext cx="27000" cy="26640"/>
                </a:xfrm>
                <a:custGeom>
                  <a:avLst/>
                  <a:gdLst>
                    <a:gd name="textAreaLeft" fmla="*/ 0 w 27000"/>
                    <a:gd name="textAreaRight" fmla="*/ 27360 w 27000"/>
                    <a:gd name="textAreaTop" fmla="*/ 0 h 26640"/>
                    <a:gd name="textAreaBottom" fmla="*/ 27000 h 26640"/>
                  </a:gdLst>
                  <a:ahLst/>
                  <a:cxnLst/>
                  <a:rect l="textAreaLeft" t="textAreaTop" r="textAreaRight" b="textAreaBottom"/>
                  <a:pathLst>
                    <a:path w="53" h="51">
                      <a:moveTo>
                        <a:pt x="27" y="0"/>
                      </a:moveTo>
                      <a:cubicBezTo>
                        <a:pt x="21" y="0"/>
                        <a:pt x="14" y="3"/>
                        <a:pt x="10" y="7"/>
                      </a:cubicBezTo>
                      <a:cubicBezTo>
                        <a:pt x="0" y="17"/>
                        <a:pt x="0" y="32"/>
                        <a:pt x="10" y="41"/>
                      </a:cubicBezTo>
                      <a:cubicBezTo>
                        <a:pt x="19" y="51"/>
                        <a:pt x="34" y="51"/>
                        <a:pt x="44" y="41"/>
                      </a:cubicBezTo>
                      <a:cubicBezTo>
                        <a:pt x="53" y="32"/>
                        <a:pt x="53" y="17"/>
                        <a:pt x="44" y="7"/>
                      </a:cubicBezTo>
                      <a:cubicBezTo>
                        <a:pt x="39" y="3"/>
                        <a:pt x="33" y="0"/>
                        <a:pt x="27" y="0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3320" bIns="1332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697" name="Google Shape;217;p9"/>
                <p:cNvSpPr/>
                <p:nvPr/>
              </p:nvSpPr>
              <p:spPr>
                <a:xfrm>
                  <a:off x="8645400" y="5209200"/>
                  <a:ext cx="157680" cy="157680"/>
                </a:xfrm>
                <a:custGeom>
                  <a:avLst/>
                  <a:gdLst>
                    <a:gd name="textAreaLeft" fmla="*/ 0 w 157680"/>
                    <a:gd name="textAreaRight" fmla="*/ 158040 w 157680"/>
                    <a:gd name="textAreaTop" fmla="*/ 0 h 157680"/>
                    <a:gd name="textAreaBottom" fmla="*/ 158040 h 157680"/>
                  </a:gdLst>
                  <a:ahLst/>
                  <a:cxnLst/>
                  <a:rect l="textAreaLeft" t="textAreaTop" r="textAreaRight" b="textAreaBottom"/>
                  <a:pathLst>
                    <a:path w="303" h="303">
                      <a:moveTo>
                        <a:pt x="295" y="135"/>
                      </a:moveTo>
                      <a:cubicBezTo>
                        <a:pt x="265" y="135"/>
                        <a:pt x="233" y="120"/>
                        <a:pt x="208" y="95"/>
                      </a:cubicBezTo>
                      <a:cubicBezTo>
                        <a:pt x="192" y="79"/>
                        <a:pt x="180" y="61"/>
                        <a:pt x="174" y="41"/>
                      </a:cubicBezTo>
                      <a:cubicBezTo>
                        <a:pt x="169" y="27"/>
                        <a:pt x="168" y="14"/>
                        <a:pt x="169" y="1"/>
                      </a:cubicBezTo>
                      <a:cubicBezTo>
                        <a:pt x="158" y="0"/>
                        <a:pt x="146" y="0"/>
                        <a:pt x="135" y="1"/>
                      </a:cubicBezTo>
                      <a:cubicBezTo>
                        <a:pt x="140" y="52"/>
                        <a:pt x="93" y="114"/>
                        <a:pt x="41" y="129"/>
                      </a:cubicBezTo>
                      <a:cubicBezTo>
                        <a:pt x="28" y="134"/>
                        <a:pt x="15" y="135"/>
                        <a:pt x="1" y="134"/>
                      </a:cubicBezTo>
                      <a:cubicBezTo>
                        <a:pt x="0" y="146"/>
                        <a:pt x="0" y="157"/>
                        <a:pt x="1" y="168"/>
                      </a:cubicBezTo>
                      <a:cubicBezTo>
                        <a:pt x="68" y="161"/>
                        <a:pt x="142" y="235"/>
                        <a:pt x="135" y="302"/>
                      </a:cubicBezTo>
                      <a:cubicBezTo>
                        <a:pt x="146" y="303"/>
                        <a:pt x="157" y="303"/>
                        <a:pt x="169" y="302"/>
                      </a:cubicBezTo>
                      <a:cubicBezTo>
                        <a:pt x="166" y="270"/>
                        <a:pt x="180" y="235"/>
                        <a:pt x="208" y="207"/>
                      </a:cubicBezTo>
                      <a:cubicBezTo>
                        <a:pt x="224" y="191"/>
                        <a:pt x="242" y="180"/>
                        <a:pt x="262" y="173"/>
                      </a:cubicBezTo>
                      <a:cubicBezTo>
                        <a:pt x="275" y="169"/>
                        <a:pt x="289" y="167"/>
                        <a:pt x="302" y="168"/>
                      </a:cubicBezTo>
                      <a:cubicBezTo>
                        <a:pt x="303" y="157"/>
                        <a:pt x="303" y="146"/>
                        <a:pt x="302" y="134"/>
                      </a:cubicBezTo>
                      <a:cubicBezTo>
                        <a:pt x="300" y="134"/>
                        <a:pt x="297" y="135"/>
                        <a:pt x="295" y="135"/>
                      </a:cubicBezTo>
                      <a:close/>
                      <a:moveTo>
                        <a:pt x="190" y="190"/>
                      </a:moveTo>
                      <a:cubicBezTo>
                        <a:pt x="190" y="190"/>
                        <a:pt x="190" y="190"/>
                        <a:pt x="190" y="190"/>
                      </a:cubicBezTo>
                      <a:cubicBezTo>
                        <a:pt x="169" y="211"/>
                        <a:pt x="135" y="211"/>
                        <a:pt x="114" y="190"/>
                      </a:cubicBezTo>
                      <a:cubicBezTo>
                        <a:pt x="92" y="169"/>
                        <a:pt x="92" y="134"/>
                        <a:pt x="114" y="113"/>
                      </a:cubicBezTo>
                      <a:cubicBezTo>
                        <a:pt x="135" y="92"/>
                        <a:pt x="169" y="92"/>
                        <a:pt x="190" y="113"/>
                      </a:cubicBezTo>
                      <a:cubicBezTo>
                        <a:pt x="211" y="134"/>
                        <a:pt x="211" y="169"/>
                        <a:pt x="190" y="190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698" name="Google Shape;218;p9"/>
                <p:cNvSpPr/>
                <p:nvPr/>
              </p:nvSpPr>
              <p:spPr>
                <a:xfrm>
                  <a:off x="8591040" y="5153400"/>
                  <a:ext cx="268200" cy="268560"/>
                </a:xfrm>
                <a:custGeom>
                  <a:avLst/>
                  <a:gdLst>
                    <a:gd name="textAreaLeft" fmla="*/ 0 w 268200"/>
                    <a:gd name="textAreaRight" fmla="*/ 268560 w 268200"/>
                    <a:gd name="textAreaTop" fmla="*/ 0 h 268560"/>
                    <a:gd name="textAreaBottom" fmla="*/ 268920 h 268560"/>
                  </a:gdLst>
                  <a:ahLst/>
                  <a:cxnLst/>
                  <a:rect l="textAreaLeft" t="textAreaTop" r="textAreaRight" b="textAreaBottom"/>
                  <a:pathLst>
                    <a:path w="514" h="515">
                      <a:moveTo>
                        <a:pt x="507" y="209"/>
                      </a:moveTo>
                      <a:cubicBezTo>
                        <a:pt x="506" y="200"/>
                        <a:pt x="499" y="193"/>
                        <a:pt x="490" y="192"/>
                      </a:cubicBezTo>
                      <a:cubicBezTo>
                        <a:pt x="469" y="188"/>
                        <a:pt x="469" y="188"/>
                        <a:pt x="469" y="188"/>
                      </a:cubicBezTo>
                      <a:cubicBezTo>
                        <a:pt x="467" y="188"/>
                        <a:pt x="465" y="186"/>
                        <a:pt x="464" y="184"/>
                      </a:cubicBezTo>
                      <a:cubicBezTo>
                        <a:pt x="461" y="177"/>
                        <a:pt x="458" y="170"/>
                        <a:pt x="455" y="163"/>
                      </a:cubicBezTo>
                      <a:cubicBezTo>
                        <a:pt x="454" y="161"/>
                        <a:pt x="454" y="158"/>
                        <a:pt x="456" y="157"/>
                      </a:cubicBezTo>
                      <a:cubicBezTo>
                        <a:pt x="468" y="139"/>
                        <a:pt x="468" y="139"/>
                        <a:pt x="468" y="139"/>
                      </a:cubicBezTo>
                      <a:cubicBezTo>
                        <a:pt x="473" y="132"/>
                        <a:pt x="473" y="122"/>
                        <a:pt x="468" y="115"/>
                      </a:cubicBezTo>
                      <a:cubicBezTo>
                        <a:pt x="459" y="101"/>
                        <a:pt x="448" y="89"/>
                        <a:pt x="437" y="77"/>
                      </a:cubicBezTo>
                      <a:cubicBezTo>
                        <a:pt x="424" y="64"/>
                        <a:pt x="409" y="53"/>
                        <a:pt x="394" y="43"/>
                      </a:cubicBezTo>
                      <a:cubicBezTo>
                        <a:pt x="389" y="39"/>
                        <a:pt x="382" y="39"/>
                        <a:pt x="377" y="43"/>
                      </a:cubicBezTo>
                      <a:cubicBezTo>
                        <a:pt x="357" y="58"/>
                        <a:pt x="357" y="58"/>
                        <a:pt x="357" y="58"/>
                      </a:cubicBezTo>
                      <a:cubicBezTo>
                        <a:pt x="355" y="59"/>
                        <a:pt x="352" y="60"/>
                        <a:pt x="350" y="59"/>
                      </a:cubicBezTo>
                      <a:cubicBezTo>
                        <a:pt x="343" y="55"/>
                        <a:pt x="336" y="53"/>
                        <a:pt x="329" y="50"/>
                      </a:cubicBezTo>
                      <a:cubicBezTo>
                        <a:pt x="327" y="49"/>
                        <a:pt x="326" y="47"/>
                        <a:pt x="325" y="45"/>
                      </a:cubicBezTo>
                      <a:cubicBezTo>
                        <a:pt x="321" y="20"/>
                        <a:pt x="321" y="20"/>
                        <a:pt x="321" y="20"/>
                      </a:cubicBezTo>
                      <a:cubicBezTo>
                        <a:pt x="320" y="14"/>
                        <a:pt x="315" y="9"/>
                        <a:pt x="309" y="8"/>
                      </a:cubicBezTo>
                      <a:cubicBezTo>
                        <a:pt x="274" y="0"/>
                        <a:pt x="237" y="1"/>
                        <a:pt x="201" y="8"/>
                      </a:cubicBezTo>
                      <a:cubicBezTo>
                        <a:pt x="195" y="9"/>
                        <a:pt x="191" y="14"/>
                        <a:pt x="190" y="20"/>
                      </a:cubicBezTo>
                      <a:cubicBezTo>
                        <a:pt x="186" y="45"/>
                        <a:pt x="186" y="45"/>
                        <a:pt x="186" y="45"/>
                      </a:cubicBezTo>
                      <a:cubicBezTo>
                        <a:pt x="185" y="48"/>
                        <a:pt x="184" y="49"/>
                        <a:pt x="181" y="50"/>
                      </a:cubicBezTo>
                      <a:cubicBezTo>
                        <a:pt x="174" y="53"/>
                        <a:pt x="167" y="56"/>
                        <a:pt x="160" y="59"/>
                      </a:cubicBezTo>
                      <a:cubicBezTo>
                        <a:pt x="158" y="60"/>
                        <a:pt x="156" y="60"/>
                        <a:pt x="154" y="58"/>
                      </a:cubicBezTo>
                      <a:cubicBezTo>
                        <a:pt x="133" y="44"/>
                        <a:pt x="133" y="44"/>
                        <a:pt x="133" y="44"/>
                      </a:cubicBezTo>
                      <a:cubicBezTo>
                        <a:pt x="128" y="40"/>
                        <a:pt x="121" y="40"/>
                        <a:pt x="116" y="43"/>
                      </a:cubicBezTo>
                      <a:cubicBezTo>
                        <a:pt x="101" y="53"/>
                        <a:pt x="87" y="65"/>
                        <a:pt x="75" y="77"/>
                      </a:cubicBezTo>
                      <a:cubicBezTo>
                        <a:pt x="63" y="89"/>
                        <a:pt x="52" y="102"/>
                        <a:pt x="43" y="116"/>
                      </a:cubicBezTo>
                      <a:cubicBezTo>
                        <a:pt x="38" y="123"/>
                        <a:pt x="38" y="133"/>
                        <a:pt x="43" y="140"/>
                      </a:cubicBezTo>
                      <a:cubicBezTo>
                        <a:pt x="55" y="157"/>
                        <a:pt x="55" y="157"/>
                        <a:pt x="55" y="157"/>
                      </a:cubicBezTo>
                      <a:cubicBezTo>
                        <a:pt x="57" y="159"/>
                        <a:pt x="57" y="162"/>
                        <a:pt x="56" y="164"/>
                      </a:cubicBezTo>
                      <a:cubicBezTo>
                        <a:pt x="53" y="171"/>
                        <a:pt x="50" y="178"/>
                        <a:pt x="47" y="185"/>
                      </a:cubicBezTo>
                      <a:cubicBezTo>
                        <a:pt x="47" y="187"/>
                        <a:pt x="45" y="188"/>
                        <a:pt x="42" y="189"/>
                      </a:cubicBezTo>
                      <a:cubicBezTo>
                        <a:pt x="17" y="193"/>
                        <a:pt x="17" y="193"/>
                        <a:pt x="17" y="193"/>
                      </a:cubicBezTo>
                      <a:cubicBezTo>
                        <a:pt x="11" y="194"/>
                        <a:pt x="6" y="199"/>
                        <a:pt x="5" y="205"/>
                      </a:cubicBezTo>
                      <a:cubicBezTo>
                        <a:pt x="1" y="222"/>
                        <a:pt x="0" y="240"/>
                        <a:pt x="0" y="258"/>
                      </a:cubicBezTo>
                      <a:cubicBezTo>
                        <a:pt x="0" y="275"/>
                        <a:pt x="1" y="292"/>
                        <a:pt x="4" y="308"/>
                      </a:cubicBezTo>
                      <a:cubicBezTo>
                        <a:pt x="6" y="317"/>
                        <a:pt x="13" y="324"/>
                        <a:pt x="22" y="325"/>
                      </a:cubicBezTo>
                      <a:cubicBezTo>
                        <a:pt x="43" y="329"/>
                        <a:pt x="43" y="329"/>
                        <a:pt x="43" y="329"/>
                      </a:cubicBezTo>
                      <a:cubicBezTo>
                        <a:pt x="45" y="329"/>
                        <a:pt x="47" y="331"/>
                        <a:pt x="47" y="333"/>
                      </a:cubicBezTo>
                      <a:cubicBezTo>
                        <a:pt x="50" y="340"/>
                        <a:pt x="53" y="347"/>
                        <a:pt x="56" y="353"/>
                      </a:cubicBezTo>
                      <a:cubicBezTo>
                        <a:pt x="57" y="356"/>
                        <a:pt x="57" y="358"/>
                        <a:pt x="56" y="360"/>
                      </a:cubicBezTo>
                      <a:cubicBezTo>
                        <a:pt x="43" y="377"/>
                        <a:pt x="43" y="377"/>
                        <a:pt x="43" y="377"/>
                      </a:cubicBezTo>
                      <a:cubicBezTo>
                        <a:pt x="38" y="384"/>
                        <a:pt x="38" y="394"/>
                        <a:pt x="43" y="402"/>
                      </a:cubicBezTo>
                      <a:cubicBezTo>
                        <a:pt x="62" y="430"/>
                        <a:pt x="88" y="455"/>
                        <a:pt x="117" y="474"/>
                      </a:cubicBezTo>
                      <a:cubicBezTo>
                        <a:pt x="122" y="477"/>
                        <a:pt x="129" y="477"/>
                        <a:pt x="134" y="474"/>
                      </a:cubicBezTo>
                      <a:cubicBezTo>
                        <a:pt x="154" y="459"/>
                        <a:pt x="154" y="459"/>
                        <a:pt x="154" y="459"/>
                      </a:cubicBezTo>
                      <a:cubicBezTo>
                        <a:pt x="156" y="457"/>
                        <a:pt x="159" y="457"/>
                        <a:pt x="161" y="458"/>
                      </a:cubicBezTo>
                      <a:cubicBezTo>
                        <a:pt x="168" y="461"/>
                        <a:pt x="175" y="464"/>
                        <a:pt x="182" y="467"/>
                      </a:cubicBezTo>
                      <a:cubicBezTo>
                        <a:pt x="184" y="468"/>
                        <a:pt x="186" y="469"/>
                        <a:pt x="186" y="472"/>
                      </a:cubicBezTo>
                      <a:cubicBezTo>
                        <a:pt x="190" y="493"/>
                        <a:pt x="190" y="493"/>
                        <a:pt x="190" y="493"/>
                      </a:cubicBezTo>
                      <a:cubicBezTo>
                        <a:pt x="191" y="501"/>
                        <a:pt x="198" y="508"/>
                        <a:pt x="207" y="510"/>
                      </a:cubicBezTo>
                      <a:cubicBezTo>
                        <a:pt x="223" y="513"/>
                        <a:pt x="239" y="515"/>
                        <a:pt x="256" y="515"/>
                      </a:cubicBezTo>
                      <a:cubicBezTo>
                        <a:pt x="272" y="515"/>
                        <a:pt x="289" y="513"/>
                        <a:pt x="305" y="510"/>
                      </a:cubicBezTo>
                      <a:cubicBezTo>
                        <a:pt x="314" y="508"/>
                        <a:pt x="321" y="501"/>
                        <a:pt x="322" y="492"/>
                      </a:cubicBezTo>
                      <a:cubicBezTo>
                        <a:pt x="326" y="472"/>
                        <a:pt x="326" y="472"/>
                        <a:pt x="326" y="472"/>
                      </a:cubicBezTo>
                      <a:cubicBezTo>
                        <a:pt x="326" y="469"/>
                        <a:pt x="328" y="467"/>
                        <a:pt x="330" y="467"/>
                      </a:cubicBezTo>
                      <a:cubicBezTo>
                        <a:pt x="337" y="464"/>
                        <a:pt x="344" y="461"/>
                        <a:pt x="351" y="458"/>
                      </a:cubicBezTo>
                      <a:cubicBezTo>
                        <a:pt x="353" y="457"/>
                        <a:pt x="355" y="457"/>
                        <a:pt x="357" y="458"/>
                      </a:cubicBezTo>
                      <a:cubicBezTo>
                        <a:pt x="378" y="473"/>
                        <a:pt x="378" y="473"/>
                        <a:pt x="378" y="473"/>
                      </a:cubicBezTo>
                      <a:cubicBezTo>
                        <a:pt x="383" y="477"/>
                        <a:pt x="390" y="477"/>
                        <a:pt x="395" y="474"/>
                      </a:cubicBezTo>
                      <a:cubicBezTo>
                        <a:pt x="410" y="464"/>
                        <a:pt x="424" y="452"/>
                        <a:pt x="437" y="440"/>
                      </a:cubicBezTo>
                      <a:cubicBezTo>
                        <a:pt x="449" y="428"/>
                        <a:pt x="459" y="415"/>
                        <a:pt x="469" y="401"/>
                      </a:cubicBezTo>
                      <a:cubicBezTo>
                        <a:pt x="474" y="394"/>
                        <a:pt x="474" y="384"/>
                        <a:pt x="468" y="377"/>
                      </a:cubicBezTo>
                      <a:cubicBezTo>
                        <a:pt x="456" y="360"/>
                        <a:pt x="456" y="360"/>
                        <a:pt x="456" y="360"/>
                      </a:cubicBezTo>
                      <a:cubicBezTo>
                        <a:pt x="455" y="358"/>
                        <a:pt x="454" y="355"/>
                        <a:pt x="455" y="353"/>
                      </a:cubicBezTo>
                      <a:cubicBezTo>
                        <a:pt x="459" y="346"/>
                        <a:pt x="462" y="339"/>
                        <a:pt x="464" y="332"/>
                      </a:cubicBezTo>
                      <a:cubicBezTo>
                        <a:pt x="465" y="330"/>
                        <a:pt x="467" y="328"/>
                        <a:pt x="469" y="328"/>
                      </a:cubicBezTo>
                      <a:cubicBezTo>
                        <a:pt x="494" y="324"/>
                        <a:pt x="494" y="324"/>
                        <a:pt x="494" y="324"/>
                      </a:cubicBezTo>
                      <a:cubicBezTo>
                        <a:pt x="500" y="323"/>
                        <a:pt x="505" y="318"/>
                        <a:pt x="506" y="312"/>
                      </a:cubicBezTo>
                      <a:cubicBezTo>
                        <a:pt x="513" y="278"/>
                        <a:pt x="514" y="243"/>
                        <a:pt x="507" y="209"/>
                      </a:cubicBezTo>
                      <a:close/>
                      <a:moveTo>
                        <a:pt x="384" y="387"/>
                      </a:moveTo>
                      <a:cubicBezTo>
                        <a:pt x="339" y="431"/>
                        <a:pt x="279" y="448"/>
                        <a:pt x="220" y="436"/>
                      </a:cubicBezTo>
                      <a:cubicBezTo>
                        <a:pt x="219" y="436"/>
                        <a:pt x="218" y="436"/>
                        <a:pt x="217" y="436"/>
                      </a:cubicBezTo>
                      <a:cubicBezTo>
                        <a:pt x="217" y="436"/>
                        <a:pt x="217" y="436"/>
                        <a:pt x="217" y="436"/>
                      </a:cubicBezTo>
                      <a:cubicBezTo>
                        <a:pt x="151" y="423"/>
                        <a:pt x="91" y="363"/>
                        <a:pt x="79" y="297"/>
                      </a:cubicBezTo>
                      <a:cubicBezTo>
                        <a:pt x="79" y="297"/>
                        <a:pt x="79" y="297"/>
                        <a:pt x="79" y="297"/>
                      </a:cubicBezTo>
                      <a:cubicBezTo>
                        <a:pt x="78" y="296"/>
                        <a:pt x="78" y="295"/>
                        <a:pt x="78" y="294"/>
                      </a:cubicBezTo>
                      <a:cubicBezTo>
                        <a:pt x="73" y="271"/>
                        <a:pt x="73" y="246"/>
                        <a:pt x="78" y="222"/>
                      </a:cubicBezTo>
                      <a:cubicBezTo>
                        <a:pt x="78" y="221"/>
                        <a:pt x="78" y="220"/>
                        <a:pt x="79" y="219"/>
                      </a:cubicBezTo>
                      <a:cubicBezTo>
                        <a:pt x="79" y="219"/>
                        <a:pt x="79" y="219"/>
                        <a:pt x="79" y="219"/>
                      </a:cubicBezTo>
                      <a:cubicBezTo>
                        <a:pt x="108" y="81"/>
                        <a:pt x="283" y="29"/>
                        <a:pt x="384" y="130"/>
                      </a:cubicBezTo>
                      <a:cubicBezTo>
                        <a:pt x="409" y="155"/>
                        <a:pt x="425" y="186"/>
                        <a:pt x="433" y="219"/>
                      </a:cubicBezTo>
                      <a:cubicBezTo>
                        <a:pt x="433" y="219"/>
                        <a:pt x="433" y="219"/>
                        <a:pt x="433" y="219"/>
                      </a:cubicBezTo>
                      <a:cubicBezTo>
                        <a:pt x="433" y="221"/>
                        <a:pt x="433" y="222"/>
                        <a:pt x="433" y="223"/>
                      </a:cubicBezTo>
                      <a:cubicBezTo>
                        <a:pt x="445" y="280"/>
                        <a:pt x="428" y="342"/>
                        <a:pt x="384" y="387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699" name="Google Shape;219;p9"/>
              <p:cNvGrpSpPr/>
              <p:nvPr/>
            </p:nvGrpSpPr>
            <p:grpSpPr>
              <a:xfrm>
                <a:off x="7951680" y="4758120"/>
                <a:ext cx="399240" cy="412560"/>
                <a:chOff x="7951680" y="4758120"/>
                <a:chExt cx="399240" cy="412560"/>
              </a:xfrm>
            </p:grpSpPr>
            <p:sp>
              <p:nvSpPr>
                <p:cNvPr id="700" name="Google Shape;220;p9"/>
                <p:cNvSpPr/>
                <p:nvPr/>
              </p:nvSpPr>
              <p:spPr>
                <a:xfrm>
                  <a:off x="7951680" y="4758120"/>
                  <a:ext cx="399240" cy="261000"/>
                </a:xfrm>
                <a:custGeom>
                  <a:avLst/>
                  <a:gdLst>
                    <a:gd name="textAreaLeft" fmla="*/ 0 w 399240"/>
                    <a:gd name="textAreaRight" fmla="*/ 399600 w 399240"/>
                    <a:gd name="textAreaTop" fmla="*/ 0 h 261000"/>
                    <a:gd name="textAreaBottom" fmla="*/ 261360 h 261000"/>
                  </a:gdLst>
                  <a:ahLst/>
                  <a:cxnLst/>
                  <a:rect l="textAreaLeft" t="textAreaTop" r="textAreaRight" b="textAreaBottom"/>
                  <a:pathLst>
                    <a:path w="511" h="334">
                      <a:moveTo>
                        <a:pt x="470" y="187"/>
                      </a:moveTo>
                      <a:cubicBezTo>
                        <a:pt x="462" y="183"/>
                        <a:pt x="459" y="175"/>
                        <a:pt x="462" y="167"/>
                      </a:cubicBezTo>
                      <a:cubicBezTo>
                        <a:pt x="481" y="118"/>
                        <a:pt x="444" y="63"/>
                        <a:pt x="391" y="63"/>
                      </a:cubicBezTo>
                      <a:cubicBezTo>
                        <a:pt x="381" y="62"/>
                        <a:pt x="371" y="64"/>
                        <a:pt x="361" y="68"/>
                      </a:cubicBezTo>
                      <a:cubicBezTo>
                        <a:pt x="353" y="71"/>
                        <a:pt x="344" y="68"/>
                        <a:pt x="341" y="60"/>
                      </a:cubicBezTo>
                      <a:cubicBezTo>
                        <a:pt x="314" y="1"/>
                        <a:pt x="229" y="0"/>
                        <a:pt x="201" y="59"/>
                      </a:cubicBezTo>
                      <a:cubicBezTo>
                        <a:pt x="198" y="67"/>
                        <a:pt x="189" y="70"/>
                        <a:pt x="181" y="67"/>
                      </a:cubicBezTo>
                      <a:cubicBezTo>
                        <a:pt x="173" y="64"/>
                        <a:pt x="163" y="63"/>
                        <a:pt x="154" y="63"/>
                      </a:cubicBezTo>
                      <a:cubicBezTo>
                        <a:pt x="112" y="63"/>
                        <a:pt x="78" y="98"/>
                        <a:pt x="78" y="140"/>
                      </a:cubicBezTo>
                      <a:cubicBezTo>
                        <a:pt x="78" y="149"/>
                        <a:pt x="80" y="158"/>
                        <a:pt x="83" y="167"/>
                      </a:cubicBezTo>
                      <a:cubicBezTo>
                        <a:pt x="86" y="175"/>
                        <a:pt x="82" y="184"/>
                        <a:pt x="75" y="187"/>
                      </a:cubicBezTo>
                      <a:cubicBezTo>
                        <a:pt x="0" y="225"/>
                        <a:pt x="26" y="332"/>
                        <a:pt x="109" y="334"/>
                      </a:cubicBezTo>
                      <a:cubicBezTo>
                        <a:pt x="177" y="334"/>
                        <a:pt x="177" y="334"/>
                        <a:pt x="177" y="334"/>
                      </a:cubicBezTo>
                      <a:cubicBezTo>
                        <a:pt x="271" y="330"/>
                        <a:pt x="271" y="196"/>
                        <a:pt x="177" y="192"/>
                      </a:cubicBezTo>
                      <a:cubicBezTo>
                        <a:pt x="168" y="192"/>
                        <a:pt x="161" y="185"/>
                        <a:pt x="161" y="176"/>
                      </a:cubicBezTo>
                      <a:cubicBezTo>
                        <a:pt x="161" y="167"/>
                        <a:pt x="168" y="160"/>
                        <a:pt x="177" y="160"/>
                      </a:cubicBezTo>
                      <a:cubicBezTo>
                        <a:pt x="228" y="160"/>
                        <a:pt x="271" y="198"/>
                        <a:pt x="278" y="247"/>
                      </a:cubicBezTo>
                      <a:cubicBezTo>
                        <a:pt x="353" y="247"/>
                        <a:pt x="353" y="247"/>
                        <a:pt x="353" y="247"/>
                      </a:cubicBezTo>
                      <a:cubicBezTo>
                        <a:pt x="367" y="247"/>
                        <a:pt x="379" y="235"/>
                        <a:pt x="379" y="221"/>
                      </a:cubicBezTo>
                      <a:cubicBezTo>
                        <a:pt x="379" y="207"/>
                        <a:pt x="367" y="195"/>
                        <a:pt x="353" y="195"/>
                      </a:cubicBezTo>
                      <a:cubicBezTo>
                        <a:pt x="332" y="194"/>
                        <a:pt x="332" y="164"/>
                        <a:pt x="353" y="163"/>
                      </a:cubicBezTo>
                      <a:cubicBezTo>
                        <a:pt x="430" y="166"/>
                        <a:pt x="430" y="276"/>
                        <a:pt x="353" y="279"/>
                      </a:cubicBezTo>
                      <a:cubicBezTo>
                        <a:pt x="278" y="279"/>
                        <a:pt x="278" y="279"/>
                        <a:pt x="278" y="279"/>
                      </a:cubicBezTo>
                      <a:cubicBezTo>
                        <a:pt x="275" y="300"/>
                        <a:pt x="265" y="319"/>
                        <a:pt x="251" y="334"/>
                      </a:cubicBezTo>
                      <a:cubicBezTo>
                        <a:pt x="257" y="334"/>
                        <a:pt x="257" y="334"/>
                        <a:pt x="257" y="334"/>
                      </a:cubicBezTo>
                      <a:cubicBezTo>
                        <a:pt x="258" y="334"/>
                        <a:pt x="258" y="334"/>
                        <a:pt x="259" y="334"/>
                      </a:cubicBezTo>
                      <a:cubicBezTo>
                        <a:pt x="432" y="334"/>
                        <a:pt x="432" y="334"/>
                        <a:pt x="432" y="334"/>
                      </a:cubicBezTo>
                      <a:cubicBezTo>
                        <a:pt x="453" y="334"/>
                        <a:pt x="473" y="326"/>
                        <a:pt x="488" y="311"/>
                      </a:cubicBezTo>
                      <a:cubicBezTo>
                        <a:pt x="503" y="296"/>
                        <a:pt x="511" y="276"/>
                        <a:pt x="511" y="255"/>
                      </a:cubicBezTo>
                      <a:cubicBezTo>
                        <a:pt x="511" y="226"/>
                        <a:pt x="495" y="200"/>
                        <a:pt x="470" y="187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701" name="Google Shape;221;p9"/>
                <p:cNvSpPr/>
                <p:nvPr/>
              </p:nvSpPr>
              <p:spPr>
                <a:xfrm>
                  <a:off x="8230680" y="5118840"/>
                  <a:ext cx="49680" cy="51840"/>
                </a:xfrm>
                <a:custGeom>
                  <a:avLst/>
                  <a:gdLst>
                    <a:gd name="textAreaLeft" fmla="*/ 0 w 49680"/>
                    <a:gd name="textAreaRight" fmla="*/ 50040 w 49680"/>
                    <a:gd name="textAreaTop" fmla="*/ 0 h 51840"/>
                    <a:gd name="textAreaBottom" fmla="*/ 52200 h 51840"/>
                  </a:gdLst>
                  <a:ahLst/>
                  <a:cxnLst/>
                  <a:rect l="textAreaLeft" t="textAreaTop" r="textAreaRight" b="textAreaBottom"/>
                  <a:pathLst>
                    <a:path w="64" h="67">
                      <a:moveTo>
                        <a:pt x="63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35"/>
                        <a:pt x="0" y="35"/>
                        <a:pt x="0" y="35"/>
                      </a:cubicBezTo>
                      <a:cubicBezTo>
                        <a:pt x="0" y="52"/>
                        <a:pt x="14" y="67"/>
                        <a:pt x="32" y="67"/>
                      </a:cubicBezTo>
                      <a:cubicBezTo>
                        <a:pt x="57" y="67"/>
                        <a:pt x="57" y="67"/>
                        <a:pt x="57" y="67"/>
                      </a:cubicBezTo>
                      <a:cubicBezTo>
                        <a:pt x="61" y="67"/>
                        <a:pt x="64" y="63"/>
                        <a:pt x="64" y="59"/>
                      </a:cubicBezTo>
                      <a:cubicBezTo>
                        <a:pt x="64" y="0"/>
                        <a:pt x="64" y="0"/>
                        <a:pt x="64" y="0"/>
                      </a:cubicBezTo>
                      <a:cubicBezTo>
                        <a:pt x="64" y="0"/>
                        <a:pt x="64" y="0"/>
                        <a:pt x="63" y="0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5920" bIns="2592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702" name="Google Shape;222;p9"/>
                <p:cNvSpPr/>
                <p:nvPr/>
              </p:nvSpPr>
              <p:spPr>
                <a:xfrm>
                  <a:off x="8167320" y="5038920"/>
                  <a:ext cx="152280" cy="54720"/>
                </a:xfrm>
                <a:custGeom>
                  <a:avLst/>
                  <a:gdLst>
                    <a:gd name="textAreaLeft" fmla="*/ 0 w 152280"/>
                    <a:gd name="textAreaRight" fmla="*/ 152640 w 152280"/>
                    <a:gd name="textAreaTop" fmla="*/ 0 h 54720"/>
                    <a:gd name="textAreaBottom" fmla="*/ 55080 h 54720"/>
                  </a:gdLst>
                  <a:ahLst/>
                  <a:cxnLst/>
                  <a:rect l="textAreaLeft" t="textAreaTop" r="textAreaRight" b="textAreaBottom"/>
                  <a:pathLst>
                    <a:path w="195" h="70">
                      <a:moveTo>
                        <a:pt x="195" y="19"/>
                      </a:moveTo>
                      <a:cubicBezTo>
                        <a:pt x="195" y="0"/>
                        <a:pt x="195" y="0"/>
                        <a:pt x="195" y="0"/>
                      </a:cubicBezTo>
                      <a:cubicBezTo>
                        <a:pt x="183" y="5"/>
                        <a:pt x="170" y="7"/>
                        <a:pt x="156" y="7"/>
                      </a:cubicBezTo>
                      <a:cubicBezTo>
                        <a:pt x="0" y="7"/>
                        <a:pt x="0" y="7"/>
                        <a:pt x="0" y="7"/>
                      </a:cubicBezTo>
                      <a:cubicBezTo>
                        <a:pt x="7" y="43"/>
                        <a:pt x="39" y="70"/>
                        <a:pt x="77" y="70"/>
                      </a:cubicBezTo>
                      <a:cubicBezTo>
                        <a:pt x="144" y="70"/>
                        <a:pt x="144" y="70"/>
                        <a:pt x="144" y="70"/>
                      </a:cubicBezTo>
                      <a:cubicBezTo>
                        <a:pt x="172" y="70"/>
                        <a:pt x="195" y="47"/>
                        <a:pt x="195" y="19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7360" bIns="2736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</p:grpSp>
        <p:grpSp>
          <p:nvGrpSpPr>
            <p:cNvPr id="703" name="Google Shape;223;p9"/>
            <p:cNvGrpSpPr/>
            <p:nvPr/>
          </p:nvGrpSpPr>
          <p:grpSpPr>
            <a:xfrm>
              <a:off x="-440640" y="-271440"/>
              <a:ext cx="2007000" cy="1963080"/>
              <a:chOff x="-440640" y="-271440"/>
              <a:chExt cx="2007000" cy="1963080"/>
            </a:xfrm>
          </p:grpSpPr>
          <p:pic>
            <p:nvPicPr>
              <p:cNvPr id="704" name="Google Shape;224;p9"/>
              <p:cNvPicPr/>
              <p:nvPr/>
            </p:nvPicPr>
            <p:blipFill>
              <a:blip r:embed="rId4">
                <a:alphaModFix amt="50000"/>
              </a:blip>
              <a:stretch/>
            </p:blipFill>
            <p:spPr>
              <a:xfrm>
                <a:off x="-440640" y="-271440"/>
                <a:ext cx="2007000" cy="196308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grpSp>
            <p:nvGrpSpPr>
              <p:cNvPr id="705" name="Google Shape;225;p9"/>
              <p:cNvGrpSpPr/>
              <p:nvPr/>
            </p:nvGrpSpPr>
            <p:grpSpPr>
              <a:xfrm>
                <a:off x="-183240" y="109440"/>
                <a:ext cx="344520" cy="317160"/>
                <a:chOff x="-183240" y="109440"/>
                <a:chExt cx="344520" cy="317160"/>
              </a:xfrm>
            </p:grpSpPr>
            <p:sp>
              <p:nvSpPr>
                <p:cNvPr id="706" name="Google Shape;226;p9"/>
                <p:cNvSpPr/>
                <p:nvPr/>
              </p:nvSpPr>
              <p:spPr>
                <a:xfrm>
                  <a:off x="-68400" y="163440"/>
                  <a:ext cx="148320" cy="149040"/>
                </a:xfrm>
                <a:custGeom>
                  <a:avLst/>
                  <a:gdLst>
                    <a:gd name="textAreaLeft" fmla="*/ 0 w 148320"/>
                    <a:gd name="textAreaRight" fmla="*/ 148680 w 148320"/>
                    <a:gd name="textAreaTop" fmla="*/ 0 h 149040"/>
                    <a:gd name="textAreaBottom" fmla="*/ 149400 h 149040"/>
                  </a:gdLst>
                  <a:ahLst/>
                  <a:cxnLst/>
                  <a:rect l="textAreaLeft" t="textAreaTop" r="textAreaRight" b="textAreaBottom"/>
                  <a:pathLst>
                    <a:path w="251" h="252">
                      <a:moveTo>
                        <a:pt x="197" y="142"/>
                      </a:moveTo>
                      <a:cubicBezTo>
                        <a:pt x="176" y="141"/>
                        <a:pt x="176" y="110"/>
                        <a:pt x="197" y="110"/>
                      </a:cubicBezTo>
                      <a:cubicBezTo>
                        <a:pt x="251" y="109"/>
                        <a:pt x="251" y="109"/>
                        <a:pt x="251" y="109"/>
                      </a:cubicBezTo>
                      <a:cubicBezTo>
                        <a:pt x="245" y="55"/>
                        <a:pt x="197" y="6"/>
                        <a:pt x="142" y="0"/>
                      </a:cubicBezTo>
                      <a:cubicBezTo>
                        <a:pt x="141" y="54"/>
                        <a:pt x="141" y="54"/>
                        <a:pt x="141" y="54"/>
                      </a:cubicBezTo>
                      <a:cubicBezTo>
                        <a:pt x="141" y="63"/>
                        <a:pt x="134" y="70"/>
                        <a:pt x="125" y="70"/>
                      </a:cubicBezTo>
                      <a:cubicBezTo>
                        <a:pt x="125" y="70"/>
                        <a:pt x="125" y="70"/>
                        <a:pt x="125" y="70"/>
                      </a:cubicBezTo>
                      <a:cubicBezTo>
                        <a:pt x="116" y="70"/>
                        <a:pt x="109" y="63"/>
                        <a:pt x="109" y="54"/>
                      </a:cubicBezTo>
                      <a:cubicBezTo>
                        <a:pt x="109" y="0"/>
                        <a:pt x="109" y="0"/>
                        <a:pt x="109" y="0"/>
                      </a:cubicBezTo>
                      <a:cubicBezTo>
                        <a:pt x="53" y="6"/>
                        <a:pt x="5" y="55"/>
                        <a:pt x="0" y="110"/>
                      </a:cubicBezTo>
                      <a:cubicBezTo>
                        <a:pt x="53" y="110"/>
                        <a:pt x="53" y="110"/>
                        <a:pt x="53" y="110"/>
                      </a:cubicBezTo>
                      <a:cubicBezTo>
                        <a:pt x="53" y="110"/>
                        <a:pt x="53" y="110"/>
                        <a:pt x="53" y="110"/>
                      </a:cubicBezTo>
                      <a:cubicBezTo>
                        <a:pt x="74" y="111"/>
                        <a:pt x="74" y="141"/>
                        <a:pt x="53" y="142"/>
                      </a:cubicBezTo>
                      <a:cubicBezTo>
                        <a:pt x="0" y="142"/>
                        <a:pt x="0" y="142"/>
                        <a:pt x="0" y="142"/>
                      </a:cubicBezTo>
                      <a:cubicBezTo>
                        <a:pt x="5" y="197"/>
                        <a:pt x="53" y="246"/>
                        <a:pt x="109" y="252"/>
                      </a:cubicBezTo>
                      <a:cubicBezTo>
                        <a:pt x="109" y="198"/>
                        <a:pt x="109" y="198"/>
                        <a:pt x="109" y="198"/>
                      </a:cubicBezTo>
                      <a:cubicBezTo>
                        <a:pt x="109" y="189"/>
                        <a:pt x="116" y="182"/>
                        <a:pt x="125" y="182"/>
                      </a:cubicBezTo>
                      <a:cubicBezTo>
                        <a:pt x="125" y="182"/>
                        <a:pt x="125" y="182"/>
                        <a:pt x="125" y="182"/>
                      </a:cubicBezTo>
                      <a:cubicBezTo>
                        <a:pt x="134" y="182"/>
                        <a:pt x="141" y="189"/>
                        <a:pt x="141" y="198"/>
                      </a:cubicBezTo>
                      <a:cubicBezTo>
                        <a:pt x="141" y="252"/>
                        <a:pt x="141" y="252"/>
                        <a:pt x="141" y="252"/>
                      </a:cubicBezTo>
                      <a:cubicBezTo>
                        <a:pt x="197" y="246"/>
                        <a:pt x="245" y="197"/>
                        <a:pt x="251" y="142"/>
                      </a:cubicBezTo>
                      <a:cubicBezTo>
                        <a:pt x="197" y="142"/>
                        <a:pt x="197" y="142"/>
                        <a:pt x="197" y="142"/>
                      </a:cubicBezTo>
                      <a:cubicBezTo>
                        <a:pt x="197" y="142"/>
                        <a:pt x="197" y="142"/>
                        <a:pt x="197" y="142"/>
                      </a:cubicBezTo>
                      <a:close/>
                      <a:moveTo>
                        <a:pt x="125" y="142"/>
                      </a:moveTo>
                      <a:cubicBezTo>
                        <a:pt x="104" y="141"/>
                        <a:pt x="104" y="111"/>
                        <a:pt x="125" y="110"/>
                      </a:cubicBezTo>
                      <a:cubicBezTo>
                        <a:pt x="147" y="110"/>
                        <a:pt x="147" y="141"/>
                        <a:pt x="125" y="142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707" name="Google Shape;227;p9"/>
                <p:cNvSpPr/>
                <p:nvPr/>
              </p:nvSpPr>
              <p:spPr>
                <a:xfrm>
                  <a:off x="-183240" y="348120"/>
                  <a:ext cx="77760" cy="78480"/>
                </a:xfrm>
                <a:custGeom>
                  <a:avLst/>
                  <a:gdLst>
                    <a:gd name="textAreaLeft" fmla="*/ 0 w 77760"/>
                    <a:gd name="textAreaRight" fmla="*/ 78120 w 77760"/>
                    <a:gd name="textAreaTop" fmla="*/ 0 h 78480"/>
                    <a:gd name="textAreaBottom" fmla="*/ 78840 h 78480"/>
                  </a:gdLst>
                  <a:ahLst/>
                  <a:cxnLst/>
                  <a:rect l="textAreaLeft" t="textAreaTop" r="textAreaRight" b="textAreaBottom"/>
                  <a:pathLst>
                    <a:path w="132" h="133">
                      <a:moveTo>
                        <a:pt x="75" y="0"/>
                      </a:moveTo>
                      <a:cubicBezTo>
                        <a:pt x="15" y="60"/>
                        <a:pt x="15" y="60"/>
                        <a:pt x="15" y="60"/>
                      </a:cubicBezTo>
                      <a:cubicBezTo>
                        <a:pt x="0" y="76"/>
                        <a:pt x="0" y="101"/>
                        <a:pt x="15" y="117"/>
                      </a:cubicBezTo>
                      <a:cubicBezTo>
                        <a:pt x="31" y="133"/>
                        <a:pt x="56" y="133"/>
                        <a:pt x="72" y="117"/>
                      </a:cubicBezTo>
                      <a:cubicBezTo>
                        <a:pt x="132" y="57"/>
                        <a:pt x="132" y="57"/>
                        <a:pt x="132" y="57"/>
                      </a:cubicBezTo>
                      <a:cubicBezTo>
                        <a:pt x="132" y="57"/>
                        <a:pt x="132" y="57"/>
                        <a:pt x="132" y="57"/>
                      </a:cubicBezTo>
                      <a:lnTo>
                        <a:pt x="75" y="0"/>
                      </a:ln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9240" bIns="3924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708" name="Google Shape;228;p9"/>
                <p:cNvSpPr/>
                <p:nvPr/>
              </p:nvSpPr>
              <p:spPr>
                <a:xfrm>
                  <a:off x="-149760" y="109440"/>
                  <a:ext cx="311040" cy="245520"/>
                </a:xfrm>
                <a:custGeom>
                  <a:avLst/>
                  <a:gdLst>
                    <a:gd name="textAreaLeft" fmla="*/ 0 w 311040"/>
                    <a:gd name="textAreaRight" fmla="*/ 311400 w 311040"/>
                    <a:gd name="textAreaTop" fmla="*/ 0 h 245520"/>
                    <a:gd name="textAreaBottom" fmla="*/ 245880 h 245520"/>
                  </a:gdLst>
                  <a:ahLst/>
                  <a:cxnLst/>
                  <a:rect l="textAreaLeft" t="textAreaTop" r="textAreaRight" b="textAreaBottom"/>
                  <a:pathLst>
                    <a:path w="526" h="415">
                      <a:moveTo>
                        <a:pt x="402" y="77"/>
                      </a:moveTo>
                      <a:cubicBezTo>
                        <a:pt x="329" y="1"/>
                        <a:pt x="197" y="0"/>
                        <a:pt x="124" y="77"/>
                      </a:cubicBezTo>
                      <a:cubicBezTo>
                        <a:pt x="0" y="200"/>
                        <a:pt x="89" y="415"/>
                        <a:pt x="263" y="414"/>
                      </a:cubicBezTo>
                      <a:cubicBezTo>
                        <a:pt x="437" y="415"/>
                        <a:pt x="526" y="200"/>
                        <a:pt x="402" y="77"/>
                      </a:cubicBezTo>
                      <a:close/>
                      <a:moveTo>
                        <a:pt x="376" y="329"/>
                      </a:moveTo>
                      <a:cubicBezTo>
                        <a:pt x="312" y="393"/>
                        <a:pt x="211" y="390"/>
                        <a:pt x="151" y="329"/>
                      </a:cubicBezTo>
                      <a:cubicBezTo>
                        <a:pt x="120" y="299"/>
                        <a:pt x="105" y="259"/>
                        <a:pt x="104" y="219"/>
                      </a:cubicBezTo>
                      <a:cubicBezTo>
                        <a:pt x="104" y="218"/>
                        <a:pt x="104" y="218"/>
                        <a:pt x="104" y="217"/>
                      </a:cubicBezTo>
                      <a:cubicBezTo>
                        <a:pt x="104" y="216"/>
                        <a:pt x="104" y="216"/>
                        <a:pt x="104" y="215"/>
                      </a:cubicBezTo>
                      <a:cubicBezTo>
                        <a:pt x="103" y="131"/>
                        <a:pt x="177" y="56"/>
                        <a:pt x="263" y="57"/>
                      </a:cubicBezTo>
                      <a:cubicBezTo>
                        <a:pt x="409" y="60"/>
                        <a:pt x="473" y="231"/>
                        <a:pt x="376" y="329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709" name="Google Shape;229;p9"/>
                <p:cNvSpPr/>
                <p:nvPr/>
              </p:nvSpPr>
              <p:spPr>
                <a:xfrm>
                  <a:off x="-125280" y="315360"/>
                  <a:ext cx="52560" cy="52560"/>
                </a:xfrm>
                <a:custGeom>
                  <a:avLst/>
                  <a:gdLst>
                    <a:gd name="textAreaLeft" fmla="*/ 0 w 52560"/>
                    <a:gd name="textAreaRight" fmla="*/ 52920 w 52560"/>
                    <a:gd name="textAreaTop" fmla="*/ 0 h 52560"/>
                    <a:gd name="textAreaBottom" fmla="*/ 52920 h 52560"/>
                  </a:gdLst>
                  <a:ahLst/>
                  <a:cxnLst/>
                  <a:rect l="textAreaLeft" t="textAreaTop" r="textAreaRight" b="textAreaBottom"/>
                  <a:pathLst>
                    <a:path w="89" h="89">
                      <a:moveTo>
                        <a:pt x="33" y="0"/>
                      </a:moveTo>
                      <a:cubicBezTo>
                        <a:pt x="0" y="32"/>
                        <a:pt x="0" y="32"/>
                        <a:pt x="0" y="32"/>
                      </a:cubicBezTo>
                      <a:cubicBezTo>
                        <a:pt x="57" y="89"/>
                        <a:pt x="57" y="89"/>
                        <a:pt x="57" y="89"/>
                      </a:cubicBezTo>
                      <a:cubicBezTo>
                        <a:pt x="89" y="57"/>
                        <a:pt x="89" y="57"/>
                        <a:pt x="89" y="57"/>
                      </a:cubicBezTo>
                      <a:cubicBezTo>
                        <a:pt x="67" y="41"/>
                        <a:pt x="48" y="22"/>
                        <a:pt x="33" y="0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6280" bIns="2628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710" name="Google Shape;230;p9"/>
              <p:cNvGrpSpPr/>
              <p:nvPr/>
            </p:nvGrpSpPr>
            <p:grpSpPr>
              <a:xfrm>
                <a:off x="454680" y="110880"/>
                <a:ext cx="314280" cy="314640"/>
                <a:chOff x="454680" y="110880"/>
                <a:chExt cx="314280" cy="314640"/>
              </a:xfrm>
            </p:grpSpPr>
            <p:sp>
              <p:nvSpPr>
                <p:cNvPr id="711" name="Google Shape;231;p9"/>
                <p:cNvSpPr/>
                <p:nvPr/>
              </p:nvSpPr>
              <p:spPr>
                <a:xfrm>
                  <a:off x="493920" y="140760"/>
                  <a:ext cx="185760" cy="186480"/>
                </a:xfrm>
                <a:custGeom>
                  <a:avLst/>
                  <a:gdLst>
                    <a:gd name="textAreaLeft" fmla="*/ 0 w 185760"/>
                    <a:gd name="textAreaRight" fmla="*/ 186120 w 185760"/>
                    <a:gd name="textAreaTop" fmla="*/ 0 h 186480"/>
                    <a:gd name="textAreaBottom" fmla="*/ 186840 h 186480"/>
                  </a:gdLst>
                  <a:ahLst/>
                  <a:cxnLst/>
                  <a:rect l="textAreaLeft" t="textAreaTop" r="textAreaRight" b="textAreaBottom"/>
                  <a:pathLst>
                    <a:path w="306" h="307">
                      <a:moveTo>
                        <a:pt x="23" y="169"/>
                      </a:moveTo>
                      <a:cubicBezTo>
                        <a:pt x="0" y="169"/>
                        <a:pt x="0" y="169"/>
                        <a:pt x="0" y="169"/>
                      </a:cubicBezTo>
                      <a:cubicBezTo>
                        <a:pt x="7" y="242"/>
                        <a:pt x="65" y="299"/>
                        <a:pt x="137" y="307"/>
                      </a:cubicBezTo>
                      <a:cubicBezTo>
                        <a:pt x="137" y="284"/>
                        <a:pt x="137" y="284"/>
                        <a:pt x="137" y="284"/>
                      </a:cubicBezTo>
                      <a:cubicBezTo>
                        <a:pt x="138" y="263"/>
                        <a:pt x="168" y="263"/>
                        <a:pt x="168" y="284"/>
                      </a:cubicBezTo>
                      <a:cubicBezTo>
                        <a:pt x="168" y="307"/>
                        <a:pt x="168" y="307"/>
                        <a:pt x="168" y="307"/>
                      </a:cubicBezTo>
                      <a:cubicBezTo>
                        <a:pt x="241" y="299"/>
                        <a:pt x="299" y="242"/>
                        <a:pt x="306" y="169"/>
                      </a:cubicBezTo>
                      <a:cubicBezTo>
                        <a:pt x="283" y="169"/>
                        <a:pt x="283" y="169"/>
                        <a:pt x="283" y="169"/>
                      </a:cubicBezTo>
                      <a:cubicBezTo>
                        <a:pt x="262" y="168"/>
                        <a:pt x="262" y="139"/>
                        <a:pt x="283" y="138"/>
                      </a:cubicBezTo>
                      <a:cubicBezTo>
                        <a:pt x="306" y="138"/>
                        <a:pt x="306" y="138"/>
                        <a:pt x="306" y="138"/>
                      </a:cubicBezTo>
                      <a:cubicBezTo>
                        <a:pt x="299" y="65"/>
                        <a:pt x="241" y="8"/>
                        <a:pt x="168" y="0"/>
                      </a:cubicBezTo>
                      <a:cubicBezTo>
                        <a:pt x="168" y="24"/>
                        <a:pt x="168" y="24"/>
                        <a:pt x="168" y="24"/>
                      </a:cubicBezTo>
                      <a:cubicBezTo>
                        <a:pt x="167" y="44"/>
                        <a:pt x="138" y="44"/>
                        <a:pt x="137" y="24"/>
                      </a:cubicBezTo>
                      <a:cubicBezTo>
                        <a:pt x="137" y="0"/>
                        <a:pt x="137" y="0"/>
                        <a:pt x="137" y="0"/>
                      </a:cubicBezTo>
                      <a:cubicBezTo>
                        <a:pt x="65" y="8"/>
                        <a:pt x="7" y="65"/>
                        <a:pt x="0" y="138"/>
                      </a:cubicBezTo>
                      <a:cubicBezTo>
                        <a:pt x="23" y="138"/>
                        <a:pt x="23" y="138"/>
                        <a:pt x="23" y="138"/>
                      </a:cubicBezTo>
                      <a:cubicBezTo>
                        <a:pt x="43" y="139"/>
                        <a:pt x="43" y="168"/>
                        <a:pt x="23" y="169"/>
                      </a:cubicBezTo>
                      <a:close/>
                      <a:moveTo>
                        <a:pt x="103" y="138"/>
                      </a:moveTo>
                      <a:cubicBezTo>
                        <a:pt x="109" y="138"/>
                        <a:pt x="109" y="138"/>
                        <a:pt x="109" y="138"/>
                      </a:cubicBezTo>
                      <a:cubicBezTo>
                        <a:pt x="116" y="107"/>
                        <a:pt x="144" y="84"/>
                        <a:pt x="177" y="84"/>
                      </a:cubicBezTo>
                      <a:cubicBezTo>
                        <a:pt x="186" y="84"/>
                        <a:pt x="193" y="91"/>
                        <a:pt x="193" y="99"/>
                      </a:cubicBezTo>
                      <a:cubicBezTo>
                        <a:pt x="193" y="108"/>
                        <a:pt x="186" y="115"/>
                        <a:pt x="177" y="115"/>
                      </a:cubicBezTo>
                      <a:cubicBezTo>
                        <a:pt x="161" y="115"/>
                        <a:pt x="147" y="124"/>
                        <a:pt x="141" y="138"/>
                      </a:cubicBezTo>
                      <a:cubicBezTo>
                        <a:pt x="177" y="138"/>
                        <a:pt x="177" y="138"/>
                        <a:pt x="177" y="138"/>
                      </a:cubicBezTo>
                      <a:cubicBezTo>
                        <a:pt x="198" y="139"/>
                        <a:pt x="198" y="169"/>
                        <a:pt x="177" y="170"/>
                      </a:cubicBezTo>
                      <a:cubicBezTo>
                        <a:pt x="141" y="170"/>
                        <a:pt x="141" y="170"/>
                        <a:pt x="141" y="170"/>
                      </a:cubicBezTo>
                      <a:cubicBezTo>
                        <a:pt x="147" y="183"/>
                        <a:pt x="161" y="193"/>
                        <a:pt x="177" y="193"/>
                      </a:cubicBezTo>
                      <a:cubicBezTo>
                        <a:pt x="186" y="193"/>
                        <a:pt x="193" y="200"/>
                        <a:pt x="193" y="209"/>
                      </a:cubicBezTo>
                      <a:cubicBezTo>
                        <a:pt x="193" y="217"/>
                        <a:pt x="186" y="224"/>
                        <a:pt x="177" y="224"/>
                      </a:cubicBezTo>
                      <a:cubicBezTo>
                        <a:pt x="144" y="224"/>
                        <a:pt x="116" y="201"/>
                        <a:pt x="109" y="170"/>
                      </a:cubicBezTo>
                      <a:cubicBezTo>
                        <a:pt x="103" y="170"/>
                        <a:pt x="103" y="170"/>
                        <a:pt x="103" y="170"/>
                      </a:cubicBezTo>
                      <a:cubicBezTo>
                        <a:pt x="82" y="169"/>
                        <a:pt x="82" y="139"/>
                        <a:pt x="103" y="138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712" name="Google Shape;232;p9"/>
                <p:cNvSpPr/>
                <p:nvPr/>
              </p:nvSpPr>
              <p:spPr>
                <a:xfrm>
                  <a:off x="454680" y="110880"/>
                  <a:ext cx="314280" cy="314640"/>
                </a:xfrm>
                <a:custGeom>
                  <a:avLst/>
                  <a:gdLst>
                    <a:gd name="textAreaLeft" fmla="*/ 0 w 314280"/>
                    <a:gd name="textAreaRight" fmla="*/ 314640 w 314280"/>
                    <a:gd name="textAreaTop" fmla="*/ 0 h 314640"/>
                    <a:gd name="textAreaBottom" fmla="*/ 315000 h 314640"/>
                  </a:gdLst>
                  <a:ahLst/>
                  <a:cxnLst/>
                  <a:rect l="textAreaLeft" t="textAreaTop" r="textAreaRight" b="textAreaBottom"/>
                  <a:pathLst>
                    <a:path w="517" h="517">
                      <a:moveTo>
                        <a:pt x="497" y="487"/>
                      </a:moveTo>
                      <a:cubicBezTo>
                        <a:pt x="30" y="487"/>
                        <a:pt x="30" y="487"/>
                        <a:pt x="30" y="487"/>
                      </a:cubicBezTo>
                      <a:cubicBezTo>
                        <a:pt x="30" y="453"/>
                        <a:pt x="30" y="453"/>
                        <a:pt x="30" y="453"/>
                      </a:cubicBezTo>
                      <a:cubicBezTo>
                        <a:pt x="208" y="453"/>
                        <a:pt x="208" y="453"/>
                        <a:pt x="208" y="453"/>
                      </a:cubicBezTo>
                      <a:cubicBezTo>
                        <a:pt x="350" y="453"/>
                        <a:pt x="468" y="342"/>
                        <a:pt x="475" y="200"/>
                      </a:cubicBezTo>
                      <a:cubicBezTo>
                        <a:pt x="479" y="129"/>
                        <a:pt x="479" y="129"/>
                        <a:pt x="479" y="129"/>
                      </a:cubicBezTo>
                      <a:cubicBezTo>
                        <a:pt x="485" y="136"/>
                        <a:pt x="485" y="136"/>
                        <a:pt x="485" y="136"/>
                      </a:cubicBezTo>
                      <a:cubicBezTo>
                        <a:pt x="488" y="140"/>
                        <a:pt x="492" y="141"/>
                        <a:pt x="497" y="141"/>
                      </a:cubicBezTo>
                      <a:cubicBezTo>
                        <a:pt x="500" y="141"/>
                        <a:pt x="504" y="140"/>
                        <a:pt x="506" y="137"/>
                      </a:cubicBezTo>
                      <a:cubicBezTo>
                        <a:pt x="513" y="132"/>
                        <a:pt x="513" y="122"/>
                        <a:pt x="508" y="116"/>
                      </a:cubicBezTo>
                      <a:cubicBezTo>
                        <a:pt x="477" y="82"/>
                        <a:pt x="477" y="82"/>
                        <a:pt x="477" y="82"/>
                      </a:cubicBezTo>
                      <a:cubicBezTo>
                        <a:pt x="472" y="77"/>
                        <a:pt x="462" y="75"/>
                        <a:pt x="456" y="81"/>
                      </a:cubicBezTo>
                      <a:cubicBezTo>
                        <a:pt x="424" y="110"/>
                        <a:pt x="424" y="110"/>
                        <a:pt x="424" y="110"/>
                      </a:cubicBezTo>
                      <a:cubicBezTo>
                        <a:pt x="410" y="124"/>
                        <a:pt x="429" y="145"/>
                        <a:pt x="444" y="132"/>
                      </a:cubicBezTo>
                      <a:cubicBezTo>
                        <a:pt x="449" y="128"/>
                        <a:pt x="449" y="128"/>
                        <a:pt x="449" y="128"/>
                      </a:cubicBezTo>
                      <a:cubicBezTo>
                        <a:pt x="445" y="198"/>
                        <a:pt x="445" y="198"/>
                        <a:pt x="445" y="198"/>
                      </a:cubicBezTo>
                      <a:cubicBezTo>
                        <a:pt x="439" y="324"/>
                        <a:pt x="334" y="423"/>
                        <a:pt x="208" y="423"/>
                      </a:cubicBezTo>
                      <a:cubicBezTo>
                        <a:pt x="30" y="423"/>
                        <a:pt x="30" y="423"/>
                        <a:pt x="30" y="423"/>
                      </a:cubicBezTo>
                      <a:cubicBezTo>
                        <a:pt x="30" y="20"/>
                        <a:pt x="30" y="20"/>
                        <a:pt x="30" y="20"/>
                      </a:cubicBezTo>
                      <a:cubicBezTo>
                        <a:pt x="29" y="0"/>
                        <a:pt x="0" y="0"/>
                        <a:pt x="0" y="20"/>
                      </a:cubicBezTo>
                      <a:cubicBezTo>
                        <a:pt x="0" y="502"/>
                        <a:pt x="0" y="502"/>
                        <a:pt x="0" y="502"/>
                      </a:cubicBezTo>
                      <a:cubicBezTo>
                        <a:pt x="0" y="510"/>
                        <a:pt x="6" y="517"/>
                        <a:pt x="15" y="517"/>
                      </a:cubicBezTo>
                      <a:cubicBezTo>
                        <a:pt x="497" y="517"/>
                        <a:pt x="497" y="517"/>
                        <a:pt x="497" y="517"/>
                      </a:cubicBezTo>
                      <a:cubicBezTo>
                        <a:pt x="517" y="516"/>
                        <a:pt x="517" y="487"/>
                        <a:pt x="497" y="487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713" name="Google Shape;233;p9"/>
              <p:cNvGrpSpPr/>
              <p:nvPr/>
            </p:nvGrpSpPr>
            <p:grpSpPr>
              <a:xfrm>
                <a:off x="90360" y="632880"/>
                <a:ext cx="405360" cy="405000"/>
                <a:chOff x="90360" y="632880"/>
                <a:chExt cx="405360" cy="405000"/>
              </a:xfrm>
            </p:grpSpPr>
            <p:sp>
              <p:nvSpPr>
                <p:cNvPr id="714" name="Google Shape;234;p9"/>
                <p:cNvSpPr/>
                <p:nvPr/>
              </p:nvSpPr>
              <p:spPr>
                <a:xfrm>
                  <a:off x="192960" y="632880"/>
                  <a:ext cx="201240" cy="204480"/>
                </a:xfrm>
                <a:custGeom>
                  <a:avLst/>
                  <a:gdLst>
                    <a:gd name="textAreaLeft" fmla="*/ 0 w 201240"/>
                    <a:gd name="textAreaRight" fmla="*/ 201600 w 201240"/>
                    <a:gd name="textAreaTop" fmla="*/ 0 h 204480"/>
                    <a:gd name="textAreaBottom" fmla="*/ 204840 h 204480"/>
                  </a:gdLst>
                  <a:ahLst/>
                  <a:cxnLst/>
                  <a:rect l="textAreaLeft" t="textAreaTop" r="textAreaRight" b="textAreaBottom"/>
                  <a:pathLst>
                    <a:path w="255" h="259">
                      <a:moveTo>
                        <a:pt x="227" y="210"/>
                      </a:moveTo>
                      <a:cubicBezTo>
                        <a:pt x="230" y="210"/>
                        <a:pt x="232" y="208"/>
                        <a:pt x="233" y="206"/>
                      </a:cubicBezTo>
                      <a:cubicBezTo>
                        <a:pt x="253" y="167"/>
                        <a:pt x="253" y="167"/>
                        <a:pt x="253" y="167"/>
                      </a:cubicBezTo>
                      <a:cubicBezTo>
                        <a:pt x="255" y="163"/>
                        <a:pt x="253" y="160"/>
                        <a:pt x="250" y="158"/>
                      </a:cubicBezTo>
                      <a:cubicBezTo>
                        <a:pt x="229" y="148"/>
                        <a:pt x="229" y="148"/>
                        <a:pt x="229" y="148"/>
                      </a:cubicBezTo>
                      <a:cubicBezTo>
                        <a:pt x="227" y="146"/>
                        <a:pt x="226" y="144"/>
                        <a:pt x="226" y="141"/>
                      </a:cubicBezTo>
                      <a:cubicBezTo>
                        <a:pt x="227" y="131"/>
                        <a:pt x="227" y="120"/>
                        <a:pt x="225" y="109"/>
                      </a:cubicBezTo>
                      <a:cubicBezTo>
                        <a:pt x="224" y="107"/>
                        <a:pt x="226" y="104"/>
                        <a:pt x="228" y="103"/>
                      </a:cubicBezTo>
                      <a:cubicBezTo>
                        <a:pt x="248" y="91"/>
                        <a:pt x="248" y="91"/>
                        <a:pt x="248" y="91"/>
                      </a:cubicBezTo>
                      <a:cubicBezTo>
                        <a:pt x="251" y="89"/>
                        <a:pt x="252" y="85"/>
                        <a:pt x="250" y="82"/>
                      </a:cubicBezTo>
                      <a:cubicBezTo>
                        <a:pt x="228" y="44"/>
                        <a:pt x="228" y="44"/>
                        <a:pt x="228" y="44"/>
                      </a:cubicBezTo>
                      <a:cubicBezTo>
                        <a:pt x="227" y="42"/>
                        <a:pt x="224" y="41"/>
                        <a:pt x="222" y="41"/>
                      </a:cubicBezTo>
                      <a:cubicBezTo>
                        <a:pt x="221" y="41"/>
                        <a:pt x="220" y="41"/>
                        <a:pt x="219" y="42"/>
                      </a:cubicBezTo>
                      <a:cubicBezTo>
                        <a:pt x="199" y="53"/>
                        <a:pt x="199" y="53"/>
                        <a:pt x="199" y="53"/>
                      </a:cubicBezTo>
                      <a:cubicBezTo>
                        <a:pt x="197" y="55"/>
                        <a:pt x="194" y="54"/>
                        <a:pt x="191" y="53"/>
                      </a:cubicBezTo>
                      <a:cubicBezTo>
                        <a:pt x="182" y="45"/>
                        <a:pt x="172" y="39"/>
                        <a:pt x="160" y="35"/>
                      </a:cubicBezTo>
                      <a:cubicBezTo>
                        <a:pt x="158" y="34"/>
                        <a:pt x="156" y="31"/>
                        <a:pt x="156" y="29"/>
                      </a:cubicBezTo>
                      <a:cubicBezTo>
                        <a:pt x="156" y="7"/>
                        <a:pt x="156" y="7"/>
                        <a:pt x="156" y="7"/>
                      </a:cubicBezTo>
                      <a:cubicBezTo>
                        <a:pt x="156" y="3"/>
                        <a:pt x="153" y="0"/>
                        <a:pt x="149" y="0"/>
                      </a:cubicBezTo>
                      <a:cubicBezTo>
                        <a:pt x="105" y="0"/>
                        <a:pt x="105" y="0"/>
                        <a:pt x="105" y="0"/>
                      </a:cubicBezTo>
                      <a:cubicBezTo>
                        <a:pt x="101" y="0"/>
                        <a:pt x="98" y="3"/>
                        <a:pt x="98" y="7"/>
                      </a:cubicBezTo>
                      <a:cubicBezTo>
                        <a:pt x="98" y="29"/>
                        <a:pt x="98" y="29"/>
                        <a:pt x="98" y="29"/>
                      </a:cubicBezTo>
                      <a:cubicBezTo>
                        <a:pt x="98" y="31"/>
                        <a:pt x="97" y="34"/>
                        <a:pt x="94" y="35"/>
                      </a:cubicBezTo>
                      <a:cubicBezTo>
                        <a:pt x="81" y="40"/>
                        <a:pt x="68" y="47"/>
                        <a:pt x="58" y="57"/>
                      </a:cubicBezTo>
                      <a:cubicBezTo>
                        <a:pt x="56" y="59"/>
                        <a:pt x="53" y="59"/>
                        <a:pt x="51" y="58"/>
                      </a:cubicBezTo>
                      <a:cubicBezTo>
                        <a:pt x="30" y="48"/>
                        <a:pt x="30" y="48"/>
                        <a:pt x="30" y="48"/>
                      </a:cubicBezTo>
                      <a:cubicBezTo>
                        <a:pt x="27" y="46"/>
                        <a:pt x="23" y="47"/>
                        <a:pt x="21" y="50"/>
                      </a:cubicBezTo>
                      <a:cubicBezTo>
                        <a:pt x="1" y="90"/>
                        <a:pt x="1" y="90"/>
                        <a:pt x="1" y="90"/>
                      </a:cubicBezTo>
                      <a:cubicBezTo>
                        <a:pt x="0" y="93"/>
                        <a:pt x="1" y="97"/>
                        <a:pt x="4" y="99"/>
                      </a:cubicBezTo>
                      <a:cubicBezTo>
                        <a:pt x="25" y="109"/>
                        <a:pt x="25" y="109"/>
                        <a:pt x="25" y="109"/>
                      </a:cubicBezTo>
                      <a:cubicBezTo>
                        <a:pt x="27" y="110"/>
                        <a:pt x="29" y="113"/>
                        <a:pt x="28" y="116"/>
                      </a:cubicBezTo>
                      <a:cubicBezTo>
                        <a:pt x="27" y="126"/>
                        <a:pt x="27" y="137"/>
                        <a:pt x="29" y="147"/>
                      </a:cubicBezTo>
                      <a:cubicBezTo>
                        <a:pt x="30" y="150"/>
                        <a:pt x="29" y="153"/>
                        <a:pt x="26" y="154"/>
                      </a:cubicBezTo>
                      <a:cubicBezTo>
                        <a:pt x="6" y="166"/>
                        <a:pt x="6" y="166"/>
                        <a:pt x="6" y="166"/>
                      </a:cubicBezTo>
                      <a:cubicBezTo>
                        <a:pt x="3" y="167"/>
                        <a:pt x="2" y="171"/>
                        <a:pt x="4" y="175"/>
                      </a:cubicBezTo>
                      <a:cubicBezTo>
                        <a:pt x="26" y="213"/>
                        <a:pt x="26" y="213"/>
                        <a:pt x="26" y="213"/>
                      </a:cubicBezTo>
                      <a:cubicBezTo>
                        <a:pt x="28" y="216"/>
                        <a:pt x="32" y="217"/>
                        <a:pt x="35" y="215"/>
                      </a:cubicBezTo>
                      <a:cubicBezTo>
                        <a:pt x="55" y="203"/>
                        <a:pt x="55" y="203"/>
                        <a:pt x="55" y="203"/>
                      </a:cubicBezTo>
                      <a:cubicBezTo>
                        <a:pt x="58" y="202"/>
                        <a:pt x="61" y="202"/>
                        <a:pt x="63" y="204"/>
                      </a:cubicBezTo>
                      <a:cubicBezTo>
                        <a:pt x="72" y="212"/>
                        <a:pt x="82" y="218"/>
                        <a:pt x="94" y="222"/>
                      </a:cubicBezTo>
                      <a:cubicBezTo>
                        <a:pt x="97" y="223"/>
                        <a:pt x="98" y="225"/>
                        <a:pt x="98" y="228"/>
                      </a:cubicBezTo>
                      <a:cubicBezTo>
                        <a:pt x="98" y="252"/>
                        <a:pt x="98" y="252"/>
                        <a:pt x="98" y="252"/>
                      </a:cubicBezTo>
                      <a:cubicBezTo>
                        <a:pt x="98" y="256"/>
                        <a:pt x="101" y="259"/>
                        <a:pt x="105" y="259"/>
                      </a:cubicBezTo>
                      <a:cubicBezTo>
                        <a:pt x="149" y="259"/>
                        <a:pt x="149" y="259"/>
                        <a:pt x="149" y="259"/>
                      </a:cubicBezTo>
                      <a:cubicBezTo>
                        <a:pt x="153" y="259"/>
                        <a:pt x="156" y="256"/>
                        <a:pt x="156" y="252"/>
                      </a:cubicBezTo>
                      <a:cubicBezTo>
                        <a:pt x="156" y="228"/>
                        <a:pt x="156" y="228"/>
                        <a:pt x="156" y="228"/>
                      </a:cubicBezTo>
                      <a:cubicBezTo>
                        <a:pt x="156" y="225"/>
                        <a:pt x="158" y="223"/>
                        <a:pt x="160" y="222"/>
                      </a:cubicBezTo>
                      <a:cubicBezTo>
                        <a:pt x="174" y="217"/>
                        <a:pt x="186" y="209"/>
                        <a:pt x="196" y="200"/>
                      </a:cubicBezTo>
                      <a:cubicBezTo>
                        <a:pt x="198" y="198"/>
                        <a:pt x="201" y="197"/>
                        <a:pt x="204" y="199"/>
                      </a:cubicBezTo>
                      <a:cubicBezTo>
                        <a:pt x="224" y="209"/>
                        <a:pt x="224" y="209"/>
                        <a:pt x="224" y="209"/>
                      </a:cubicBezTo>
                      <a:cubicBezTo>
                        <a:pt x="225" y="209"/>
                        <a:pt x="226" y="210"/>
                        <a:pt x="227" y="210"/>
                      </a:cubicBezTo>
                      <a:close/>
                      <a:moveTo>
                        <a:pt x="127" y="172"/>
                      </a:moveTo>
                      <a:cubicBezTo>
                        <a:pt x="104" y="172"/>
                        <a:pt x="84" y="153"/>
                        <a:pt x="84" y="130"/>
                      </a:cubicBezTo>
                      <a:cubicBezTo>
                        <a:pt x="87" y="73"/>
                        <a:pt x="168" y="73"/>
                        <a:pt x="170" y="130"/>
                      </a:cubicBezTo>
                      <a:cubicBezTo>
                        <a:pt x="170" y="153"/>
                        <a:pt x="151" y="172"/>
                        <a:pt x="127" y="172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715" name="Google Shape;235;p9"/>
                <p:cNvSpPr/>
                <p:nvPr/>
              </p:nvSpPr>
              <p:spPr>
                <a:xfrm>
                  <a:off x="282960" y="725400"/>
                  <a:ext cx="20160" cy="22680"/>
                </a:xfrm>
                <a:custGeom>
                  <a:avLst/>
                  <a:gdLst>
                    <a:gd name="textAreaLeft" fmla="*/ 0 w 20160"/>
                    <a:gd name="textAreaRight" fmla="*/ 20520 w 20160"/>
                    <a:gd name="textAreaTop" fmla="*/ 0 h 22680"/>
                    <a:gd name="textAreaBottom" fmla="*/ 23040 h 22680"/>
                  </a:gdLst>
                  <a:ahLst/>
                  <a:cxnLst/>
                  <a:rect l="textAreaLeft" t="textAreaTop" r="textAreaRight" b="textAreaBottom"/>
                  <a:pathLst>
                    <a:path w="26" h="29">
                      <a:moveTo>
                        <a:pt x="13" y="0"/>
                      </a:moveTo>
                      <a:cubicBezTo>
                        <a:pt x="6" y="0"/>
                        <a:pt x="0" y="6"/>
                        <a:pt x="0" y="13"/>
                      </a:cubicBezTo>
                      <a:cubicBezTo>
                        <a:pt x="1" y="29"/>
                        <a:pt x="25" y="29"/>
                        <a:pt x="26" y="13"/>
                      </a:cubicBezTo>
                      <a:cubicBezTo>
                        <a:pt x="26" y="6"/>
                        <a:pt x="20" y="0"/>
                        <a:pt x="13" y="0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1520" bIns="1152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716" name="Google Shape;236;p9"/>
                <p:cNvSpPr/>
                <p:nvPr/>
              </p:nvSpPr>
              <p:spPr>
                <a:xfrm>
                  <a:off x="251280" y="860400"/>
                  <a:ext cx="82440" cy="177480"/>
                </a:xfrm>
                <a:custGeom>
                  <a:avLst/>
                  <a:gdLst>
                    <a:gd name="textAreaLeft" fmla="*/ 0 w 82440"/>
                    <a:gd name="textAreaRight" fmla="*/ 82800 w 82440"/>
                    <a:gd name="textAreaTop" fmla="*/ 0 h 177480"/>
                    <a:gd name="textAreaBottom" fmla="*/ 177840 h 177480"/>
                  </a:gdLst>
                  <a:ahLst/>
                  <a:cxnLst/>
                  <a:rect l="textAreaLeft" t="textAreaTop" r="textAreaRight" b="textAreaBottom"/>
                  <a:pathLst>
                    <a:path w="105" h="225">
                      <a:moveTo>
                        <a:pt x="99" y="145"/>
                      </a:moveTo>
                      <a:cubicBezTo>
                        <a:pt x="85" y="145"/>
                        <a:pt x="85" y="145"/>
                        <a:pt x="85" y="145"/>
                      </a:cubicBezTo>
                      <a:cubicBezTo>
                        <a:pt x="82" y="145"/>
                        <a:pt x="80" y="143"/>
                        <a:pt x="80" y="141"/>
                      </a:cubicBezTo>
                      <a:cubicBezTo>
                        <a:pt x="80" y="0"/>
                        <a:pt x="80" y="0"/>
                        <a:pt x="80" y="0"/>
                      </a:cubicBezTo>
                      <a:cubicBezTo>
                        <a:pt x="79" y="0"/>
                        <a:pt x="77" y="1"/>
                        <a:pt x="75" y="1"/>
                      </a:cubicBezTo>
                      <a:cubicBezTo>
                        <a:pt x="31" y="1"/>
                        <a:pt x="31" y="1"/>
                        <a:pt x="31" y="1"/>
                      </a:cubicBezTo>
                      <a:cubicBezTo>
                        <a:pt x="29" y="1"/>
                        <a:pt x="28" y="0"/>
                        <a:pt x="26" y="0"/>
                      </a:cubicBezTo>
                      <a:cubicBezTo>
                        <a:pt x="26" y="141"/>
                        <a:pt x="26" y="141"/>
                        <a:pt x="26" y="141"/>
                      </a:cubicBezTo>
                      <a:cubicBezTo>
                        <a:pt x="26" y="143"/>
                        <a:pt x="24" y="145"/>
                        <a:pt x="21" y="145"/>
                      </a:cubicBezTo>
                      <a:cubicBezTo>
                        <a:pt x="7" y="145"/>
                        <a:pt x="7" y="145"/>
                        <a:pt x="7" y="145"/>
                      </a:cubicBezTo>
                      <a:cubicBezTo>
                        <a:pt x="3" y="145"/>
                        <a:pt x="0" y="148"/>
                        <a:pt x="0" y="152"/>
                      </a:cubicBezTo>
                      <a:cubicBezTo>
                        <a:pt x="0" y="177"/>
                        <a:pt x="0" y="177"/>
                        <a:pt x="0" y="177"/>
                      </a:cubicBezTo>
                      <a:cubicBezTo>
                        <a:pt x="0" y="179"/>
                        <a:pt x="1" y="180"/>
                        <a:pt x="3" y="182"/>
                      </a:cubicBezTo>
                      <a:cubicBezTo>
                        <a:pt x="49" y="223"/>
                        <a:pt x="49" y="223"/>
                        <a:pt x="49" y="223"/>
                      </a:cubicBezTo>
                      <a:cubicBezTo>
                        <a:pt x="51" y="225"/>
                        <a:pt x="55" y="225"/>
                        <a:pt x="57" y="223"/>
                      </a:cubicBezTo>
                      <a:cubicBezTo>
                        <a:pt x="103" y="182"/>
                        <a:pt x="103" y="182"/>
                        <a:pt x="103" y="182"/>
                      </a:cubicBezTo>
                      <a:cubicBezTo>
                        <a:pt x="104" y="180"/>
                        <a:pt x="105" y="179"/>
                        <a:pt x="105" y="177"/>
                      </a:cubicBezTo>
                      <a:cubicBezTo>
                        <a:pt x="105" y="152"/>
                        <a:pt x="105" y="152"/>
                        <a:pt x="105" y="152"/>
                      </a:cubicBezTo>
                      <a:cubicBezTo>
                        <a:pt x="105" y="148"/>
                        <a:pt x="102" y="145"/>
                        <a:pt x="99" y="145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717" name="Google Shape;237;p9"/>
                <p:cNvSpPr/>
                <p:nvPr/>
              </p:nvSpPr>
              <p:spPr>
                <a:xfrm>
                  <a:off x="90360" y="820080"/>
                  <a:ext cx="163440" cy="102240"/>
                </a:xfrm>
                <a:custGeom>
                  <a:avLst/>
                  <a:gdLst>
                    <a:gd name="textAreaLeft" fmla="*/ 0 w 163440"/>
                    <a:gd name="textAreaRight" fmla="*/ 163800 w 163440"/>
                    <a:gd name="textAreaTop" fmla="*/ 0 h 102240"/>
                    <a:gd name="textAreaBottom" fmla="*/ 102600 h 102240"/>
                  </a:gdLst>
                  <a:ahLst/>
                  <a:cxnLst/>
                  <a:rect l="textAreaLeft" t="textAreaTop" r="textAreaRight" b="textAreaBottom"/>
                  <a:pathLst>
                    <a:path w="208" h="130">
                      <a:moveTo>
                        <a:pt x="198" y="15"/>
                      </a:moveTo>
                      <a:cubicBezTo>
                        <a:pt x="198" y="6"/>
                        <a:pt x="198" y="6"/>
                        <a:pt x="198" y="6"/>
                      </a:cubicBezTo>
                      <a:cubicBezTo>
                        <a:pt x="194" y="4"/>
                        <a:pt x="191" y="2"/>
                        <a:pt x="187" y="0"/>
                      </a:cubicBezTo>
                      <a:cubicBezTo>
                        <a:pt x="180" y="4"/>
                        <a:pt x="180" y="4"/>
                        <a:pt x="180" y="4"/>
                      </a:cubicBezTo>
                      <a:cubicBezTo>
                        <a:pt x="174" y="8"/>
                        <a:pt x="166" y="9"/>
                        <a:pt x="158" y="8"/>
                      </a:cubicBezTo>
                      <a:cubicBezTo>
                        <a:pt x="158" y="18"/>
                        <a:pt x="158" y="18"/>
                        <a:pt x="158" y="18"/>
                      </a:cubicBezTo>
                      <a:cubicBezTo>
                        <a:pt x="158" y="36"/>
                        <a:pt x="143" y="51"/>
                        <a:pt x="125" y="51"/>
                      </a:cubicBezTo>
                      <a:cubicBezTo>
                        <a:pt x="85" y="51"/>
                        <a:pt x="85" y="51"/>
                        <a:pt x="85" y="51"/>
                      </a:cubicBezTo>
                      <a:cubicBezTo>
                        <a:pt x="83" y="51"/>
                        <a:pt x="81" y="49"/>
                        <a:pt x="81" y="46"/>
                      </a:cubicBezTo>
                      <a:cubicBezTo>
                        <a:pt x="81" y="32"/>
                        <a:pt x="81" y="32"/>
                        <a:pt x="81" y="32"/>
                      </a:cubicBezTo>
                      <a:cubicBezTo>
                        <a:pt x="81" y="28"/>
                        <a:pt x="78" y="25"/>
                        <a:pt x="74" y="25"/>
                      </a:cubicBezTo>
                      <a:cubicBezTo>
                        <a:pt x="49" y="25"/>
                        <a:pt x="49" y="25"/>
                        <a:pt x="49" y="25"/>
                      </a:cubicBezTo>
                      <a:cubicBezTo>
                        <a:pt x="47" y="25"/>
                        <a:pt x="46" y="26"/>
                        <a:pt x="44" y="28"/>
                      </a:cubicBezTo>
                      <a:cubicBezTo>
                        <a:pt x="3" y="73"/>
                        <a:pt x="3" y="73"/>
                        <a:pt x="3" y="73"/>
                      </a:cubicBezTo>
                      <a:cubicBezTo>
                        <a:pt x="0" y="76"/>
                        <a:pt x="0" y="80"/>
                        <a:pt x="3" y="82"/>
                      </a:cubicBezTo>
                      <a:cubicBezTo>
                        <a:pt x="44" y="128"/>
                        <a:pt x="44" y="128"/>
                        <a:pt x="44" y="128"/>
                      </a:cubicBezTo>
                      <a:cubicBezTo>
                        <a:pt x="46" y="129"/>
                        <a:pt x="47" y="130"/>
                        <a:pt x="49" y="130"/>
                      </a:cubicBezTo>
                      <a:cubicBezTo>
                        <a:pt x="74" y="130"/>
                        <a:pt x="74" y="130"/>
                        <a:pt x="74" y="130"/>
                      </a:cubicBezTo>
                      <a:cubicBezTo>
                        <a:pt x="78" y="130"/>
                        <a:pt x="81" y="127"/>
                        <a:pt x="81" y="123"/>
                      </a:cubicBezTo>
                      <a:cubicBezTo>
                        <a:pt x="81" y="109"/>
                        <a:pt x="81" y="109"/>
                        <a:pt x="81" y="109"/>
                      </a:cubicBezTo>
                      <a:cubicBezTo>
                        <a:pt x="81" y="107"/>
                        <a:pt x="83" y="105"/>
                        <a:pt x="85" y="105"/>
                      </a:cubicBezTo>
                      <a:cubicBezTo>
                        <a:pt x="118" y="105"/>
                        <a:pt x="118" y="105"/>
                        <a:pt x="118" y="105"/>
                      </a:cubicBezTo>
                      <a:cubicBezTo>
                        <a:pt x="160" y="105"/>
                        <a:pt x="196" y="77"/>
                        <a:pt x="208" y="40"/>
                      </a:cubicBezTo>
                      <a:cubicBezTo>
                        <a:pt x="202" y="33"/>
                        <a:pt x="198" y="25"/>
                        <a:pt x="198" y="15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718" name="Google Shape;238;p9"/>
                <p:cNvSpPr/>
                <p:nvPr/>
              </p:nvSpPr>
              <p:spPr>
                <a:xfrm>
                  <a:off x="331920" y="816120"/>
                  <a:ext cx="163800" cy="106560"/>
                </a:xfrm>
                <a:custGeom>
                  <a:avLst/>
                  <a:gdLst>
                    <a:gd name="textAreaLeft" fmla="*/ 0 w 163800"/>
                    <a:gd name="textAreaRight" fmla="*/ 164160 w 163800"/>
                    <a:gd name="textAreaTop" fmla="*/ 0 h 106560"/>
                    <a:gd name="textAreaBottom" fmla="*/ 106920 h 106560"/>
                  </a:gdLst>
                  <a:ahLst/>
                  <a:cxnLst/>
                  <a:rect l="textAreaLeft" t="textAreaTop" r="textAreaRight" b="textAreaBottom"/>
                  <a:pathLst>
                    <a:path w="208" h="135">
                      <a:moveTo>
                        <a:pt x="206" y="78"/>
                      </a:moveTo>
                      <a:cubicBezTo>
                        <a:pt x="164" y="33"/>
                        <a:pt x="164" y="33"/>
                        <a:pt x="164" y="33"/>
                      </a:cubicBezTo>
                      <a:cubicBezTo>
                        <a:pt x="163" y="31"/>
                        <a:pt x="161" y="30"/>
                        <a:pt x="159" y="30"/>
                      </a:cubicBezTo>
                      <a:cubicBezTo>
                        <a:pt x="134" y="30"/>
                        <a:pt x="134" y="30"/>
                        <a:pt x="134" y="30"/>
                      </a:cubicBezTo>
                      <a:cubicBezTo>
                        <a:pt x="131" y="30"/>
                        <a:pt x="128" y="33"/>
                        <a:pt x="128" y="37"/>
                      </a:cubicBezTo>
                      <a:cubicBezTo>
                        <a:pt x="128" y="51"/>
                        <a:pt x="128" y="51"/>
                        <a:pt x="128" y="51"/>
                      </a:cubicBezTo>
                      <a:cubicBezTo>
                        <a:pt x="128" y="54"/>
                        <a:pt x="126" y="56"/>
                        <a:pt x="123" y="56"/>
                      </a:cubicBezTo>
                      <a:cubicBezTo>
                        <a:pt x="84" y="56"/>
                        <a:pt x="84" y="56"/>
                        <a:pt x="84" y="56"/>
                      </a:cubicBezTo>
                      <a:cubicBezTo>
                        <a:pt x="65" y="56"/>
                        <a:pt x="50" y="41"/>
                        <a:pt x="50" y="23"/>
                      </a:cubicBezTo>
                      <a:cubicBezTo>
                        <a:pt x="50" y="7"/>
                        <a:pt x="50" y="7"/>
                        <a:pt x="50" y="7"/>
                      </a:cubicBezTo>
                      <a:cubicBezTo>
                        <a:pt x="45" y="7"/>
                        <a:pt x="40" y="6"/>
                        <a:pt x="35" y="4"/>
                      </a:cubicBezTo>
                      <a:cubicBezTo>
                        <a:pt x="28" y="0"/>
                        <a:pt x="28" y="0"/>
                        <a:pt x="28" y="0"/>
                      </a:cubicBezTo>
                      <a:cubicBezTo>
                        <a:pt x="22" y="4"/>
                        <a:pt x="16" y="8"/>
                        <a:pt x="10" y="11"/>
                      </a:cubicBezTo>
                      <a:cubicBezTo>
                        <a:pt x="10" y="20"/>
                        <a:pt x="10" y="20"/>
                        <a:pt x="10" y="20"/>
                      </a:cubicBezTo>
                      <a:cubicBezTo>
                        <a:pt x="10" y="30"/>
                        <a:pt x="6" y="38"/>
                        <a:pt x="0" y="45"/>
                      </a:cubicBezTo>
                      <a:cubicBezTo>
                        <a:pt x="12" y="82"/>
                        <a:pt x="48" y="110"/>
                        <a:pt x="90" y="110"/>
                      </a:cubicBezTo>
                      <a:cubicBezTo>
                        <a:pt x="123" y="110"/>
                        <a:pt x="123" y="110"/>
                        <a:pt x="123" y="110"/>
                      </a:cubicBezTo>
                      <a:cubicBezTo>
                        <a:pt x="126" y="110"/>
                        <a:pt x="128" y="112"/>
                        <a:pt x="128" y="114"/>
                      </a:cubicBezTo>
                      <a:cubicBezTo>
                        <a:pt x="128" y="128"/>
                        <a:pt x="128" y="128"/>
                        <a:pt x="128" y="128"/>
                      </a:cubicBezTo>
                      <a:cubicBezTo>
                        <a:pt x="128" y="132"/>
                        <a:pt x="131" y="135"/>
                        <a:pt x="134" y="135"/>
                      </a:cubicBezTo>
                      <a:cubicBezTo>
                        <a:pt x="159" y="135"/>
                        <a:pt x="159" y="135"/>
                        <a:pt x="159" y="135"/>
                      </a:cubicBezTo>
                      <a:cubicBezTo>
                        <a:pt x="161" y="135"/>
                        <a:pt x="163" y="134"/>
                        <a:pt x="164" y="133"/>
                      </a:cubicBezTo>
                      <a:cubicBezTo>
                        <a:pt x="206" y="87"/>
                        <a:pt x="206" y="87"/>
                        <a:pt x="206" y="87"/>
                      </a:cubicBezTo>
                      <a:cubicBezTo>
                        <a:pt x="208" y="85"/>
                        <a:pt x="208" y="81"/>
                        <a:pt x="206" y="78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</p:grpSp>
      </p:grpSp>
      <p:grpSp>
        <p:nvGrpSpPr>
          <p:cNvPr id="719" name="Google Shape;239;p9"/>
          <p:cNvGrpSpPr/>
          <p:nvPr/>
        </p:nvGrpSpPr>
        <p:grpSpPr>
          <a:xfrm>
            <a:off x="-1880280" y="-2238480"/>
            <a:ext cx="12746160" cy="9194040"/>
            <a:chOff x="-1880280" y="-2238480"/>
            <a:chExt cx="12746160" cy="9194040"/>
          </a:xfrm>
        </p:grpSpPr>
        <p:pic>
          <p:nvPicPr>
            <p:cNvPr id="720" name="Google Shape;240;p9"/>
            <p:cNvPicPr/>
            <p:nvPr/>
          </p:nvPicPr>
          <p:blipFill>
            <a:blip r:embed="rId5">
              <a:alphaModFix amt="50000"/>
            </a:blip>
            <a:stretch/>
          </p:blipFill>
          <p:spPr>
            <a:xfrm rot="17422200">
              <a:off x="6854400" y="-1707480"/>
              <a:ext cx="3541680" cy="34646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721" name="Google Shape;241;p9"/>
            <p:cNvPicPr/>
            <p:nvPr/>
          </p:nvPicPr>
          <p:blipFill>
            <a:blip r:embed="rId5">
              <a:alphaModFix amt="50000"/>
            </a:blip>
            <a:stretch/>
          </p:blipFill>
          <p:spPr>
            <a:xfrm rot="15480600">
              <a:off x="-1588320" y="3130920"/>
              <a:ext cx="3541680" cy="346464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722" name="PlaceHolder 1"/>
          <p:cNvSpPr>
            <a:spLocks noGrp="1"/>
          </p:cNvSpPr>
          <p:nvPr>
            <p:ph type="title"/>
          </p:nvPr>
        </p:nvSpPr>
        <p:spPr>
          <a:xfrm>
            <a:off x="2135520" y="1189080"/>
            <a:ext cx="4872600" cy="19641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6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  <p:transition spd="slow">
    <p:push dir="u"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push dir="u"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ONE_COLUMN_TEXT_1"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" name="Google Shape;421;p16"/>
          <p:cNvPicPr/>
          <p:nvPr/>
        </p:nvPicPr>
        <p:blipFill>
          <a:blip r:embed="rId2"/>
          <a:srcRect t="1844" r="1844"/>
          <a:stretch/>
        </p:blipFill>
        <p:spPr>
          <a:xfrm rot="10800000" flipH="1"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8" name="Google Shape;422;p16"/>
          <p:cNvPicPr/>
          <p:nvPr/>
        </p:nvPicPr>
        <p:blipFill>
          <a:blip r:embed="rId3"/>
          <a:srcRect l="7208" r="48305" b="45432"/>
          <a:stretch/>
        </p:blipFill>
        <p:spPr>
          <a:xfrm rot="10800000">
            <a:off x="7925040" y="-75960"/>
            <a:ext cx="1218960" cy="2854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9" name="Google Shape;423;p16"/>
          <p:cNvPicPr/>
          <p:nvPr/>
        </p:nvPicPr>
        <p:blipFill>
          <a:blip r:embed="rId4">
            <a:alphaModFix amt="50000"/>
          </a:blip>
          <a:stretch/>
        </p:blipFill>
        <p:spPr>
          <a:xfrm rot="4362600">
            <a:off x="6965280" y="2439360"/>
            <a:ext cx="3541680" cy="346464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170" name="Google Shape;424;p16"/>
          <p:cNvGrpSpPr/>
          <p:nvPr/>
        </p:nvGrpSpPr>
        <p:grpSpPr>
          <a:xfrm>
            <a:off x="-1080360" y="-464040"/>
            <a:ext cx="1963080" cy="2007000"/>
            <a:chOff x="-1080360" y="-464040"/>
            <a:chExt cx="1963080" cy="2007000"/>
          </a:xfrm>
        </p:grpSpPr>
        <p:pic>
          <p:nvPicPr>
            <p:cNvPr id="171" name="Google Shape;425;p16"/>
            <p:cNvPicPr/>
            <p:nvPr/>
          </p:nvPicPr>
          <p:blipFill>
            <a:blip r:embed="rId5">
              <a:alphaModFix amt="50000"/>
            </a:blip>
            <a:stretch/>
          </p:blipFill>
          <p:spPr>
            <a:xfrm rot="5400000" flipH="1">
              <a:off x="-1102320" y="-442080"/>
              <a:ext cx="2007000" cy="1963080"/>
            </a:xfrm>
            <a:prstGeom prst="rect">
              <a:avLst/>
            </a:prstGeom>
            <a:noFill/>
            <a:ln w="0">
              <a:noFill/>
            </a:ln>
          </p:spPr>
        </p:pic>
        <p:grpSp>
          <p:nvGrpSpPr>
            <p:cNvPr id="172" name="Google Shape;426;p16"/>
            <p:cNvGrpSpPr/>
            <p:nvPr/>
          </p:nvGrpSpPr>
          <p:grpSpPr>
            <a:xfrm>
              <a:off x="180360" y="344160"/>
              <a:ext cx="314280" cy="314640"/>
              <a:chOff x="180360" y="344160"/>
              <a:chExt cx="314280" cy="314640"/>
            </a:xfrm>
          </p:grpSpPr>
          <p:sp>
            <p:nvSpPr>
              <p:cNvPr id="173" name="Google Shape;427;p16"/>
              <p:cNvSpPr/>
              <p:nvPr/>
            </p:nvSpPr>
            <p:spPr>
              <a:xfrm>
                <a:off x="219600" y="374040"/>
                <a:ext cx="185760" cy="186480"/>
              </a:xfrm>
              <a:custGeom>
                <a:avLst/>
                <a:gdLst>
                  <a:gd name="textAreaLeft" fmla="*/ 0 w 185760"/>
                  <a:gd name="textAreaRight" fmla="*/ 186120 w 185760"/>
                  <a:gd name="textAreaTop" fmla="*/ 0 h 186480"/>
                  <a:gd name="textAreaBottom" fmla="*/ 186840 h 186480"/>
                </a:gdLst>
                <a:ahLst/>
                <a:cxnLst/>
                <a:rect l="textAreaLeft" t="textAreaTop" r="textAreaRight" b="textAreaBottom"/>
                <a:pathLst>
                  <a:path w="306" h="307">
                    <a:moveTo>
                      <a:pt x="23" y="169"/>
                    </a:moveTo>
                    <a:cubicBezTo>
                      <a:pt x="0" y="169"/>
                      <a:pt x="0" y="169"/>
                      <a:pt x="0" y="169"/>
                    </a:cubicBezTo>
                    <a:cubicBezTo>
                      <a:pt x="7" y="242"/>
                      <a:pt x="65" y="299"/>
                      <a:pt x="137" y="307"/>
                    </a:cubicBezTo>
                    <a:cubicBezTo>
                      <a:pt x="137" y="284"/>
                      <a:pt x="137" y="284"/>
                      <a:pt x="137" y="284"/>
                    </a:cubicBezTo>
                    <a:cubicBezTo>
                      <a:pt x="138" y="263"/>
                      <a:pt x="168" y="263"/>
                      <a:pt x="168" y="284"/>
                    </a:cubicBezTo>
                    <a:cubicBezTo>
                      <a:pt x="168" y="307"/>
                      <a:pt x="168" y="307"/>
                      <a:pt x="168" y="307"/>
                    </a:cubicBezTo>
                    <a:cubicBezTo>
                      <a:pt x="241" y="299"/>
                      <a:pt x="299" y="242"/>
                      <a:pt x="306" y="169"/>
                    </a:cubicBezTo>
                    <a:cubicBezTo>
                      <a:pt x="283" y="169"/>
                      <a:pt x="283" y="169"/>
                      <a:pt x="283" y="169"/>
                    </a:cubicBezTo>
                    <a:cubicBezTo>
                      <a:pt x="262" y="168"/>
                      <a:pt x="262" y="139"/>
                      <a:pt x="283" y="138"/>
                    </a:cubicBezTo>
                    <a:cubicBezTo>
                      <a:pt x="306" y="138"/>
                      <a:pt x="306" y="138"/>
                      <a:pt x="306" y="138"/>
                    </a:cubicBezTo>
                    <a:cubicBezTo>
                      <a:pt x="299" y="65"/>
                      <a:pt x="241" y="8"/>
                      <a:pt x="168" y="0"/>
                    </a:cubicBezTo>
                    <a:cubicBezTo>
                      <a:pt x="168" y="24"/>
                      <a:pt x="168" y="24"/>
                      <a:pt x="168" y="24"/>
                    </a:cubicBezTo>
                    <a:cubicBezTo>
                      <a:pt x="167" y="44"/>
                      <a:pt x="138" y="44"/>
                      <a:pt x="137" y="24"/>
                    </a:cubicBezTo>
                    <a:cubicBezTo>
                      <a:pt x="137" y="0"/>
                      <a:pt x="137" y="0"/>
                      <a:pt x="137" y="0"/>
                    </a:cubicBezTo>
                    <a:cubicBezTo>
                      <a:pt x="65" y="8"/>
                      <a:pt x="7" y="65"/>
                      <a:pt x="0" y="138"/>
                    </a:cubicBezTo>
                    <a:cubicBezTo>
                      <a:pt x="23" y="138"/>
                      <a:pt x="23" y="138"/>
                      <a:pt x="23" y="138"/>
                    </a:cubicBezTo>
                    <a:cubicBezTo>
                      <a:pt x="43" y="139"/>
                      <a:pt x="43" y="168"/>
                      <a:pt x="23" y="169"/>
                    </a:cubicBezTo>
                    <a:close/>
                    <a:moveTo>
                      <a:pt x="103" y="138"/>
                    </a:moveTo>
                    <a:cubicBezTo>
                      <a:pt x="109" y="138"/>
                      <a:pt x="109" y="138"/>
                      <a:pt x="109" y="138"/>
                    </a:cubicBezTo>
                    <a:cubicBezTo>
                      <a:pt x="116" y="107"/>
                      <a:pt x="144" y="84"/>
                      <a:pt x="177" y="84"/>
                    </a:cubicBezTo>
                    <a:cubicBezTo>
                      <a:pt x="186" y="84"/>
                      <a:pt x="193" y="91"/>
                      <a:pt x="193" y="99"/>
                    </a:cubicBezTo>
                    <a:cubicBezTo>
                      <a:pt x="193" y="108"/>
                      <a:pt x="186" y="115"/>
                      <a:pt x="177" y="115"/>
                    </a:cubicBezTo>
                    <a:cubicBezTo>
                      <a:pt x="161" y="115"/>
                      <a:pt x="147" y="124"/>
                      <a:pt x="141" y="138"/>
                    </a:cubicBezTo>
                    <a:cubicBezTo>
                      <a:pt x="177" y="138"/>
                      <a:pt x="177" y="138"/>
                      <a:pt x="177" y="138"/>
                    </a:cubicBezTo>
                    <a:cubicBezTo>
                      <a:pt x="198" y="139"/>
                      <a:pt x="198" y="169"/>
                      <a:pt x="177" y="170"/>
                    </a:cubicBezTo>
                    <a:cubicBezTo>
                      <a:pt x="141" y="170"/>
                      <a:pt x="141" y="170"/>
                      <a:pt x="141" y="170"/>
                    </a:cubicBezTo>
                    <a:cubicBezTo>
                      <a:pt x="147" y="183"/>
                      <a:pt x="161" y="193"/>
                      <a:pt x="177" y="193"/>
                    </a:cubicBezTo>
                    <a:cubicBezTo>
                      <a:pt x="186" y="193"/>
                      <a:pt x="193" y="200"/>
                      <a:pt x="193" y="209"/>
                    </a:cubicBezTo>
                    <a:cubicBezTo>
                      <a:pt x="193" y="217"/>
                      <a:pt x="186" y="224"/>
                      <a:pt x="177" y="224"/>
                    </a:cubicBezTo>
                    <a:cubicBezTo>
                      <a:pt x="144" y="224"/>
                      <a:pt x="116" y="201"/>
                      <a:pt x="109" y="170"/>
                    </a:cubicBezTo>
                    <a:cubicBezTo>
                      <a:pt x="103" y="170"/>
                      <a:pt x="103" y="170"/>
                      <a:pt x="103" y="170"/>
                    </a:cubicBezTo>
                    <a:cubicBezTo>
                      <a:pt x="82" y="169"/>
                      <a:pt x="82" y="139"/>
                      <a:pt x="103" y="138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74" name="Google Shape;428;p16"/>
              <p:cNvSpPr/>
              <p:nvPr/>
            </p:nvSpPr>
            <p:spPr>
              <a:xfrm>
                <a:off x="180360" y="344160"/>
                <a:ext cx="314280" cy="314640"/>
              </a:xfrm>
              <a:custGeom>
                <a:avLst/>
                <a:gdLst>
                  <a:gd name="textAreaLeft" fmla="*/ 0 w 314280"/>
                  <a:gd name="textAreaRight" fmla="*/ 314640 w 314280"/>
                  <a:gd name="textAreaTop" fmla="*/ 0 h 314640"/>
                  <a:gd name="textAreaBottom" fmla="*/ 315000 h 314640"/>
                </a:gdLst>
                <a:ahLst/>
                <a:cxnLst/>
                <a:rect l="textAreaLeft" t="textAreaTop" r="textAreaRight" b="textAreaBottom"/>
                <a:pathLst>
                  <a:path w="517" h="517">
                    <a:moveTo>
                      <a:pt x="497" y="487"/>
                    </a:moveTo>
                    <a:cubicBezTo>
                      <a:pt x="30" y="487"/>
                      <a:pt x="30" y="487"/>
                      <a:pt x="30" y="487"/>
                    </a:cubicBezTo>
                    <a:cubicBezTo>
                      <a:pt x="30" y="453"/>
                      <a:pt x="30" y="453"/>
                      <a:pt x="30" y="453"/>
                    </a:cubicBezTo>
                    <a:cubicBezTo>
                      <a:pt x="208" y="453"/>
                      <a:pt x="208" y="453"/>
                      <a:pt x="208" y="453"/>
                    </a:cubicBezTo>
                    <a:cubicBezTo>
                      <a:pt x="350" y="453"/>
                      <a:pt x="468" y="342"/>
                      <a:pt x="475" y="200"/>
                    </a:cubicBezTo>
                    <a:cubicBezTo>
                      <a:pt x="479" y="129"/>
                      <a:pt x="479" y="129"/>
                      <a:pt x="479" y="129"/>
                    </a:cubicBezTo>
                    <a:cubicBezTo>
                      <a:pt x="485" y="136"/>
                      <a:pt x="485" y="136"/>
                      <a:pt x="485" y="136"/>
                    </a:cubicBezTo>
                    <a:cubicBezTo>
                      <a:pt x="488" y="140"/>
                      <a:pt x="492" y="141"/>
                      <a:pt x="497" y="141"/>
                    </a:cubicBezTo>
                    <a:cubicBezTo>
                      <a:pt x="500" y="141"/>
                      <a:pt x="504" y="140"/>
                      <a:pt x="506" y="137"/>
                    </a:cubicBezTo>
                    <a:cubicBezTo>
                      <a:pt x="513" y="132"/>
                      <a:pt x="513" y="122"/>
                      <a:pt x="508" y="116"/>
                    </a:cubicBezTo>
                    <a:cubicBezTo>
                      <a:pt x="477" y="82"/>
                      <a:pt x="477" y="82"/>
                      <a:pt x="477" y="82"/>
                    </a:cubicBezTo>
                    <a:cubicBezTo>
                      <a:pt x="472" y="77"/>
                      <a:pt x="462" y="75"/>
                      <a:pt x="456" y="81"/>
                    </a:cubicBezTo>
                    <a:cubicBezTo>
                      <a:pt x="424" y="110"/>
                      <a:pt x="424" y="110"/>
                      <a:pt x="424" y="110"/>
                    </a:cubicBezTo>
                    <a:cubicBezTo>
                      <a:pt x="410" y="124"/>
                      <a:pt x="429" y="145"/>
                      <a:pt x="444" y="132"/>
                    </a:cubicBezTo>
                    <a:cubicBezTo>
                      <a:pt x="449" y="128"/>
                      <a:pt x="449" y="128"/>
                      <a:pt x="449" y="128"/>
                    </a:cubicBezTo>
                    <a:cubicBezTo>
                      <a:pt x="445" y="198"/>
                      <a:pt x="445" y="198"/>
                      <a:pt x="445" y="198"/>
                    </a:cubicBezTo>
                    <a:cubicBezTo>
                      <a:pt x="439" y="324"/>
                      <a:pt x="334" y="423"/>
                      <a:pt x="208" y="423"/>
                    </a:cubicBezTo>
                    <a:cubicBezTo>
                      <a:pt x="30" y="423"/>
                      <a:pt x="30" y="423"/>
                      <a:pt x="30" y="423"/>
                    </a:cubicBezTo>
                    <a:cubicBezTo>
                      <a:pt x="30" y="20"/>
                      <a:pt x="30" y="20"/>
                      <a:pt x="30" y="20"/>
                    </a:cubicBezTo>
                    <a:cubicBezTo>
                      <a:pt x="29" y="0"/>
                      <a:pt x="0" y="0"/>
                      <a:pt x="0" y="20"/>
                    </a:cubicBezTo>
                    <a:cubicBezTo>
                      <a:pt x="0" y="502"/>
                      <a:pt x="0" y="502"/>
                      <a:pt x="0" y="502"/>
                    </a:cubicBezTo>
                    <a:cubicBezTo>
                      <a:pt x="0" y="510"/>
                      <a:pt x="6" y="517"/>
                      <a:pt x="15" y="517"/>
                    </a:cubicBezTo>
                    <a:cubicBezTo>
                      <a:pt x="497" y="517"/>
                      <a:pt x="497" y="517"/>
                      <a:pt x="497" y="517"/>
                    </a:cubicBezTo>
                    <a:cubicBezTo>
                      <a:pt x="517" y="516"/>
                      <a:pt x="517" y="487"/>
                      <a:pt x="497" y="487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75" name="Google Shape;429;p16"/>
            <p:cNvGrpSpPr/>
            <p:nvPr/>
          </p:nvGrpSpPr>
          <p:grpSpPr>
            <a:xfrm>
              <a:off x="149760" y="954360"/>
              <a:ext cx="375480" cy="388080"/>
              <a:chOff x="149760" y="954360"/>
              <a:chExt cx="375480" cy="388080"/>
            </a:xfrm>
          </p:grpSpPr>
          <p:sp>
            <p:nvSpPr>
              <p:cNvPr id="176" name="Google Shape;430;p16"/>
              <p:cNvSpPr/>
              <p:nvPr/>
            </p:nvSpPr>
            <p:spPr>
              <a:xfrm>
                <a:off x="149760" y="954360"/>
                <a:ext cx="375480" cy="245160"/>
              </a:xfrm>
              <a:custGeom>
                <a:avLst/>
                <a:gdLst>
                  <a:gd name="textAreaLeft" fmla="*/ 0 w 375480"/>
                  <a:gd name="textAreaRight" fmla="*/ 375840 w 375480"/>
                  <a:gd name="textAreaTop" fmla="*/ 0 h 245160"/>
                  <a:gd name="textAreaBottom" fmla="*/ 245520 h 245160"/>
                </a:gdLst>
                <a:ahLst/>
                <a:cxnLst/>
                <a:rect l="textAreaLeft" t="textAreaTop" r="textAreaRight" b="textAreaBottom"/>
                <a:pathLst>
                  <a:path w="511" h="334">
                    <a:moveTo>
                      <a:pt x="470" y="187"/>
                    </a:moveTo>
                    <a:cubicBezTo>
                      <a:pt x="462" y="183"/>
                      <a:pt x="459" y="175"/>
                      <a:pt x="462" y="167"/>
                    </a:cubicBezTo>
                    <a:cubicBezTo>
                      <a:pt x="481" y="118"/>
                      <a:pt x="444" y="63"/>
                      <a:pt x="391" y="63"/>
                    </a:cubicBezTo>
                    <a:cubicBezTo>
                      <a:pt x="381" y="62"/>
                      <a:pt x="371" y="64"/>
                      <a:pt x="361" y="68"/>
                    </a:cubicBezTo>
                    <a:cubicBezTo>
                      <a:pt x="353" y="71"/>
                      <a:pt x="344" y="68"/>
                      <a:pt x="341" y="60"/>
                    </a:cubicBezTo>
                    <a:cubicBezTo>
                      <a:pt x="314" y="1"/>
                      <a:pt x="229" y="0"/>
                      <a:pt x="201" y="59"/>
                    </a:cubicBezTo>
                    <a:cubicBezTo>
                      <a:pt x="198" y="67"/>
                      <a:pt x="189" y="70"/>
                      <a:pt x="181" y="67"/>
                    </a:cubicBezTo>
                    <a:cubicBezTo>
                      <a:pt x="173" y="64"/>
                      <a:pt x="163" y="63"/>
                      <a:pt x="154" y="63"/>
                    </a:cubicBezTo>
                    <a:cubicBezTo>
                      <a:pt x="112" y="63"/>
                      <a:pt x="78" y="98"/>
                      <a:pt x="78" y="140"/>
                    </a:cubicBezTo>
                    <a:cubicBezTo>
                      <a:pt x="78" y="149"/>
                      <a:pt x="80" y="158"/>
                      <a:pt x="83" y="167"/>
                    </a:cubicBezTo>
                    <a:cubicBezTo>
                      <a:pt x="86" y="175"/>
                      <a:pt x="82" y="184"/>
                      <a:pt x="75" y="187"/>
                    </a:cubicBezTo>
                    <a:cubicBezTo>
                      <a:pt x="0" y="225"/>
                      <a:pt x="26" y="332"/>
                      <a:pt x="109" y="334"/>
                    </a:cubicBezTo>
                    <a:cubicBezTo>
                      <a:pt x="177" y="334"/>
                      <a:pt x="177" y="334"/>
                      <a:pt x="177" y="334"/>
                    </a:cubicBezTo>
                    <a:cubicBezTo>
                      <a:pt x="271" y="330"/>
                      <a:pt x="271" y="196"/>
                      <a:pt x="177" y="192"/>
                    </a:cubicBezTo>
                    <a:cubicBezTo>
                      <a:pt x="168" y="192"/>
                      <a:pt x="161" y="185"/>
                      <a:pt x="161" y="176"/>
                    </a:cubicBezTo>
                    <a:cubicBezTo>
                      <a:pt x="161" y="167"/>
                      <a:pt x="168" y="160"/>
                      <a:pt x="177" y="160"/>
                    </a:cubicBezTo>
                    <a:cubicBezTo>
                      <a:pt x="228" y="160"/>
                      <a:pt x="271" y="198"/>
                      <a:pt x="278" y="247"/>
                    </a:cubicBezTo>
                    <a:cubicBezTo>
                      <a:pt x="353" y="247"/>
                      <a:pt x="353" y="247"/>
                      <a:pt x="353" y="247"/>
                    </a:cubicBezTo>
                    <a:cubicBezTo>
                      <a:pt x="367" y="247"/>
                      <a:pt x="379" y="235"/>
                      <a:pt x="379" y="221"/>
                    </a:cubicBezTo>
                    <a:cubicBezTo>
                      <a:pt x="379" y="207"/>
                      <a:pt x="367" y="195"/>
                      <a:pt x="353" y="195"/>
                    </a:cubicBezTo>
                    <a:cubicBezTo>
                      <a:pt x="332" y="194"/>
                      <a:pt x="332" y="164"/>
                      <a:pt x="353" y="163"/>
                    </a:cubicBezTo>
                    <a:cubicBezTo>
                      <a:pt x="430" y="166"/>
                      <a:pt x="430" y="276"/>
                      <a:pt x="353" y="279"/>
                    </a:cubicBezTo>
                    <a:cubicBezTo>
                      <a:pt x="278" y="279"/>
                      <a:pt x="278" y="279"/>
                      <a:pt x="278" y="279"/>
                    </a:cubicBezTo>
                    <a:cubicBezTo>
                      <a:pt x="275" y="300"/>
                      <a:pt x="265" y="319"/>
                      <a:pt x="251" y="334"/>
                    </a:cubicBezTo>
                    <a:cubicBezTo>
                      <a:pt x="257" y="334"/>
                      <a:pt x="257" y="334"/>
                      <a:pt x="257" y="334"/>
                    </a:cubicBezTo>
                    <a:cubicBezTo>
                      <a:pt x="258" y="334"/>
                      <a:pt x="258" y="334"/>
                      <a:pt x="259" y="334"/>
                    </a:cubicBezTo>
                    <a:cubicBezTo>
                      <a:pt x="432" y="334"/>
                      <a:pt x="432" y="334"/>
                      <a:pt x="432" y="334"/>
                    </a:cubicBezTo>
                    <a:cubicBezTo>
                      <a:pt x="453" y="334"/>
                      <a:pt x="473" y="326"/>
                      <a:pt x="488" y="311"/>
                    </a:cubicBezTo>
                    <a:cubicBezTo>
                      <a:pt x="503" y="296"/>
                      <a:pt x="511" y="276"/>
                      <a:pt x="511" y="255"/>
                    </a:cubicBezTo>
                    <a:cubicBezTo>
                      <a:pt x="511" y="226"/>
                      <a:pt x="495" y="200"/>
                      <a:pt x="470" y="187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77" name="Google Shape;431;p16"/>
              <p:cNvSpPr/>
              <p:nvPr/>
            </p:nvSpPr>
            <p:spPr>
              <a:xfrm>
                <a:off x="412560" y="1293480"/>
                <a:ext cx="46800" cy="48960"/>
              </a:xfrm>
              <a:custGeom>
                <a:avLst/>
                <a:gdLst>
                  <a:gd name="textAreaLeft" fmla="*/ 0 w 46800"/>
                  <a:gd name="textAreaRight" fmla="*/ 47160 w 46800"/>
                  <a:gd name="textAreaTop" fmla="*/ 0 h 48960"/>
                  <a:gd name="textAreaBottom" fmla="*/ 49320 h 48960"/>
                </a:gdLst>
                <a:ahLst/>
                <a:cxnLst/>
                <a:rect l="textAreaLeft" t="textAreaTop" r="textAreaRight" b="textAreaBottom"/>
                <a:pathLst>
                  <a:path w="64" h="67">
                    <a:moveTo>
                      <a:pt x="63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35"/>
                      <a:pt x="0" y="35"/>
                      <a:pt x="0" y="35"/>
                    </a:cubicBezTo>
                    <a:cubicBezTo>
                      <a:pt x="0" y="52"/>
                      <a:pt x="14" y="67"/>
                      <a:pt x="32" y="67"/>
                    </a:cubicBezTo>
                    <a:cubicBezTo>
                      <a:pt x="57" y="67"/>
                      <a:pt x="57" y="67"/>
                      <a:pt x="57" y="67"/>
                    </a:cubicBezTo>
                    <a:cubicBezTo>
                      <a:pt x="61" y="67"/>
                      <a:pt x="64" y="63"/>
                      <a:pt x="64" y="59"/>
                    </a:cubicBezTo>
                    <a:cubicBezTo>
                      <a:pt x="64" y="0"/>
                      <a:pt x="64" y="0"/>
                      <a:pt x="64" y="0"/>
                    </a:cubicBezTo>
                    <a:cubicBezTo>
                      <a:pt x="64" y="0"/>
                      <a:pt x="64" y="0"/>
                      <a:pt x="63" y="0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4480" bIns="2448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78" name="Google Shape;432;p16"/>
              <p:cNvSpPr/>
              <p:nvPr/>
            </p:nvSpPr>
            <p:spPr>
              <a:xfrm>
                <a:off x="352800" y="1218240"/>
                <a:ext cx="142920" cy="51480"/>
              </a:xfrm>
              <a:custGeom>
                <a:avLst/>
                <a:gdLst>
                  <a:gd name="textAreaLeft" fmla="*/ 0 w 142920"/>
                  <a:gd name="textAreaRight" fmla="*/ 143280 w 142920"/>
                  <a:gd name="textAreaTop" fmla="*/ 0 h 51480"/>
                  <a:gd name="textAreaBottom" fmla="*/ 51840 h 51480"/>
                </a:gdLst>
                <a:ahLst/>
                <a:cxnLst/>
                <a:rect l="textAreaLeft" t="textAreaTop" r="textAreaRight" b="textAreaBottom"/>
                <a:pathLst>
                  <a:path w="195" h="70">
                    <a:moveTo>
                      <a:pt x="195" y="19"/>
                    </a:moveTo>
                    <a:cubicBezTo>
                      <a:pt x="195" y="0"/>
                      <a:pt x="195" y="0"/>
                      <a:pt x="195" y="0"/>
                    </a:cubicBezTo>
                    <a:cubicBezTo>
                      <a:pt x="183" y="5"/>
                      <a:pt x="170" y="7"/>
                      <a:pt x="156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7" y="43"/>
                      <a:pt x="39" y="70"/>
                      <a:pt x="77" y="70"/>
                    </a:cubicBezTo>
                    <a:cubicBezTo>
                      <a:pt x="144" y="70"/>
                      <a:pt x="144" y="70"/>
                      <a:pt x="144" y="70"/>
                    </a:cubicBezTo>
                    <a:cubicBezTo>
                      <a:pt x="172" y="70"/>
                      <a:pt x="195" y="47"/>
                      <a:pt x="195" y="19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5920" bIns="2592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sp>
        <p:nvSpPr>
          <p:cNvPr id="179" name="PlaceHolder 1"/>
          <p:cNvSpPr>
            <a:spLocks noGrp="1"/>
          </p:cNvSpPr>
          <p:nvPr>
            <p:ph type="title"/>
          </p:nvPr>
        </p:nvSpPr>
        <p:spPr>
          <a:xfrm>
            <a:off x="713160" y="878760"/>
            <a:ext cx="3983400" cy="1027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80" name="PlaceHolder 2"/>
          <p:cNvSpPr>
            <a:spLocks noGrp="1"/>
          </p:cNvSpPr>
          <p:nvPr>
            <p:ph type="body"/>
          </p:nvPr>
        </p:nvSpPr>
        <p:spPr>
          <a:xfrm>
            <a:off x="5009760" y="0"/>
            <a:ext cx="4133880" cy="5143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  <p:transition spd="slow">
    <p:push dir="u"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7"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7" name="Google Shape;529;p19"/>
          <p:cNvPicPr/>
          <p:nvPr/>
        </p:nvPicPr>
        <p:blipFill>
          <a:blip r:embed="rId2"/>
          <a:srcRect t="1844" r="1844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58" name="Google Shape;530;p19"/>
          <p:cNvPicPr/>
          <p:nvPr/>
        </p:nvPicPr>
        <p:blipFill>
          <a:blip r:embed="rId3"/>
          <a:srcRect l="7208" r="48305" b="45432"/>
          <a:stretch/>
        </p:blipFill>
        <p:spPr>
          <a:xfrm flipH="1">
            <a:off x="7925040" y="2289240"/>
            <a:ext cx="1218960" cy="2854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59" name="Google Shape;531;p19"/>
          <p:cNvPicPr/>
          <p:nvPr/>
        </p:nvPicPr>
        <p:blipFill>
          <a:blip r:embed="rId4">
            <a:alphaModFix amt="50000"/>
          </a:blip>
          <a:stretch/>
        </p:blipFill>
        <p:spPr>
          <a:xfrm rot="12280200" flipH="1">
            <a:off x="-2127240" y="-1840680"/>
            <a:ext cx="3541680" cy="346464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260" name="Google Shape;532;p19"/>
          <p:cNvGrpSpPr/>
          <p:nvPr/>
        </p:nvGrpSpPr>
        <p:grpSpPr>
          <a:xfrm>
            <a:off x="7748280" y="-749880"/>
            <a:ext cx="1963080" cy="2057760"/>
            <a:chOff x="7748280" y="-749880"/>
            <a:chExt cx="1963080" cy="2057760"/>
          </a:xfrm>
        </p:grpSpPr>
        <p:pic>
          <p:nvPicPr>
            <p:cNvPr id="261" name="Google Shape;533;p19"/>
            <p:cNvPicPr/>
            <p:nvPr/>
          </p:nvPicPr>
          <p:blipFill>
            <a:blip r:embed="rId5">
              <a:alphaModFix amt="50000"/>
            </a:blip>
            <a:stretch/>
          </p:blipFill>
          <p:spPr>
            <a:xfrm rot="16200000">
              <a:off x="7726320" y="-727920"/>
              <a:ext cx="2007000" cy="1963080"/>
            </a:xfrm>
            <a:prstGeom prst="rect">
              <a:avLst/>
            </a:prstGeom>
            <a:noFill/>
            <a:ln w="0">
              <a:noFill/>
            </a:ln>
          </p:spPr>
        </p:pic>
        <p:grpSp>
          <p:nvGrpSpPr>
            <p:cNvPr id="262" name="Google Shape;534;p19"/>
            <p:cNvGrpSpPr/>
            <p:nvPr/>
          </p:nvGrpSpPr>
          <p:grpSpPr>
            <a:xfrm>
              <a:off x="8696880" y="990720"/>
              <a:ext cx="344520" cy="317160"/>
              <a:chOff x="8696880" y="990720"/>
              <a:chExt cx="344520" cy="317160"/>
            </a:xfrm>
          </p:grpSpPr>
          <p:sp>
            <p:nvSpPr>
              <p:cNvPr id="263" name="Google Shape;535;p19"/>
              <p:cNvSpPr/>
              <p:nvPr/>
            </p:nvSpPr>
            <p:spPr>
              <a:xfrm>
                <a:off x="8811720" y="1044720"/>
                <a:ext cx="148320" cy="149040"/>
              </a:xfrm>
              <a:custGeom>
                <a:avLst/>
                <a:gdLst>
                  <a:gd name="textAreaLeft" fmla="*/ 0 w 148320"/>
                  <a:gd name="textAreaRight" fmla="*/ 148680 w 148320"/>
                  <a:gd name="textAreaTop" fmla="*/ 0 h 149040"/>
                  <a:gd name="textAreaBottom" fmla="*/ 149400 h 149040"/>
                </a:gdLst>
                <a:ahLst/>
                <a:cxnLst/>
                <a:rect l="textAreaLeft" t="textAreaTop" r="textAreaRight" b="textAreaBottom"/>
                <a:pathLst>
                  <a:path w="251" h="252">
                    <a:moveTo>
                      <a:pt x="197" y="142"/>
                    </a:moveTo>
                    <a:cubicBezTo>
                      <a:pt x="176" y="141"/>
                      <a:pt x="176" y="110"/>
                      <a:pt x="197" y="110"/>
                    </a:cubicBezTo>
                    <a:cubicBezTo>
                      <a:pt x="251" y="109"/>
                      <a:pt x="251" y="109"/>
                      <a:pt x="251" y="109"/>
                    </a:cubicBezTo>
                    <a:cubicBezTo>
                      <a:pt x="245" y="55"/>
                      <a:pt x="197" y="6"/>
                      <a:pt x="142" y="0"/>
                    </a:cubicBezTo>
                    <a:cubicBezTo>
                      <a:pt x="141" y="54"/>
                      <a:pt x="141" y="54"/>
                      <a:pt x="141" y="54"/>
                    </a:cubicBezTo>
                    <a:cubicBezTo>
                      <a:pt x="141" y="63"/>
                      <a:pt x="134" y="70"/>
                      <a:pt x="125" y="70"/>
                    </a:cubicBezTo>
                    <a:cubicBezTo>
                      <a:pt x="125" y="70"/>
                      <a:pt x="125" y="70"/>
                      <a:pt x="125" y="70"/>
                    </a:cubicBezTo>
                    <a:cubicBezTo>
                      <a:pt x="116" y="70"/>
                      <a:pt x="109" y="63"/>
                      <a:pt x="109" y="54"/>
                    </a:cubicBezTo>
                    <a:cubicBezTo>
                      <a:pt x="109" y="0"/>
                      <a:pt x="109" y="0"/>
                      <a:pt x="109" y="0"/>
                    </a:cubicBezTo>
                    <a:cubicBezTo>
                      <a:pt x="53" y="6"/>
                      <a:pt x="5" y="55"/>
                      <a:pt x="0" y="110"/>
                    </a:cubicBezTo>
                    <a:cubicBezTo>
                      <a:pt x="53" y="110"/>
                      <a:pt x="53" y="110"/>
                      <a:pt x="53" y="110"/>
                    </a:cubicBezTo>
                    <a:cubicBezTo>
                      <a:pt x="53" y="110"/>
                      <a:pt x="53" y="110"/>
                      <a:pt x="53" y="110"/>
                    </a:cubicBezTo>
                    <a:cubicBezTo>
                      <a:pt x="74" y="111"/>
                      <a:pt x="74" y="141"/>
                      <a:pt x="53" y="142"/>
                    </a:cubicBezTo>
                    <a:cubicBezTo>
                      <a:pt x="0" y="142"/>
                      <a:pt x="0" y="142"/>
                      <a:pt x="0" y="142"/>
                    </a:cubicBezTo>
                    <a:cubicBezTo>
                      <a:pt x="5" y="197"/>
                      <a:pt x="53" y="246"/>
                      <a:pt x="109" y="252"/>
                    </a:cubicBezTo>
                    <a:cubicBezTo>
                      <a:pt x="109" y="198"/>
                      <a:pt x="109" y="198"/>
                      <a:pt x="109" y="198"/>
                    </a:cubicBezTo>
                    <a:cubicBezTo>
                      <a:pt x="109" y="189"/>
                      <a:pt x="116" y="182"/>
                      <a:pt x="125" y="182"/>
                    </a:cubicBezTo>
                    <a:cubicBezTo>
                      <a:pt x="125" y="182"/>
                      <a:pt x="125" y="182"/>
                      <a:pt x="125" y="182"/>
                    </a:cubicBezTo>
                    <a:cubicBezTo>
                      <a:pt x="134" y="182"/>
                      <a:pt x="141" y="189"/>
                      <a:pt x="141" y="198"/>
                    </a:cubicBezTo>
                    <a:cubicBezTo>
                      <a:pt x="141" y="252"/>
                      <a:pt x="141" y="252"/>
                      <a:pt x="141" y="252"/>
                    </a:cubicBezTo>
                    <a:cubicBezTo>
                      <a:pt x="197" y="246"/>
                      <a:pt x="245" y="197"/>
                      <a:pt x="251" y="142"/>
                    </a:cubicBezTo>
                    <a:cubicBezTo>
                      <a:pt x="197" y="142"/>
                      <a:pt x="197" y="142"/>
                      <a:pt x="197" y="142"/>
                    </a:cubicBezTo>
                    <a:cubicBezTo>
                      <a:pt x="197" y="142"/>
                      <a:pt x="197" y="142"/>
                      <a:pt x="197" y="142"/>
                    </a:cubicBezTo>
                    <a:close/>
                    <a:moveTo>
                      <a:pt x="125" y="142"/>
                    </a:moveTo>
                    <a:cubicBezTo>
                      <a:pt x="104" y="141"/>
                      <a:pt x="104" y="111"/>
                      <a:pt x="125" y="110"/>
                    </a:cubicBezTo>
                    <a:cubicBezTo>
                      <a:pt x="147" y="110"/>
                      <a:pt x="147" y="141"/>
                      <a:pt x="125" y="142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64" name="Google Shape;536;p19"/>
              <p:cNvSpPr/>
              <p:nvPr/>
            </p:nvSpPr>
            <p:spPr>
              <a:xfrm>
                <a:off x="8696880" y="1229400"/>
                <a:ext cx="77760" cy="78480"/>
              </a:xfrm>
              <a:custGeom>
                <a:avLst/>
                <a:gdLst>
                  <a:gd name="textAreaLeft" fmla="*/ 0 w 77760"/>
                  <a:gd name="textAreaRight" fmla="*/ 78120 w 77760"/>
                  <a:gd name="textAreaTop" fmla="*/ 0 h 78480"/>
                  <a:gd name="textAreaBottom" fmla="*/ 78840 h 78480"/>
                </a:gdLst>
                <a:ahLst/>
                <a:cxnLst/>
                <a:rect l="textAreaLeft" t="textAreaTop" r="textAreaRight" b="textAreaBottom"/>
                <a:pathLst>
                  <a:path w="132" h="133">
                    <a:moveTo>
                      <a:pt x="75" y="0"/>
                    </a:moveTo>
                    <a:cubicBezTo>
                      <a:pt x="15" y="60"/>
                      <a:pt x="15" y="60"/>
                      <a:pt x="15" y="60"/>
                    </a:cubicBezTo>
                    <a:cubicBezTo>
                      <a:pt x="0" y="76"/>
                      <a:pt x="0" y="101"/>
                      <a:pt x="15" y="117"/>
                    </a:cubicBezTo>
                    <a:cubicBezTo>
                      <a:pt x="31" y="133"/>
                      <a:pt x="56" y="133"/>
                      <a:pt x="72" y="117"/>
                    </a:cubicBezTo>
                    <a:cubicBezTo>
                      <a:pt x="132" y="57"/>
                      <a:pt x="132" y="57"/>
                      <a:pt x="132" y="57"/>
                    </a:cubicBezTo>
                    <a:cubicBezTo>
                      <a:pt x="132" y="57"/>
                      <a:pt x="132" y="57"/>
                      <a:pt x="132" y="57"/>
                    </a:cubicBezTo>
                    <a:lnTo>
                      <a:pt x="75" y="0"/>
                    </a:ln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9240" bIns="392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65" name="Google Shape;537;p19"/>
              <p:cNvSpPr/>
              <p:nvPr/>
            </p:nvSpPr>
            <p:spPr>
              <a:xfrm>
                <a:off x="8730360" y="990720"/>
                <a:ext cx="311040" cy="245520"/>
              </a:xfrm>
              <a:custGeom>
                <a:avLst/>
                <a:gdLst>
                  <a:gd name="textAreaLeft" fmla="*/ 0 w 311040"/>
                  <a:gd name="textAreaRight" fmla="*/ 311400 w 311040"/>
                  <a:gd name="textAreaTop" fmla="*/ 0 h 245520"/>
                  <a:gd name="textAreaBottom" fmla="*/ 245880 h 245520"/>
                </a:gdLst>
                <a:ahLst/>
                <a:cxnLst/>
                <a:rect l="textAreaLeft" t="textAreaTop" r="textAreaRight" b="textAreaBottom"/>
                <a:pathLst>
                  <a:path w="526" h="415">
                    <a:moveTo>
                      <a:pt x="402" y="77"/>
                    </a:moveTo>
                    <a:cubicBezTo>
                      <a:pt x="329" y="1"/>
                      <a:pt x="197" y="0"/>
                      <a:pt x="124" y="77"/>
                    </a:cubicBezTo>
                    <a:cubicBezTo>
                      <a:pt x="0" y="200"/>
                      <a:pt x="89" y="415"/>
                      <a:pt x="263" y="414"/>
                    </a:cubicBezTo>
                    <a:cubicBezTo>
                      <a:pt x="437" y="415"/>
                      <a:pt x="526" y="200"/>
                      <a:pt x="402" y="77"/>
                    </a:cubicBezTo>
                    <a:close/>
                    <a:moveTo>
                      <a:pt x="376" y="329"/>
                    </a:moveTo>
                    <a:cubicBezTo>
                      <a:pt x="312" y="393"/>
                      <a:pt x="211" y="390"/>
                      <a:pt x="151" y="329"/>
                    </a:cubicBezTo>
                    <a:cubicBezTo>
                      <a:pt x="120" y="299"/>
                      <a:pt x="105" y="259"/>
                      <a:pt x="104" y="219"/>
                    </a:cubicBezTo>
                    <a:cubicBezTo>
                      <a:pt x="104" y="218"/>
                      <a:pt x="104" y="218"/>
                      <a:pt x="104" y="217"/>
                    </a:cubicBezTo>
                    <a:cubicBezTo>
                      <a:pt x="104" y="216"/>
                      <a:pt x="104" y="216"/>
                      <a:pt x="104" y="215"/>
                    </a:cubicBezTo>
                    <a:cubicBezTo>
                      <a:pt x="103" y="131"/>
                      <a:pt x="177" y="56"/>
                      <a:pt x="263" y="57"/>
                    </a:cubicBezTo>
                    <a:cubicBezTo>
                      <a:pt x="409" y="60"/>
                      <a:pt x="473" y="231"/>
                      <a:pt x="376" y="329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66" name="Google Shape;538;p19"/>
              <p:cNvSpPr/>
              <p:nvPr/>
            </p:nvSpPr>
            <p:spPr>
              <a:xfrm>
                <a:off x="8754840" y="1196640"/>
                <a:ext cx="52560" cy="52560"/>
              </a:xfrm>
              <a:custGeom>
                <a:avLst/>
                <a:gdLst>
                  <a:gd name="textAreaLeft" fmla="*/ 0 w 52560"/>
                  <a:gd name="textAreaRight" fmla="*/ 52920 w 52560"/>
                  <a:gd name="textAreaTop" fmla="*/ 0 h 52560"/>
                  <a:gd name="textAreaBottom" fmla="*/ 52920 h 52560"/>
                </a:gdLst>
                <a:ahLst/>
                <a:cxnLst/>
                <a:rect l="textAreaLeft" t="textAreaTop" r="textAreaRight" b="textAreaBottom"/>
                <a:pathLst>
                  <a:path w="89" h="89">
                    <a:moveTo>
                      <a:pt x="33" y="0"/>
                    </a:moveTo>
                    <a:cubicBezTo>
                      <a:pt x="0" y="32"/>
                      <a:pt x="0" y="32"/>
                      <a:pt x="0" y="32"/>
                    </a:cubicBezTo>
                    <a:cubicBezTo>
                      <a:pt x="57" y="89"/>
                      <a:pt x="57" y="89"/>
                      <a:pt x="57" y="89"/>
                    </a:cubicBezTo>
                    <a:cubicBezTo>
                      <a:pt x="89" y="57"/>
                      <a:pt x="89" y="57"/>
                      <a:pt x="89" y="57"/>
                    </a:cubicBezTo>
                    <a:cubicBezTo>
                      <a:pt x="67" y="41"/>
                      <a:pt x="48" y="22"/>
                      <a:pt x="33" y="0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6280" bIns="2628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267" name="Google Shape;539;p19"/>
            <p:cNvGrpSpPr/>
            <p:nvPr/>
          </p:nvGrpSpPr>
          <p:grpSpPr>
            <a:xfrm>
              <a:off x="8712000" y="-283320"/>
              <a:ext cx="314280" cy="314640"/>
              <a:chOff x="8712000" y="-283320"/>
              <a:chExt cx="314280" cy="314640"/>
            </a:xfrm>
          </p:grpSpPr>
          <p:sp>
            <p:nvSpPr>
              <p:cNvPr id="268" name="Google Shape;540;p19"/>
              <p:cNvSpPr/>
              <p:nvPr/>
            </p:nvSpPr>
            <p:spPr>
              <a:xfrm>
                <a:off x="8751600" y="-253440"/>
                <a:ext cx="185760" cy="186480"/>
              </a:xfrm>
              <a:custGeom>
                <a:avLst/>
                <a:gdLst>
                  <a:gd name="textAreaLeft" fmla="*/ 0 w 185760"/>
                  <a:gd name="textAreaRight" fmla="*/ 186120 w 185760"/>
                  <a:gd name="textAreaTop" fmla="*/ 0 h 186480"/>
                  <a:gd name="textAreaBottom" fmla="*/ 186840 h 186480"/>
                </a:gdLst>
                <a:ahLst/>
                <a:cxnLst/>
                <a:rect l="textAreaLeft" t="textAreaTop" r="textAreaRight" b="textAreaBottom"/>
                <a:pathLst>
                  <a:path w="306" h="307">
                    <a:moveTo>
                      <a:pt x="23" y="169"/>
                    </a:moveTo>
                    <a:cubicBezTo>
                      <a:pt x="0" y="169"/>
                      <a:pt x="0" y="169"/>
                      <a:pt x="0" y="169"/>
                    </a:cubicBezTo>
                    <a:cubicBezTo>
                      <a:pt x="7" y="242"/>
                      <a:pt x="65" y="299"/>
                      <a:pt x="137" y="307"/>
                    </a:cubicBezTo>
                    <a:cubicBezTo>
                      <a:pt x="137" y="284"/>
                      <a:pt x="137" y="284"/>
                      <a:pt x="137" y="284"/>
                    </a:cubicBezTo>
                    <a:cubicBezTo>
                      <a:pt x="138" y="263"/>
                      <a:pt x="168" y="263"/>
                      <a:pt x="168" y="284"/>
                    </a:cubicBezTo>
                    <a:cubicBezTo>
                      <a:pt x="168" y="307"/>
                      <a:pt x="168" y="307"/>
                      <a:pt x="168" y="307"/>
                    </a:cubicBezTo>
                    <a:cubicBezTo>
                      <a:pt x="241" y="299"/>
                      <a:pt x="299" y="242"/>
                      <a:pt x="306" y="169"/>
                    </a:cubicBezTo>
                    <a:cubicBezTo>
                      <a:pt x="283" y="169"/>
                      <a:pt x="283" y="169"/>
                      <a:pt x="283" y="169"/>
                    </a:cubicBezTo>
                    <a:cubicBezTo>
                      <a:pt x="262" y="168"/>
                      <a:pt x="262" y="139"/>
                      <a:pt x="283" y="138"/>
                    </a:cubicBezTo>
                    <a:cubicBezTo>
                      <a:pt x="306" y="138"/>
                      <a:pt x="306" y="138"/>
                      <a:pt x="306" y="138"/>
                    </a:cubicBezTo>
                    <a:cubicBezTo>
                      <a:pt x="299" y="65"/>
                      <a:pt x="241" y="8"/>
                      <a:pt x="168" y="0"/>
                    </a:cubicBezTo>
                    <a:cubicBezTo>
                      <a:pt x="168" y="24"/>
                      <a:pt x="168" y="24"/>
                      <a:pt x="168" y="24"/>
                    </a:cubicBezTo>
                    <a:cubicBezTo>
                      <a:pt x="167" y="44"/>
                      <a:pt x="138" y="44"/>
                      <a:pt x="137" y="24"/>
                    </a:cubicBezTo>
                    <a:cubicBezTo>
                      <a:pt x="137" y="0"/>
                      <a:pt x="137" y="0"/>
                      <a:pt x="137" y="0"/>
                    </a:cubicBezTo>
                    <a:cubicBezTo>
                      <a:pt x="65" y="8"/>
                      <a:pt x="7" y="65"/>
                      <a:pt x="0" y="138"/>
                    </a:cubicBezTo>
                    <a:cubicBezTo>
                      <a:pt x="23" y="138"/>
                      <a:pt x="23" y="138"/>
                      <a:pt x="23" y="138"/>
                    </a:cubicBezTo>
                    <a:cubicBezTo>
                      <a:pt x="43" y="139"/>
                      <a:pt x="43" y="168"/>
                      <a:pt x="23" y="169"/>
                    </a:cubicBezTo>
                    <a:close/>
                    <a:moveTo>
                      <a:pt x="103" y="138"/>
                    </a:moveTo>
                    <a:cubicBezTo>
                      <a:pt x="109" y="138"/>
                      <a:pt x="109" y="138"/>
                      <a:pt x="109" y="138"/>
                    </a:cubicBezTo>
                    <a:cubicBezTo>
                      <a:pt x="116" y="107"/>
                      <a:pt x="144" y="84"/>
                      <a:pt x="177" y="84"/>
                    </a:cubicBezTo>
                    <a:cubicBezTo>
                      <a:pt x="186" y="84"/>
                      <a:pt x="193" y="91"/>
                      <a:pt x="193" y="99"/>
                    </a:cubicBezTo>
                    <a:cubicBezTo>
                      <a:pt x="193" y="108"/>
                      <a:pt x="186" y="115"/>
                      <a:pt x="177" y="115"/>
                    </a:cubicBezTo>
                    <a:cubicBezTo>
                      <a:pt x="161" y="115"/>
                      <a:pt x="147" y="124"/>
                      <a:pt x="141" y="138"/>
                    </a:cubicBezTo>
                    <a:cubicBezTo>
                      <a:pt x="177" y="138"/>
                      <a:pt x="177" y="138"/>
                      <a:pt x="177" y="138"/>
                    </a:cubicBezTo>
                    <a:cubicBezTo>
                      <a:pt x="198" y="139"/>
                      <a:pt x="198" y="169"/>
                      <a:pt x="177" y="170"/>
                    </a:cubicBezTo>
                    <a:cubicBezTo>
                      <a:pt x="141" y="170"/>
                      <a:pt x="141" y="170"/>
                      <a:pt x="141" y="170"/>
                    </a:cubicBezTo>
                    <a:cubicBezTo>
                      <a:pt x="147" y="183"/>
                      <a:pt x="161" y="193"/>
                      <a:pt x="177" y="193"/>
                    </a:cubicBezTo>
                    <a:cubicBezTo>
                      <a:pt x="186" y="193"/>
                      <a:pt x="193" y="200"/>
                      <a:pt x="193" y="209"/>
                    </a:cubicBezTo>
                    <a:cubicBezTo>
                      <a:pt x="193" y="217"/>
                      <a:pt x="186" y="224"/>
                      <a:pt x="177" y="224"/>
                    </a:cubicBezTo>
                    <a:cubicBezTo>
                      <a:pt x="144" y="224"/>
                      <a:pt x="116" y="201"/>
                      <a:pt x="109" y="170"/>
                    </a:cubicBezTo>
                    <a:cubicBezTo>
                      <a:pt x="103" y="170"/>
                      <a:pt x="103" y="170"/>
                      <a:pt x="103" y="170"/>
                    </a:cubicBezTo>
                    <a:cubicBezTo>
                      <a:pt x="82" y="169"/>
                      <a:pt x="82" y="139"/>
                      <a:pt x="103" y="138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69" name="Google Shape;541;p19"/>
              <p:cNvSpPr/>
              <p:nvPr/>
            </p:nvSpPr>
            <p:spPr>
              <a:xfrm>
                <a:off x="8712000" y="-283320"/>
                <a:ext cx="314280" cy="314640"/>
              </a:xfrm>
              <a:custGeom>
                <a:avLst/>
                <a:gdLst>
                  <a:gd name="textAreaLeft" fmla="*/ 0 w 314280"/>
                  <a:gd name="textAreaRight" fmla="*/ 314640 w 314280"/>
                  <a:gd name="textAreaTop" fmla="*/ 0 h 314640"/>
                  <a:gd name="textAreaBottom" fmla="*/ 315000 h 314640"/>
                </a:gdLst>
                <a:ahLst/>
                <a:cxnLst/>
                <a:rect l="textAreaLeft" t="textAreaTop" r="textAreaRight" b="textAreaBottom"/>
                <a:pathLst>
                  <a:path w="517" h="517">
                    <a:moveTo>
                      <a:pt x="497" y="487"/>
                    </a:moveTo>
                    <a:cubicBezTo>
                      <a:pt x="30" y="487"/>
                      <a:pt x="30" y="487"/>
                      <a:pt x="30" y="487"/>
                    </a:cubicBezTo>
                    <a:cubicBezTo>
                      <a:pt x="30" y="453"/>
                      <a:pt x="30" y="453"/>
                      <a:pt x="30" y="453"/>
                    </a:cubicBezTo>
                    <a:cubicBezTo>
                      <a:pt x="208" y="453"/>
                      <a:pt x="208" y="453"/>
                      <a:pt x="208" y="453"/>
                    </a:cubicBezTo>
                    <a:cubicBezTo>
                      <a:pt x="350" y="453"/>
                      <a:pt x="468" y="342"/>
                      <a:pt x="475" y="200"/>
                    </a:cubicBezTo>
                    <a:cubicBezTo>
                      <a:pt x="479" y="129"/>
                      <a:pt x="479" y="129"/>
                      <a:pt x="479" y="129"/>
                    </a:cubicBezTo>
                    <a:cubicBezTo>
                      <a:pt x="485" y="136"/>
                      <a:pt x="485" y="136"/>
                      <a:pt x="485" y="136"/>
                    </a:cubicBezTo>
                    <a:cubicBezTo>
                      <a:pt x="488" y="140"/>
                      <a:pt x="492" y="141"/>
                      <a:pt x="497" y="141"/>
                    </a:cubicBezTo>
                    <a:cubicBezTo>
                      <a:pt x="500" y="141"/>
                      <a:pt x="504" y="140"/>
                      <a:pt x="506" y="137"/>
                    </a:cubicBezTo>
                    <a:cubicBezTo>
                      <a:pt x="513" y="132"/>
                      <a:pt x="513" y="122"/>
                      <a:pt x="508" y="116"/>
                    </a:cubicBezTo>
                    <a:cubicBezTo>
                      <a:pt x="477" y="82"/>
                      <a:pt x="477" y="82"/>
                      <a:pt x="477" y="82"/>
                    </a:cubicBezTo>
                    <a:cubicBezTo>
                      <a:pt x="472" y="77"/>
                      <a:pt x="462" y="75"/>
                      <a:pt x="456" y="81"/>
                    </a:cubicBezTo>
                    <a:cubicBezTo>
                      <a:pt x="424" y="110"/>
                      <a:pt x="424" y="110"/>
                      <a:pt x="424" y="110"/>
                    </a:cubicBezTo>
                    <a:cubicBezTo>
                      <a:pt x="410" y="124"/>
                      <a:pt x="429" y="145"/>
                      <a:pt x="444" y="132"/>
                    </a:cubicBezTo>
                    <a:cubicBezTo>
                      <a:pt x="449" y="128"/>
                      <a:pt x="449" y="128"/>
                      <a:pt x="449" y="128"/>
                    </a:cubicBezTo>
                    <a:cubicBezTo>
                      <a:pt x="445" y="198"/>
                      <a:pt x="445" y="198"/>
                      <a:pt x="445" y="198"/>
                    </a:cubicBezTo>
                    <a:cubicBezTo>
                      <a:pt x="439" y="324"/>
                      <a:pt x="334" y="423"/>
                      <a:pt x="208" y="423"/>
                    </a:cubicBezTo>
                    <a:cubicBezTo>
                      <a:pt x="30" y="423"/>
                      <a:pt x="30" y="423"/>
                      <a:pt x="30" y="423"/>
                    </a:cubicBezTo>
                    <a:cubicBezTo>
                      <a:pt x="30" y="20"/>
                      <a:pt x="30" y="20"/>
                      <a:pt x="30" y="20"/>
                    </a:cubicBezTo>
                    <a:cubicBezTo>
                      <a:pt x="29" y="0"/>
                      <a:pt x="0" y="0"/>
                      <a:pt x="0" y="20"/>
                    </a:cubicBezTo>
                    <a:cubicBezTo>
                      <a:pt x="0" y="502"/>
                      <a:pt x="0" y="502"/>
                      <a:pt x="0" y="502"/>
                    </a:cubicBezTo>
                    <a:cubicBezTo>
                      <a:pt x="0" y="510"/>
                      <a:pt x="6" y="517"/>
                      <a:pt x="15" y="517"/>
                    </a:cubicBezTo>
                    <a:cubicBezTo>
                      <a:pt x="497" y="517"/>
                      <a:pt x="497" y="517"/>
                      <a:pt x="497" y="517"/>
                    </a:cubicBezTo>
                    <a:cubicBezTo>
                      <a:pt x="517" y="516"/>
                      <a:pt x="517" y="487"/>
                      <a:pt x="497" y="487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270" name="Google Shape;542;p19"/>
            <p:cNvGrpSpPr/>
            <p:nvPr/>
          </p:nvGrpSpPr>
          <p:grpSpPr>
            <a:xfrm>
              <a:off x="8691120" y="332640"/>
              <a:ext cx="356040" cy="357120"/>
              <a:chOff x="8691120" y="332640"/>
              <a:chExt cx="356040" cy="357120"/>
            </a:xfrm>
          </p:grpSpPr>
          <p:sp>
            <p:nvSpPr>
              <p:cNvPr id="271" name="Google Shape;543;p19"/>
              <p:cNvSpPr/>
              <p:nvPr/>
            </p:nvSpPr>
            <p:spPr>
              <a:xfrm>
                <a:off x="8768880" y="542520"/>
                <a:ext cx="68400" cy="68400"/>
              </a:xfrm>
              <a:custGeom>
                <a:avLst/>
                <a:gdLst>
                  <a:gd name="textAreaLeft" fmla="*/ 0 w 68400"/>
                  <a:gd name="textAreaRight" fmla="*/ 68760 w 68400"/>
                  <a:gd name="textAreaTop" fmla="*/ 0 h 68400"/>
                  <a:gd name="textAreaBottom" fmla="*/ 68760 h 68400"/>
                </a:gdLst>
                <a:ahLst/>
                <a:cxnLst/>
                <a:rect l="textAreaLeft" t="textAreaTop" r="textAreaRight" b="textAreaBottom"/>
                <a:pathLst>
                  <a:path w="99" h="99">
                    <a:moveTo>
                      <a:pt x="0" y="2"/>
                    </a:moveTo>
                    <a:cubicBezTo>
                      <a:pt x="7" y="24"/>
                      <a:pt x="19" y="45"/>
                      <a:pt x="37" y="62"/>
                    </a:cubicBezTo>
                    <a:cubicBezTo>
                      <a:pt x="54" y="80"/>
                      <a:pt x="75" y="92"/>
                      <a:pt x="97" y="99"/>
                    </a:cubicBezTo>
                    <a:cubicBezTo>
                      <a:pt x="99" y="53"/>
                      <a:pt x="46" y="0"/>
                      <a:pt x="0" y="2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4200" bIns="3420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72" name="Google Shape;544;p19"/>
              <p:cNvSpPr/>
              <p:nvPr/>
            </p:nvSpPr>
            <p:spPr>
              <a:xfrm>
                <a:off x="8900640" y="543600"/>
                <a:ext cx="67680" cy="67320"/>
              </a:xfrm>
              <a:custGeom>
                <a:avLst/>
                <a:gdLst>
                  <a:gd name="textAreaLeft" fmla="*/ 0 w 67680"/>
                  <a:gd name="textAreaRight" fmla="*/ 68040 w 67680"/>
                  <a:gd name="textAreaTop" fmla="*/ 0 h 67320"/>
                  <a:gd name="textAreaBottom" fmla="*/ 67680 h 67320"/>
                </a:gdLst>
                <a:ahLst/>
                <a:cxnLst/>
                <a:rect l="textAreaLeft" t="textAreaTop" r="textAreaRight" b="textAreaBottom"/>
                <a:pathLst>
                  <a:path w="98" h="98">
                    <a:moveTo>
                      <a:pt x="31" y="32"/>
                    </a:moveTo>
                    <a:cubicBezTo>
                      <a:pt x="11" y="52"/>
                      <a:pt x="0" y="77"/>
                      <a:pt x="0" y="98"/>
                    </a:cubicBezTo>
                    <a:cubicBezTo>
                      <a:pt x="22" y="91"/>
                      <a:pt x="43" y="79"/>
                      <a:pt x="61" y="61"/>
                    </a:cubicBezTo>
                    <a:cubicBezTo>
                      <a:pt x="78" y="44"/>
                      <a:pt x="91" y="23"/>
                      <a:pt x="98" y="1"/>
                    </a:cubicBezTo>
                    <a:cubicBezTo>
                      <a:pt x="76" y="0"/>
                      <a:pt x="51" y="11"/>
                      <a:pt x="31" y="32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3840" bIns="338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73" name="Google Shape;545;p19"/>
              <p:cNvSpPr/>
              <p:nvPr/>
            </p:nvSpPr>
            <p:spPr>
              <a:xfrm>
                <a:off x="8768880" y="411480"/>
                <a:ext cx="66960" cy="67680"/>
              </a:xfrm>
              <a:custGeom>
                <a:avLst/>
                <a:gdLst>
                  <a:gd name="textAreaLeft" fmla="*/ 0 w 66960"/>
                  <a:gd name="textAreaRight" fmla="*/ 67320 w 66960"/>
                  <a:gd name="textAreaTop" fmla="*/ 0 h 67680"/>
                  <a:gd name="textAreaBottom" fmla="*/ 68040 h 67680"/>
                </a:gdLst>
                <a:ahLst/>
                <a:cxnLst/>
                <a:rect l="textAreaLeft" t="textAreaTop" r="textAreaRight" b="textAreaBottom"/>
                <a:pathLst>
                  <a:path w="97" h="98">
                    <a:moveTo>
                      <a:pt x="66" y="67"/>
                    </a:moveTo>
                    <a:cubicBezTo>
                      <a:pt x="86" y="47"/>
                      <a:pt x="97" y="22"/>
                      <a:pt x="97" y="0"/>
                    </a:cubicBezTo>
                    <a:cubicBezTo>
                      <a:pt x="52" y="14"/>
                      <a:pt x="13" y="53"/>
                      <a:pt x="0" y="98"/>
                    </a:cubicBezTo>
                    <a:cubicBezTo>
                      <a:pt x="21" y="98"/>
                      <a:pt x="46" y="87"/>
                      <a:pt x="66" y="67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3840" bIns="338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74" name="Google Shape;546;p19"/>
              <p:cNvSpPr/>
              <p:nvPr/>
            </p:nvSpPr>
            <p:spPr>
              <a:xfrm>
                <a:off x="8899200" y="411480"/>
                <a:ext cx="69120" cy="69120"/>
              </a:xfrm>
              <a:custGeom>
                <a:avLst/>
                <a:gdLst>
                  <a:gd name="textAreaLeft" fmla="*/ 0 w 69120"/>
                  <a:gd name="textAreaRight" fmla="*/ 69480 w 69120"/>
                  <a:gd name="textAreaTop" fmla="*/ 0 h 69120"/>
                  <a:gd name="textAreaBottom" fmla="*/ 69480 h 69120"/>
                </a:gdLst>
                <a:ahLst/>
                <a:cxnLst/>
                <a:rect l="textAreaLeft" t="textAreaTop" r="textAreaRight" b="textAreaBottom"/>
                <a:pathLst>
                  <a:path w="100" h="100">
                    <a:moveTo>
                      <a:pt x="100" y="98"/>
                    </a:moveTo>
                    <a:cubicBezTo>
                      <a:pt x="86" y="53"/>
                      <a:pt x="47" y="14"/>
                      <a:pt x="2" y="0"/>
                    </a:cubicBezTo>
                    <a:cubicBezTo>
                      <a:pt x="0" y="46"/>
                      <a:pt x="54" y="100"/>
                      <a:pt x="100" y="98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4560" bIns="3456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75" name="Google Shape;547;p19"/>
              <p:cNvSpPr/>
              <p:nvPr/>
            </p:nvSpPr>
            <p:spPr>
              <a:xfrm>
                <a:off x="8850240" y="494640"/>
                <a:ext cx="36000" cy="35280"/>
              </a:xfrm>
              <a:custGeom>
                <a:avLst/>
                <a:gdLst>
                  <a:gd name="textAreaLeft" fmla="*/ 0 w 36000"/>
                  <a:gd name="textAreaRight" fmla="*/ 36360 w 36000"/>
                  <a:gd name="textAreaTop" fmla="*/ 0 h 35280"/>
                  <a:gd name="textAreaBottom" fmla="*/ 35640 h 35280"/>
                </a:gdLst>
                <a:ahLst/>
                <a:cxnLst/>
                <a:rect l="textAreaLeft" t="textAreaTop" r="textAreaRight" b="textAreaBottom"/>
                <a:pathLst>
                  <a:path w="53" h="51">
                    <a:moveTo>
                      <a:pt x="27" y="0"/>
                    </a:moveTo>
                    <a:cubicBezTo>
                      <a:pt x="21" y="0"/>
                      <a:pt x="14" y="3"/>
                      <a:pt x="10" y="7"/>
                    </a:cubicBezTo>
                    <a:cubicBezTo>
                      <a:pt x="0" y="17"/>
                      <a:pt x="0" y="32"/>
                      <a:pt x="10" y="41"/>
                    </a:cubicBezTo>
                    <a:cubicBezTo>
                      <a:pt x="19" y="51"/>
                      <a:pt x="34" y="51"/>
                      <a:pt x="44" y="41"/>
                    </a:cubicBezTo>
                    <a:cubicBezTo>
                      <a:pt x="53" y="32"/>
                      <a:pt x="53" y="17"/>
                      <a:pt x="44" y="7"/>
                    </a:cubicBezTo>
                    <a:cubicBezTo>
                      <a:pt x="39" y="3"/>
                      <a:pt x="33" y="0"/>
                      <a:pt x="27" y="0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7640" bIns="176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76" name="Google Shape;548;p19"/>
              <p:cNvSpPr/>
              <p:nvPr/>
            </p:nvSpPr>
            <p:spPr>
              <a:xfrm>
                <a:off x="8763120" y="406800"/>
                <a:ext cx="209880" cy="209880"/>
              </a:xfrm>
              <a:custGeom>
                <a:avLst/>
                <a:gdLst>
                  <a:gd name="textAreaLeft" fmla="*/ 0 w 209880"/>
                  <a:gd name="textAreaRight" fmla="*/ 210240 w 209880"/>
                  <a:gd name="textAreaTop" fmla="*/ 0 h 209880"/>
                  <a:gd name="textAreaBottom" fmla="*/ 210240 h 209880"/>
                </a:gdLst>
                <a:ahLst/>
                <a:cxnLst/>
                <a:rect l="textAreaLeft" t="textAreaTop" r="textAreaRight" b="textAreaBottom"/>
                <a:pathLst>
                  <a:path w="303" h="303">
                    <a:moveTo>
                      <a:pt x="295" y="135"/>
                    </a:moveTo>
                    <a:cubicBezTo>
                      <a:pt x="265" y="135"/>
                      <a:pt x="233" y="120"/>
                      <a:pt x="208" y="95"/>
                    </a:cubicBezTo>
                    <a:cubicBezTo>
                      <a:pt x="192" y="79"/>
                      <a:pt x="180" y="61"/>
                      <a:pt x="174" y="41"/>
                    </a:cubicBezTo>
                    <a:cubicBezTo>
                      <a:pt x="169" y="27"/>
                      <a:pt x="168" y="14"/>
                      <a:pt x="169" y="1"/>
                    </a:cubicBezTo>
                    <a:cubicBezTo>
                      <a:pt x="158" y="0"/>
                      <a:pt x="146" y="0"/>
                      <a:pt x="135" y="1"/>
                    </a:cubicBezTo>
                    <a:cubicBezTo>
                      <a:pt x="140" y="52"/>
                      <a:pt x="93" y="114"/>
                      <a:pt x="41" y="129"/>
                    </a:cubicBezTo>
                    <a:cubicBezTo>
                      <a:pt x="28" y="134"/>
                      <a:pt x="15" y="135"/>
                      <a:pt x="1" y="134"/>
                    </a:cubicBezTo>
                    <a:cubicBezTo>
                      <a:pt x="0" y="146"/>
                      <a:pt x="0" y="157"/>
                      <a:pt x="1" y="168"/>
                    </a:cubicBezTo>
                    <a:cubicBezTo>
                      <a:pt x="68" y="161"/>
                      <a:pt x="142" y="235"/>
                      <a:pt x="135" y="302"/>
                    </a:cubicBezTo>
                    <a:cubicBezTo>
                      <a:pt x="146" y="303"/>
                      <a:pt x="157" y="303"/>
                      <a:pt x="169" y="302"/>
                    </a:cubicBezTo>
                    <a:cubicBezTo>
                      <a:pt x="166" y="270"/>
                      <a:pt x="180" y="235"/>
                      <a:pt x="208" y="207"/>
                    </a:cubicBezTo>
                    <a:cubicBezTo>
                      <a:pt x="224" y="191"/>
                      <a:pt x="242" y="180"/>
                      <a:pt x="262" y="173"/>
                    </a:cubicBezTo>
                    <a:cubicBezTo>
                      <a:pt x="275" y="169"/>
                      <a:pt x="289" y="167"/>
                      <a:pt x="302" y="168"/>
                    </a:cubicBezTo>
                    <a:cubicBezTo>
                      <a:pt x="303" y="157"/>
                      <a:pt x="303" y="146"/>
                      <a:pt x="302" y="134"/>
                    </a:cubicBezTo>
                    <a:cubicBezTo>
                      <a:pt x="300" y="134"/>
                      <a:pt x="297" y="135"/>
                      <a:pt x="295" y="135"/>
                    </a:cubicBezTo>
                    <a:close/>
                    <a:moveTo>
                      <a:pt x="190" y="190"/>
                    </a:moveTo>
                    <a:cubicBezTo>
                      <a:pt x="190" y="190"/>
                      <a:pt x="190" y="190"/>
                      <a:pt x="190" y="190"/>
                    </a:cubicBezTo>
                    <a:cubicBezTo>
                      <a:pt x="169" y="211"/>
                      <a:pt x="135" y="211"/>
                      <a:pt x="114" y="190"/>
                    </a:cubicBezTo>
                    <a:cubicBezTo>
                      <a:pt x="92" y="169"/>
                      <a:pt x="92" y="134"/>
                      <a:pt x="114" y="113"/>
                    </a:cubicBezTo>
                    <a:cubicBezTo>
                      <a:pt x="135" y="92"/>
                      <a:pt x="169" y="92"/>
                      <a:pt x="190" y="113"/>
                    </a:cubicBezTo>
                    <a:cubicBezTo>
                      <a:pt x="211" y="134"/>
                      <a:pt x="211" y="169"/>
                      <a:pt x="190" y="190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77" name="Google Shape;549;p19"/>
              <p:cNvSpPr/>
              <p:nvPr/>
            </p:nvSpPr>
            <p:spPr>
              <a:xfrm>
                <a:off x="8691120" y="332640"/>
                <a:ext cx="356040" cy="357120"/>
              </a:xfrm>
              <a:custGeom>
                <a:avLst/>
                <a:gdLst>
                  <a:gd name="textAreaLeft" fmla="*/ 0 w 356040"/>
                  <a:gd name="textAreaRight" fmla="*/ 356400 w 356040"/>
                  <a:gd name="textAreaTop" fmla="*/ 0 h 357120"/>
                  <a:gd name="textAreaBottom" fmla="*/ 357480 h 357120"/>
                </a:gdLst>
                <a:ahLst/>
                <a:cxnLst/>
                <a:rect l="textAreaLeft" t="textAreaTop" r="textAreaRight" b="textAreaBottom"/>
                <a:pathLst>
                  <a:path w="514" h="515">
                    <a:moveTo>
                      <a:pt x="507" y="209"/>
                    </a:moveTo>
                    <a:cubicBezTo>
                      <a:pt x="506" y="200"/>
                      <a:pt x="499" y="193"/>
                      <a:pt x="490" y="192"/>
                    </a:cubicBezTo>
                    <a:cubicBezTo>
                      <a:pt x="469" y="188"/>
                      <a:pt x="469" y="188"/>
                      <a:pt x="469" y="188"/>
                    </a:cubicBezTo>
                    <a:cubicBezTo>
                      <a:pt x="467" y="188"/>
                      <a:pt x="465" y="186"/>
                      <a:pt x="464" y="184"/>
                    </a:cubicBezTo>
                    <a:cubicBezTo>
                      <a:pt x="461" y="177"/>
                      <a:pt x="458" y="170"/>
                      <a:pt x="455" y="163"/>
                    </a:cubicBezTo>
                    <a:cubicBezTo>
                      <a:pt x="454" y="161"/>
                      <a:pt x="454" y="158"/>
                      <a:pt x="456" y="157"/>
                    </a:cubicBezTo>
                    <a:cubicBezTo>
                      <a:pt x="468" y="139"/>
                      <a:pt x="468" y="139"/>
                      <a:pt x="468" y="139"/>
                    </a:cubicBezTo>
                    <a:cubicBezTo>
                      <a:pt x="473" y="132"/>
                      <a:pt x="473" y="122"/>
                      <a:pt x="468" y="115"/>
                    </a:cubicBezTo>
                    <a:cubicBezTo>
                      <a:pt x="459" y="101"/>
                      <a:pt x="448" y="89"/>
                      <a:pt x="437" y="77"/>
                    </a:cubicBezTo>
                    <a:cubicBezTo>
                      <a:pt x="424" y="64"/>
                      <a:pt x="409" y="53"/>
                      <a:pt x="394" y="43"/>
                    </a:cubicBezTo>
                    <a:cubicBezTo>
                      <a:pt x="389" y="39"/>
                      <a:pt x="382" y="39"/>
                      <a:pt x="377" y="43"/>
                    </a:cubicBezTo>
                    <a:cubicBezTo>
                      <a:pt x="357" y="58"/>
                      <a:pt x="357" y="58"/>
                      <a:pt x="357" y="58"/>
                    </a:cubicBezTo>
                    <a:cubicBezTo>
                      <a:pt x="355" y="59"/>
                      <a:pt x="352" y="60"/>
                      <a:pt x="350" y="59"/>
                    </a:cubicBezTo>
                    <a:cubicBezTo>
                      <a:pt x="343" y="55"/>
                      <a:pt x="336" y="53"/>
                      <a:pt x="329" y="50"/>
                    </a:cubicBezTo>
                    <a:cubicBezTo>
                      <a:pt x="327" y="49"/>
                      <a:pt x="326" y="47"/>
                      <a:pt x="325" y="45"/>
                    </a:cubicBezTo>
                    <a:cubicBezTo>
                      <a:pt x="321" y="20"/>
                      <a:pt x="321" y="20"/>
                      <a:pt x="321" y="20"/>
                    </a:cubicBezTo>
                    <a:cubicBezTo>
                      <a:pt x="320" y="14"/>
                      <a:pt x="315" y="9"/>
                      <a:pt x="309" y="8"/>
                    </a:cubicBezTo>
                    <a:cubicBezTo>
                      <a:pt x="274" y="0"/>
                      <a:pt x="237" y="1"/>
                      <a:pt x="201" y="8"/>
                    </a:cubicBezTo>
                    <a:cubicBezTo>
                      <a:pt x="195" y="9"/>
                      <a:pt x="191" y="14"/>
                      <a:pt x="190" y="20"/>
                    </a:cubicBezTo>
                    <a:cubicBezTo>
                      <a:pt x="186" y="45"/>
                      <a:pt x="186" y="45"/>
                      <a:pt x="186" y="45"/>
                    </a:cubicBezTo>
                    <a:cubicBezTo>
                      <a:pt x="185" y="48"/>
                      <a:pt x="184" y="49"/>
                      <a:pt x="181" y="50"/>
                    </a:cubicBezTo>
                    <a:cubicBezTo>
                      <a:pt x="174" y="53"/>
                      <a:pt x="167" y="56"/>
                      <a:pt x="160" y="59"/>
                    </a:cubicBezTo>
                    <a:cubicBezTo>
                      <a:pt x="158" y="60"/>
                      <a:pt x="156" y="60"/>
                      <a:pt x="154" y="58"/>
                    </a:cubicBezTo>
                    <a:cubicBezTo>
                      <a:pt x="133" y="44"/>
                      <a:pt x="133" y="44"/>
                      <a:pt x="133" y="44"/>
                    </a:cubicBezTo>
                    <a:cubicBezTo>
                      <a:pt x="128" y="40"/>
                      <a:pt x="121" y="40"/>
                      <a:pt x="116" y="43"/>
                    </a:cubicBezTo>
                    <a:cubicBezTo>
                      <a:pt x="101" y="53"/>
                      <a:pt x="87" y="65"/>
                      <a:pt x="75" y="77"/>
                    </a:cubicBezTo>
                    <a:cubicBezTo>
                      <a:pt x="63" y="89"/>
                      <a:pt x="52" y="102"/>
                      <a:pt x="43" y="116"/>
                    </a:cubicBezTo>
                    <a:cubicBezTo>
                      <a:pt x="38" y="123"/>
                      <a:pt x="38" y="133"/>
                      <a:pt x="43" y="140"/>
                    </a:cubicBezTo>
                    <a:cubicBezTo>
                      <a:pt x="55" y="157"/>
                      <a:pt x="55" y="157"/>
                      <a:pt x="55" y="157"/>
                    </a:cubicBezTo>
                    <a:cubicBezTo>
                      <a:pt x="57" y="159"/>
                      <a:pt x="57" y="162"/>
                      <a:pt x="56" y="164"/>
                    </a:cubicBezTo>
                    <a:cubicBezTo>
                      <a:pt x="53" y="171"/>
                      <a:pt x="50" y="178"/>
                      <a:pt x="47" y="185"/>
                    </a:cubicBezTo>
                    <a:cubicBezTo>
                      <a:pt x="47" y="187"/>
                      <a:pt x="45" y="188"/>
                      <a:pt x="42" y="189"/>
                    </a:cubicBezTo>
                    <a:cubicBezTo>
                      <a:pt x="17" y="193"/>
                      <a:pt x="17" y="193"/>
                      <a:pt x="17" y="193"/>
                    </a:cubicBezTo>
                    <a:cubicBezTo>
                      <a:pt x="11" y="194"/>
                      <a:pt x="6" y="199"/>
                      <a:pt x="5" y="205"/>
                    </a:cubicBezTo>
                    <a:cubicBezTo>
                      <a:pt x="1" y="222"/>
                      <a:pt x="0" y="240"/>
                      <a:pt x="0" y="258"/>
                    </a:cubicBezTo>
                    <a:cubicBezTo>
                      <a:pt x="0" y="275"/>
                      <a:pt x="1" y="292"/>
                      <a:pt x="4" y="308"/>
                    </a:cubicBezTo>
                    <a:cubicBezTo>
                      <a:pt x="6" y="317"/>
                      <a:pt x="13" y="324"/>
                      <a:pt x="22" y="325"/>
                    </a:cubicBezTo>
                    <a:cubicBezTo>
                      <a:pt x="43" y="329"/>
                      <a:pt x="43" y="329"/>
                      <a:pt x="43" y="329"/>
                    </a:cubicBezTo>
                    <a:cubicBezTo>
                      <a:pt x="45" y="329"/>
                      <a:pt x="47" y="331"/>
                      <a:pt x="47" y="333"/>
                    </a:cubicBezTo>
                    <a:cubicBezTo>
                      <a:pt x="50" y="340"/>
                      <a:pt x="53" y="347"/>
                      <a:pt x="56" y="353"/>
                    </a:cubicBezTo>
                    <a:cubicBezTo>
                      <a:pt x="57" y="356"/>
                      <a:pt x="57" y="358"/>
                      <a:pt x="56" y="360"/>
                    </a:cubicBezTo>
                    <a:cubicBezTo>
                      <a:pt x="43" y="377"/>
                      <a:pt x="43" y="377"/>
                      <a:pt x="43" y="377"/>
                    </a:cubicBezTo>
                    <a:cubicBezTo>
                      <a:pt x="38" y="384"/>
                      <a:pt x="38" y="394"/>
                      <a:pt x="43" y="402"/>
                    </a:cubicBezTo>
                    <a:cubicBezTo>
                      <a:pt x="62" y="430"/>
                      <a:pt x="88" y="455"/>
                      <a:pt x="117" y="474"/>
                    </a:cubicBezTo>
                    <a:cubicBezTo>
                      <a:pt x="122" y="477"/>
                      <a:pt x="129" y="477"/>
                      <a:pt x="134" y="474"/>
                    </a:cubicBezTo>
                    <a:cubicBezTo>
                      <a:pt x="154" y="459"/>
                      <a:pt x="154" y="459"/>
                      <a:pt x="154" y="459"/>
                    </a:cubicBezTo>
                    <a:cubicBezTo>
                      <a:pt x="156" y="457"/>
                      <a:pt x="159" y="457"/>
                      <a:pt x="161" y="458"/>
                    </a:cubicBezTo>
                    <a:cubicBezTo>
                      <a:pt x="168" y="461"/>
                      <a:pt x="175" y="464"/>
                      <a:pt x="182" y="467"/>
                    </a:cubicBezTo>
                    <a:cubicBezTo>
                      <a:pt x="184" y="468"/>
                      <a:pt x="186" y="469"/>
                      <a:pt x="186" y="472"/>
                    </a:cubicBezTo>
                    <a:cubicBezTo>
                      <a:pt x="190" y="493"/>
                      <a:pt x="190" y="493"/>
                      <a:pt x="190" y="493"/>
                    </a:cubicBezTo>
                    <a:cubicBezTo>
                      <a:pt x="191" y="501"/>
                      <a:pt x="198" y="508"/>
                      <a:pt x="207" y="510"/>
                    </a:cubicBezTo>
                    <a:cubicBezTo>
                      <a:pt x="223" y="513"/>
                      <a:pt x="239" y="515"/>
                      <a:pt x="256" y="515"/>
                    </a:cubicBezTo>
                    <a:cubicBezTo>
                      <a:pt x="272" y="515"/>
                      <a:pt x="289" y="513"/>
                      <a:pt x="305" y="510"/>
                    </a:cubicBezTo>
                    <a:cubicBezTo>
                      <a:pt x="314" y="508"/>
                      <a:pt x="321" y="501"/>
                      <a:pt x="322" y="492"/>
                    </a:cubicBezTo>
                    <a:cubicBezTo>
                      <a:pt x="326" y="472"/>
                      <a:pt x="326" y="472"/>
                      <a:pt x="326" y="472"/>
                    </a:cubicBezTo>
                    <a:cubicBezTo>
                      <a:pt x="326" y="469"/>
                      <a:pt x="328" y="467"/>
                      <a:pt x="330" y="467"/>
                    </a:cubicBezTo>
                    <a:cubicBezTo>
                      <a:pt x="337" y="464"/>
                      <a:pt x="344" y="461"/>
                      <a:pt x="351" y="458"/>
                    </a:cubicBezTo>
                    <a:cubicBezTo>
                      <a:pt x="353" y="457"/>
                      <a:pt x="355" y="457"/>
                      <a:pt x="357" y="458"/>
                    </a:cubicBezTo>
                    <a:cubicBezTo>
                      <a:pt x="378" y="473"/>
                      <a:pt x="378" y="473"/>
                      <a:pt x="378" y="473"/>
                    </a:cubicBezTo>
                    <a:cubicBezTo>
                      <a:pt x="383" y="477"/>
                      <a:pt x="390" y="477"/>
                      <a:pt x="395" y="474"/>
                    </a:cubicBezTo>
                    <a:cubicBezTo>
                      <a:pt x="410" y="464"/>
                      <a:pt x="424" y="452"/>
                      <a:pt x="437" y="440"/>
                    </a:cubicBezTo>
                    <a:cubicBezTo>
                      <a:pt x="449" y="428"/>
                      <a:pt x="459" y="415"/>
                      <a:pt x="469" y="401"/>
                    </a:cubicBezTo>
                    <a:cubicBezTo>
                      <a:pt x="474" y="394"/>
                      <a:pt x="474" y="384"/>
                      <a:pt x="468" y="377"/>
                    </a:cubicBezTo>
                    <a:cubicBezTo>
                      <a:pt x="456" y="360"/>
                      <a:pt x="456" y="360"/>
                      <a:pt x="456" y="360"/>
                    </a:cubicBezTo>
                    <a:cubicBezTo>
                      <a:pt x="455" y="358"/>
                      <a:pt x="454" y="355"/>
                      <a:pt x="455" y="353"/>
                    </a:cubicBezTo>
                    <a:cubicBezTo>
                      <a:pt x="459" y="346"/>
                      <a:pt x="462" y="339"/>
                      <a:pt x="464" y="332"/>
                    </a:cubicBezTo>
                    <a:cubicBezTo>
                      <a:pt x="465" y="330"/>
                      <a:pt x="467" y="328"/>
                      <a:pt x="469" y="328"/>
                    </a:cubicBezTo>
                    <a:cubicBezTo>
                      <a:pt x="494" y="324"/>
                      <a:pt x="494" y="324"/>
                      <a:pt x="494" y="324"/>
                    </a:cubicBezTo>
                    <a:cubicBezTo>
                      <a:pt x="500" y="323"/>
                      <a:pt x="505" y="318"/>
                      <a:pt x="506" y="312"/>
                    </a:cubicBezTo>
                    <a:cubicBezTo>
                      <a:pt x="513" y="278"/>
                      <a:pt x="514" y="243"/>
                      <a:pt x="507" y="209"/>
                    </a:cubicBezTo>
                    <a:close/>
                    <a:moveTo>
                      <a:pt x="384" y="387"/>
                    </a:moveTo>
                    <a:cubicBezTo>
                      <a:pt x="339" y="431"/>
                      <a:pt x="279" y="448"/>
                      <a:pt x="220" y="436"/>
                    </a:cubicBezTo>
                    <a:cubicBezTo>
                      <a:pt x="219" y="436"/>
                      <a:pt x="218" y="436"/>
                      <a:pt x="217" y="436"/>
                    </a:cubicBezTo>
                    <a:cubicBezTo>
                      <a:pt x="217" y="436"/>
                      <a:pt x="217" y="436"/>
                      <a:pt x="217" y="436"/>
                    </a:cubicBezTo>
                    <a:cubicBezTo>
                      <a:pt x="151" y="423"/>
                      <a:pt x="91" y="363"/>
                      <a:pt x="79" y="297"/>
                    </a:cubicBezTo>
                    <a:cubicBezTo>
                      <a:pt x="79" y="297"/>
                      <a:pt x="79" y="297"/>
                      <a:pt x="79" y="297"/>
                    </a:cubicBezTo>
                    <a:cubicBezTo>
                      <a:pt x="78" y="296"/>
                      <a:pt x="78" y="295"/>
                      <a:pt x="78" y="294"/>
                    </a:cubicBezTo>
                    <a:cubicBezTo>
                      <a:pt x="73" y="271"/>
                      <a:pt x="73" y="246"/>
                      <a:pt x="78" y="222"/>
                    </a:cubicBezTo>
                    <a:cubicBezTo>
                      <a:pt x="78" y="221"/>
                      <a:pt x="78" y="220"/>
                      <a:pt x="79" y="219"/>
                    </a:cubicBezTo>
                    <a:cubicBezTo>
                      <a:pt x="79" y="219"/>
                      <a:pt x="79" y="219"/>
                      <a:pt x="79" y="219"/>
                    </a:cubicBezTo>
                    <a:cubicBezTo>
                      <a:pt x="108" y="81"/>
                      <a:pt x="283" y="29"/>
                      <a:pt x="384" y="130"/>
                    </a:cubicBezTo>
                    <a:cubicBezTo>
                      <a:pt x="409" y="155"/>
                      <a:pt x="425" y="186"/>
                      <a:pt x="433" y="219"/>
                    </a:cubicBezTo>
                    <a:cubicBezTo>
                      <a:pt x="433" y="219"/>
                      <a:pt x="433" y="219"/>
                      <a:pt x="433" y="219"/>
                    </a:cubicBezTo>
                    <a:cubicBezTo>
                      <a:pt x="433" y="221"/>
                      <a:pt x="433" y="222"/>
                      <a:pt x="433" y="223"/>
                    </a:cubicBezTo>
                    <a:cubicBezTo>
                      <a:pt x="445" y="280"/>
                      <a:pt x="428" y="342"/>
                      <a:pt x="384" y="387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278" name="Google Shape;550;p19"/>
            <p:cNvGrpSpPr/>
            <p:nvPr/>
          </p:nvGrpSpPr>
          <p:grpSpPr>
            <a:xfrm>
              <a:off x="8134560" y="650880"/>
              <a:ext cx="354600" cy="366480"/>
              <a:chOff x="8134560" y="650880"/>
              <a:chExt cx="354600" cy="366480"/>
            </a:xfrm>
          </p:grpSpPr>
          <p:sp>
            <p:nvSpPr>
              <p:cNvPr id="279" name="Google Shape;551;p19"/>
              <p:cNvSpPr/>
              <p:nvPr/>
            </p:nvSpPr>
            <p:spPr>
              <a:xfrm>
                <a:off x="8134560" y="650880"/>
                <a:ext cx="354600" cy="231480"/>
              </a:xfrm>
              <a:custGeom>
                <a:avLst/>
                <a:gdLst>
                  <a:gd name="textAreaLeft" fmla="*/ 0 w 354600"/>
                  <a:gd name="textAreaRight" fmla="*/ 354960 w 354600"/>
                  <a:gd name="textAreaTop" fmla="*/ 0 h 231480"/>
                  <a:gd name="textAreaBottom" fmla="*/ 231840 h 231480"/>
                </a:gdLst>
                <a:ahLst/>
                <a:cxnLst/>
                <a:rect l="textAreaLeft" t="textAreaTop" r="textAreaRight" b="textAreaBottom"/>
                <a:pathLst>
                  <a:path w="511" h="334">
                    <a:moveTo>
                      <a:pt x="470" y="187"/>
                    </a:moveTo>
                    <a:cubicBezTo>
                      <a:pt x="462" y="183"/>
                      <a:pt x="459" y="175"/>
                      <a:pt x="462" y="167"/>
                    </a:cubicBezTo>
                    <a:cubicBezTo>
                      <a:pt x="481" y="118"/>
                      <a:pt x="444" y="63"/>
                      <a:pt x="391" y="63"/>
                    </a:cubicBezTo>
                    <a:cubicBezTo>
                      <a:pt x="381" y="62"/>
                      <a:pt x="371" y="64"/>
                      <a:pt x="361" y="68"/>
                    </a:cubicBezTo>
                    <a:cubicBezTo>
                      <a:pt x="353" y="71"/>
                      <a:pt x="344" y="68"/>
                      <a:pt x="341" y="60"/>
                    </a:cubicBezTo>
                    <a:cubicBezTo>
                      <a:pt x="314" y="1"/>
                      <a:pt x="229" y="0"/>
                      <a:pt x="201" y="59"/>
                    </a:cubicBezTo>
                    <a:cubicBezTo>
                      <a:pt x="198" y="67"/>
                      <a:pt x="189" y="70"/>
                      <a:pt x="181" y="67"/>
                    </a:cubicBezTo>
                    <a:cubicBezTo>
                      <a:pt x="173" y="64"/>
                      <a:pt x="163" y="63"/>
                      <a:pt x="154" y="63"/>
                    </a:cubicBezTo>
                    <a:cubicBezTo>
                      <a:pt x="112" y="63"/>
                      <a:pt x="78" y="98"/>
                      <a:pt x="78" y="140"/>
                    </a:cubicBezTo>
                    <a:cubicBezTo>
                      <a:pt x="78" y="149"/>
                      <a:pt x="80" y="158"/>
                      <a:pt x="83" y="167"/>
                    </a:cubicBezTo>
                    <a:cubicBezTo>
                      <a:pt x="86" y="175"/>
                      <a:pt x="82" y="184"/>
                      <a:pt x="75" y="187"/>
                    </a:cubicBezTo>
                    <a:cubicBezTo>
                      <a:pt x="0" y="225"/>
                      <a:pt x="26" y="332"/>
                      <a:pt x="109" y="334"/>
                    </a:cubicBezTo>
                    <a:cubicBezTo>
                      <a:pt x="177" y="334"/>
                      <a:pt x="177" y="334"/>
                      <a:pt x="177" y="334"/>
                    </a:cubicBezTo>
                    <a:cubicBezTo>
                      <a:pt x="271" y="330"/>
                      <a:pt x="271" y="196"/>
                      <a:pt x="177" y="192"/>
                    </a:cubicBezTo>
                    <a:cubicBezTo>
                      <a:pt x="168" y="192"/>
                      <a:pt x="161" y="185"/>
                      <a:pt x="161" y="176"/>
                    </a:cubicBezTo>
                    <a:cubicBezTo>
                      <a:pt x="161" y="167"/>
                      <a:pt x="168" y="160"/>
                      <a:pt x="177" y="160"/>
                    </a:cubicBezTo>
                    <a:cubicBezTo>
                      <a:pt x="228" y="160"/>
                      <a:pt x="271" y="198"/>
                      <a:pt x="278" y="247"/>
                    </a:cubicBezTo>
                    <a:cubicBezTo>
                      <a:pt x="353" y="247"/>
                      <a:pt x="353" y="247"/>
                      <a:pt x="353" y="247"/>
                    </a:cubicBezTo>
                    <a:cubicBezTo>
                      <a:pt x="367" y="247"/>
                      <a:pt x="379" y="235"/>
                      <a:pt x="379" y="221"/>
                    </a:cubicBezTo>
                    <a:cubicBezTo>
                      <a:pt x="379" y="207"/>
                      <a:pt x="367" y="195"/>
                      <a:pt x="353" y="195"/>
                    </a:cubicBezTo>
                    <a:cubicBezTo>
                      <a:pt x="332" y="194"/>
                      <a:pt x="332" y="164"/>
                      <a:pt x="353" y="163"/>
                    </a:cubicBezTo>
                    <a:cubicBezTo>
                      <a:pt x="430" y="166"/>
                      <a:pt x="430" y="276"/>
                      <a:pt x="353" y="279"/>
                    </a:cubicBezTo>
                    <a:cubicBezTo>
                      <a:pt x="278" y="279"/>
                      <a:pt x="278" y="279"/>
                      <a:pt x="278" y="279"/>
                    </a:cubicBezTo>
                    <a:cubicBezTo>
                      <a:pt x="275" y="300"/>
                      <a:pt x="265" y="319"/>
                      <a:pt x="251" y="334"/>
                    </a:cubicBezTo>
                    <a:cubicBezTo>
                      <a:pt x="257" y="334"/>
                      <a:pt x="257" y="334"/>
                      <a:pt x="257" y="334"/>
                    </a:cubicBezTo>
                    <a:cubicBezTo>
                      <a:pt x="258" y="334"/>
                      <a:pt x="258" y="334"/>
                      <a:pt x="259" y="334"/>
                    </a:cubicBezTo>
                    <a:cubicBezTo>
                      <a:pt x="432" y="334"/>
                      <a:pt x="432" y="334"/>
                      <a:pt x="432" y="334"/>
                    </a:cubicBezTo>
                    <a:cubicBezTo>
                      <a:pt x="453" y="334"/>
                      <a:pt x="473" y="326"/>
                      <a:pt x="488" y="311"/>
                    </a:cubicBezTo>
                    <a:cubicBezTo>
                      <a:pt x="503" y="296"/>
                      <a:pt x="511" y="276"/>
                      <a:pt x="511" y="255"/>
                    </a:cubicBezTo>
                    <a:cubicBezTo>
                      <a:pt x="511" y="226"/>
                      <a:pt x="495" y="200"/>
                      <a:pt x="470" y="187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80" name="Google Shape;552;p19"/>
              <p:cNvSpPr/>
              <p:nvPr/>
            </p:nvSpPr>
            <p:spPr>
              <a:xfrm>
                <a:off x="8382960" y="971280"/>
                <a:ext cx="44280" cy="46080"/>
              </a:xfrm>
              <a:custGeom>
                <a:avLst/>
                <a:gdLst>
                  <a:gd name="textAreaLeft" fmla="*/ 0 w 44280"/>
                  <a:gd name="textAreaRight" fmla="*/ 44640 w 44280"/>
                  <a:gd name="textAreaTop" fmla="*/ 0 h 46080"/>
                  <a:gd name="textAreaBottom" fmla="*/ 46440 h 46080"/>
                </a:gdLst>
                <a:ahLst/>
                <a:cxnLst/>
                <a:rect l="textAreaLeft" t="textAreaTop" r="textAreaRight" b="textAreaBottom"/>
                <a:pathLst>
                  <a:path w="64" h="67">
                    <a:moveTo>
                      <a:pt x="63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35"/>
                      <a:pt x="0" y="35"/>
                      <a:pt x="0" y="35"/>
                    </a:cubicBezTo>
                    <a:cubicBezTo>
                      <a:pt x="0" y="52"/>
                      <a:pt x="14" y="67"/>
                      <a:pt x="32" y="67"/>
                    </a:cubicBezTo>
                    <a:cubicBezTo>
                      <a:pt x="57" y="67"/>
                      <a:pt x="57" y="67"/>
                      <a:pt x="57" y="67"/>
                    </a:cubicBezTo>
                    <a:cubicBezTo>
                      <a:pt x="61" y="67"/>
                      <a:pt x="64" y="63"/>
                      <a:pt x="64" y="59"/>
                    </a:cubicBezTo>
                    <a:cubicBezTo>
                      <a:pt x="64" y="0"/>
                      <a:pt x="64" y="0"/>
                      <a:pt x="64" y="0"/>
                    </a:cubicBezTo>
                    <a:cubicBezTo>
                      <a:pt x="64" y="0"/>
                      <a:pt x="64" y="0"/>
                      <a:pt x="63" y="0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3040" bIns="230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81" name="Google Shape;553;p19"/>
              <p:cNvSpPr/>
              <p:nvPr/>
            </p:nvSpPr>
            <p:spPr>
              <a:xfrm>
                <a:off x="8326440" y="900000"/>
                <a:ext cx="135000" cy="48600"/>
              </a:xfrm>
              <a:custGeom>
                <a:avLst/>
                <a:gdLst>
                  <a:gd name="textAreaLeft" fmla="*/ 0 w 135000"/>
                  <a:gd name="textAreaRight" fmla="*/ 135360 w 135000"/>
                  <a:gd name="textAreaTop" fmla="*/ 0 h 48600"/>
                  <a:gd name="textAreaBottom" fmla="*/ 48960 h 48600"/>
                </a:gdLst>
                <a:ahLst/>
                <a:cxnLst/>
                <a:rect l="textAreaLeft" t="textAreaTop" r="textAreaRight" b="textAreaBottom"/>
                <a:pathLst>
                  <a:path w="195" h="70">
                    <a:moveTo>
                      <a:pt x="195" y="19"/>
                    </a:moveTo>
                    <a:cubicBezTo>
                      <a:pt x="195" y="0"/>
                      <a:pt x="195" y="0"/>
                      <a:pt x="195" y="0"/>
                    </a:cubicBezTo>
                    <a:cubicBezTo>
                      <a:pt x="183" y="5"/>
                      <a:pt x="170" y="7"/>
                      <a:pt x="156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7" y="43"/>
                      <a:pt x="39" y="70"/>
                      <a:pt x="77" y="70"/>
                    </a:cubicBezTo>
                    <a:cubicBezTo>
                      <a:pt x="144" y="70"/>
                      <a:pt x="144" y="70"/>
                      <a:pt x="144" y="70"/>
                    </a:cubicBezTo>
                    <a:cubicBezTo>
                      <a:pt x="172" y="70"/>
                      <a:pt x="195" y="47"/>
                      <a:pt x="195" y="19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4480" bIns="2448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282" name="Google Shape;554;p19"/>
            <p:cNvGrpSpPr/>
            <p:nvPr/>
          </p:nvGrpSpPr>
          <p:grpSpPr>
            <a:xfrm>
              <a:off x="8148600" y="33480"/>
              <a:ext cx="326880" cy="318240"/>
              <a:chOff x="8148600" y="33480"/>
              <a:chExt cx="326880" cy="318240"/>
            </a:xfrm>
          </p:grpSpPr>
          <p:sp>
            <p:nvSpPr>
              <p:cNvPr id="283" name="Google Shape;555;p19"/>
              <p:cNvSpPr/>
              <p:nvPr/>
            </p:nvSpPr>
            <p:spPr>
              <a:xfrm>
                <a:off x="8274960" y="330120"/>
                <a:ext cx="115920" cy="21600"/>
              </a:xfrm>
              <a:custGeom>
                <a:avLst/>
                <a:gdLst>
                  <a:gd name="textAreaLeft" fmla="*/ 0 w 115920"/>
                  <a:gd name="textAreaRight" fmla="*/ 116280 w 115920"/>
                  <a:gd name="textAreaTop" fmla="*/ 0 h 21600"/>
                  <a:gd name="textAreaBottom" fmla="*/ 21960 h 21600"/>
                </a:gdLst>
                <a:ahLst/>
                <a:cxnLst/>
                <a:rect l="textAreaLeft" t="textAreaTop" r="textAreaRight" b="textAreaBottom"/>
                <a:pathLst>
                  <a:path w="190" h="36">
                    <a:moveTo>
                      <a:pt x="1" y="14"/>
                    </a:moveTo>
                    <a:cubicBezTo>
                      <a:pt x="0" y="16"/>
                      <a:pt x="2" y="19"/>
                      <a:pt x="4" y="19"/>
                    </a:cubicBezTo>
                    <a:cubicBezTo>
                      <a:pt x="65" y="36"/>
                      <a:pt x="135" y="29"/>
                      <a:pt x="190" y="0"/>
                    </a:cubicBezTo>
                    <a:cubicBezTo>
                      <a:pt x="6" y="0"/>
                      <a:pt x="6" y="0"/>
                      <a:pt x="6" y="0"/>
                    </a:cubicBezTo>
                    <a:lnTo>
                      <a:pt x="1" y="14"/>
                    </a:ln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800" bIns="1080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84" name="Google Shape;556;p19"/>
              <p:cNvSpPr/>
              <p:nvPr/>
            </p:nvSpPr>
            <p:spPr>
              <a:xfrm>
                <a:off x="8148600" y="151920"/>
                <a:ext cx="155880" cy="181080"/>
              </a:xfrm>
              <a:custGeom>
                <a:avLst/>
                <a:gdLst>
                  <a:gd name="textAreaLeft" fmla="*/ 0 w 155880"/>
                  <a:gd name="textAreaRight" fmla="*/ 156240 w 155880"/>
                  <a:gd name="textAreaTop" fmla="*/ 0 h 181080"/>
                  <a:gd name="textAreaBottom" fmla="*/ 181440 h 181080"/>
                </a:gdLst>
                <a:ahLst/>
                <a:cxnLst/>
                <a:rect l="textAreaLeft" t="textAreaTop" r="textAreaRight" b="textAreaBottom"/>
                <a:pathLst>
                  <a:path w="255" h="296">
                    <a:moveTo>
                      <a:pt x="251" y="72"/>
                    </a:moveTo>
                    <a:cubicBezTo>
                      <a:pt x="34" y="1"/>
                      <a:pt x="34" y="1"/>
                      <a:pt x="34" y="1"/>
                    </a:cubicBezTo>
                    <a:cubicBezTo>
                      <a:pt x="32" y="0"/>
                      <a:pt x="29" y="2"/>
                      <a:pt x="28" y="5"/>
                    </a:cubicBezTo>
                    <a:cubicBezTo>
                      <a:pt x="0" y="121"/>
                      <a:pt x="60" y="245"/>
                      <a:pt x="169" y="295"/>
                    </a:cubicBezTo>
                    <a:cubicBezTo>
                      <a:pt x="171" y="296"/>
                      <a:pt x="174" y="295"/>
                      <a:pt x="175" y="292"/>
                    </a:cubicBezTo>
                    <a:cubicBezTo>
                      <a:pt x="254" y="78"/>
                      <a:pt x="254" y="78"/>
                      <a:pt x="254" y="78"/>
                    </a:cubicBezTo>
                    <a:cubicBezTo>
                      <a:pt x="255" y="76"/>
                      <a:pt x="254" y="73"/>
                      <a:pt x="251" y="72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85" name="Google Shape;557;p19"/>
              <p:cNvSpPr/>
              <p:nvPr/>
            </p:nvSpPr>
            <p:spPr>
              <a:xfrm>
                <a:off x="8286480" y="286200"/>
                <a:ext cx="156960" cy="23040"/>
              </a:xfrm>
              <a:custGeom>
                <a:avLst/>
                <a:gdLst>
                  <a:gd name="textAreaLeft" fmla="*/ 0 w 156960"/>
                  <a:gd name="textAreaRight" fmla="*/ 157320 w 156960"/>
                  <a:gd name="textAreaTop" fmla="*/ 0 h 23040"/>
                  <a:gd name="textAreaBottom" fmla="*/ 23400 h 23040"/>
                </a:gdLst>
                <a:ahLst/>
                <a:cxnLst/>
                <a:rect l="textAreaLeft" t="textAreaTop" r="textAreaRight" b="textAreaBottom"/>
                <a:pathLst>
                  <a:path w="257" h="38">
                    <a:moveTo>
                      <a:pt x="0" y="38"/>
                    </a:moveTo>
                    <a:cubicBezTo>
                      <a:pt x="221" y="38"/>
                      <a:pt x="221" y="38"/>
                      <a:pt x="221" y="38"/>
                    </a:cubicBezTo>
                    <a:cubicBezTo>
                      <a:pt x="234" y="26"/>
                      <a:pt x="246" y="13"/>
                      <a:pt x="257" y="0"/>
                    </a:cubicBezTo>
                    <a:cubicBezTo>
                      <a:pt x="14" y="0"/>
                      <a:pt x="14" y="0"/>
                      <a:pt x="14" y="0"/>
                    </a:cubicBezTo>
                    <a:lnTo>
                      <a:pt x="0" y="38"/>
                    </a:ln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1520" bIns="1152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86" name="Google Shape;558;p19"/>
              <p:cNvSpPr/>
              <p:nvPr/>
            </p:nvSpPr>
            <p:spPr>
              <a:xfrm>
                <a:off x="8173800" y="33480"/>
                <a:ext cx="134280" cy="141480"/>
              </a:xfrm>
              <a:custGeom>
                <a:avLst/>
                <a:gdLst>
                  <a:gd name="textAreaLeft" fmla="*/ 0 w 134280"/>
                  <a:gd name="textAreaRight" fmla="*/ 134640 w 134280"/>
                  <a:gd name="textAreaTop" fmla="*/ 0 h 141480"/>
                  <a:gd name="textAreaBottom" fmla="*/ 141840 h 141480"/>
                </a:gdLst>
                <a:ahLst/>
                <a:cxnLst/>
                <a:rect l="textAreaLeft" t="textAreaTop" r="textAreaRight" b="textAreaBottom"/>
                <a:pathLst>
                  <a:path w="220" h="231">
                    <a:moveTo>
                      <a:pt x="4" y="162"/>
                    </a:moveTo>
                    <a:cubicBezTo>
                      <a:pt x="214" y="230"/>
                      <a:pt x="214" y="230"/>
                      <a:pt x="214" y="230"/>
                    </a:cubicBezTo>
                    <a:cubicBezTo>
                      <a:pt x="217" y="231"/>
                      <a:pt x="220" y="229"/>
                      <a:pt x="220" y="226"/>
                    </a:cubicBezTo>
                    <a:cubicBezTo>
                      <a:pt x="220" y="5"/>
                      <a:pt x="220" y="5"/>
                      <a:pt x="220" y="5"/>
                    </a:cubicBezTo>
                    <a:cubicBezTo>
                      <a:pt x="220" y="2"/>
                      <a:pt x="217" y="0"/>
                      <a:pt x="215" y="0"/>
                    </a:cubicBezTo>
                    <a:cubicBezTo>
                      <a:pt x="155" y="6"/>
                      <a:pt x="99" y="31"/>
                      <a:pt x="56" y="75"/>
                    </a:cubicBezTo>
                    <a:cubicBezTo>
                      <a:pt x="32" y="98"/>
                      <a:pt x="14" y="125"/>
                      <a:pt x="1" y="155"/>
                    </a:cubicBezTo>
                    <a:cubicBezTo>
                      <a:pt x="0" y="158"/>
                      <a:pt x="1" y="161"/>
                      <a:pt x="4" y="162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87" name="Google Shape;559;p19"/>
              <p:cNvSpPr/>
              <p:nvPr/>
            </p:nvSpPr>
            <p:spPr>
              <a:xfrm>
                <a:off x="8302320" y="243720"/>
                <a:ext cx="164160" cy="21240"/>
              </a:xfrm>
              <a:custGeom>
                <a:avLst/>
                <a:gdLst>
                  <a:gd name="textAreaLeft" fmla="*/ 0 w 164160"/>
                  <a:gd name="textAreaRight" fmla="*/ 164520 w 164160"/>
                  <a:gd name="textAreaTop" fmla="*/ 0 h 21240"/>
                  <a:gd name="textAreaBottom" fmla="*/ 21600 h 21240"/>
                </a:gdLst>
                <a:ahLst/>
                <a:cxnLst/>
                <a:rect l="textAreaLeft" t="textAreaTop" r="textAreaRight" b="textAreaBottom"/>
                <a:pathLst>
                  <a:path w="268" h="35">
                    <a:moveTo>
                      <a:pt x="0" y="35"/>
                    </a:moveTo>
                    <a:cubicBezTo>
                      <a:pt x="253" y="35"/>
                      <a:pt x="253" y="35"/>
                      <a:pt x="253" y="35"/>
                    </a:cubicBezTo>
                    <a:cubicBezTo>
                      <a:pt x="259" y="24"/>
                      <a:pt x="264" y="12"/>
                      <a:pt x="268" y="0"/>
                    </a:cubicBezTo>
                    <a:cubicBezTo>
                      <a:pt x="13" y="0"/>
                      <a:pt x="13" y="0"/>
                      <a:pt x="13" y="0"/>
                    </a:cubicBezTo>
                    <a:lnTo>
                      <a:pt x="0" y="35"/>
                    </a:ln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800" bIns="1080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88" name="Google Shape;560;p19"/>
              <p:cNvSpPr/>
              <p:nvPr/>
            </p:nvSpPr>
            <p:spPr>
              <a:xfrm>
                <a:off x="8317800" y="200880"/>
                <a:ext cx="157680" cy="21600"/>
              </a:xfrm>
              <a:custGeom>
                <a:avLst/>
                <a:gdLst>
                  <a:gd name="textAreaLeft" fmla="*/ 0 w 157680"/>
                  <a:gd name="textAreaRight" fmla="*/ 158040 w 157680"/>
                  <a:gd name="textAreaTop" fmla="*/ 0 h 21600"/>
                  <a:gd name="textAreaBottom" fmla="*/ 21960 h 21600"/>
                </a:gdLst>
                <a:ahLst/>
                <a:cxnLst/>
                <a:rect l="textAreaLeft" t="textAreaTop" r="textAreaRight" b="textAreaBottom"/>
                <a:pathLst>
                  <a:path w="258" h="36">
                    <a:moveTo>
                      <a:pt x="253" y="0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15" y="0"/>
                      <a:pt x="14" y="1"/>
                      <a:pt x="13" y="2"/>
                    </a:cubicBezTo>
                    <a:cubicBezTo>
                      <a:pt x="0" y="36"/>
                      <a:pt x="0" y="36"/>
                      <a:pt x="0" y="36"/>
                    </a:cubicBezTo>
                    <a:cubicBezTo>
                      <a:pt x="253" y="36"/>
                      <a:pt x="253" y="36"/>
                      <a:pt x="253" y="36"/>
                    </a:cubicBezTo>
                    <a:cubicBezTo>
                      <a:pt x="255" y="26"/>
                      <a:pt x="257" y="16"/>
                      <a:pt x="257" y="5"/>
                    </a:cubicBezTo>
                    <a:cubicBezTo>
                      <a:pt x="258" y="2"/>
                      <a:pt x="255" y="0"/>
                      <a:pt x="253" y="0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800" bIns="1080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89" name="Google Shape;561;p19"/>
              <p:cNvSpPr/>
              <p:nvPr/>
            </p:nvSpPr>
            <p:spPr>
              <a:xfrm>
                <a:off x="8346960" y="109080"/>
                <a:ext cx="18360" cy="54720"/>
              </a:xfrm>
              <a:custGeom>
                <a:avLst/>
                <a:gdLst>
                  <a:gd name="textAreaLeft" fmla="*/ 0 w 18360"/>
                  <a:gd name="textAreaRight" fmla="*/ 18720 w 18360"/>
                  <a:gd name="textAreaTop" fmla="*/ 0 h 54720"/>
                  <a:gd name="textAreaBottom" fmla="*/ 55080 h 54720"/>
                </a:gdLst>
                <a:ahLst/>
                <a:cxnLst/>
                <a:rect l="textAreaLeft" t="textAreaTop" r="textAreaRight" b="textAreaBottom"/>
                <a:pathLst>
                  <a:path w="31" h="90">
                    <a:moveTo>
                      <a:pt x="16" y="90"/>
                    </a:moveTo>
                    <a:cubicBezTo>
                      <a:pt x="24" y="90"/>
                      <a:pt x="31" y="84"/>
                      <a:pt x="31" y="75"/>
                    </a:cubicBezTo>
                    <a:cubicBezTo>
                      <a:pt x="31" y="20"/>
                      <a:pt x="31" y="20"/>
                      <a:pt x="31" y="20"/>
                    </a:cubicBezTo>
                    <a:cubicBezTo>
                      <a:pt x="30" y="0"/>
                      <a:pt x="1" y="0"/>
                      <a:pt x="0" y="20"/>
                    </a:cubicBezTo>
                    <a:cubicBezTo>
                      <a:pt x="0" y="75"/>
                      <a:pt x="0" y="75"/>
                      <a:pt x="0" y="75"/>
                    </a:cubicBezTo>
                    <a:cubicBezTo>
                      <a:pt x="0" y="84"/>
                      <a:pt x="7" y="90"/>
                      <a:pt x="16" y="90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7360" bIns="2736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90" name="Google Shape;562;p19"/>
              <p:cNvSpPr/>
              <p:nvPr/>
            </p:nvSpPr>
            <p:spPr>
              <a:xfrm>
                <a:off x="8384400" y="88200"/>
                <a:ext cx="18000" cy="75600"/>
              </a:xfrm>
              <a:custGeom>
                <a:avLst/>
                <a:gdLst>
                  <a:gd name="textAreaLeft" fmla="*/ 0 w 18000"/>
                  <a:gd name="textAreaRight" fmla="*/ 18360 w 18000"/>
                  <a:gd name="textAreaTop" fmla="*/ 0 h 75600"/>
                  <a:gd name="textAreaBottom" fmla="*/ 75960 h 75600"/>
                </a:gdLst>
                <a:ahLst/>
                <a:cxnLst/>
                <a:rect l="textAreaLeft" t="textAreaTop" r="textAreaRight" b="textAreaBottom"/>
                <a:pathLst>
                  <a:path w="30" h="124">
                    <a:moveTo>
                      <a:pt x="15" y="124"/>
                    </a:moveTo>
                    <a:cubicBezTo>
                      <a:pt x="24" y="124"/>
                      <a:pt x="30" y="118"/>
                      <a:pt x="30" y="109"/>
                    </a:cubicBezTo>
                    <a:cubicBezTo>
                      <a:pt x="30" y="20"/>
                      <a:pt x="30" y="20"/>
                      <a:pt x="30" y="20"/>
                    </a:cubicBezTo>
                    <a:cubicBezTo>
                      <a:pt x="30" y="0"/>
                      <a:pt x="1" y="0"/>
                      <a:pt x="0" y="20"/>
                    </a:cubicBezTo>
                    <a:cubicBezTo>
                      <a:pt x="0" y="109"/>
                      <a:pt x="0" y="109"/>
                      <a:pt x="0" y="109"/>
                    </a:cubicBezTo>
                    <a:cubicBezTo>
                      <a:pt x="0" y="118"/>
                      <a:pt x="7" y="124"/>
                      <a:pt x="15" y="124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7800" bIns="3780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91" name="Google Shape;563;p19"/>
              <p:cNvSpPr/>
              <p:nvPr/>
            </p:nvSpPr>
            <p:spPr>
              <a:xfrm>
                <a:off x="8421840" y="59040"/>
                <a:ext cx="18360" cy="104400"/>
              </a:xfrm>
              <a:custGeom>
                <a:avLst/>
                <a:gdLst>
                  <a:gd name="textAreaLeft" fmla="*/ 0 w 18360"/>
                  <a:gd name="textAreaRight" fmla="*/ 18720 w 18360"/>
                  <a:gd name="textAreaTop" fmla="*/ 0 h 104400"/>
                  <a:gd name="textAreaBottom" fmla="*/ 104760 h 104400"/>
                </a:gdLst>
                <a:ahLst/>
                <a:cxnLst/>
                <a:rect l="textAreaLeft" t="textAreaTop" r="textAreaRight" b="textAreaBottom"/>
                <a:pathLst>
                  <a:path w="30" h="171">
                    <a:moveTo>
                      <a:pt x="15" y="171"/>
                    </a:moveTo>
                    <a:cubicBezTo>
                      <a:pt x="23" y="171"/>
                      <a:pt x="30" y="165"/>
                      <a:pt x="30" y="156"/>
                    </a:cubicBezTo>
                    <a:cubicBezTo>
                      <a:pt x="30" y="20"/>
                      <a:pt x="30" y="20"/>
                      <a:pt x="30" y="20"/>
                    </a:cubicBezTo>
                    <a:cubicBezTo>
                      <a:pt x="29" y="0"/>
                      <a:pt x="1" y="0"/>
                      <a:pt x="0" y="20"/>
                    </a:cubicBezTo>
                    <a:cubicBezTo>
                      <a:pt x="0" y="156"/>
                      <a:pt x="0" y="156"/>
                      <a:pt x="0" y="156"/>
                    </a:cubicBezTo>
                    <a:cubicBezTo>
                      <a:pt x="0" y="165"/>
                      <a:pt x="7" y="171"/>
                      <a:pt x="15" y="171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sp>
        <p:nvSpPr>
          <p:cNvPr id="292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  <p:transition spd="slow">
    <p:push dir="u"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_ONLY_1"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7" name="Google Shape;637;p21"/>
          <p:cNvPicPr/>
          <p:nvPr/>
        </p:nvPicPr>
        <p:blipFill>
          <a:blip r:embed="rId2"/>
          <a:srcRect t="1844" r="1844"/>
          <a:stretch/>
        </p:blipFill>
        <p:spPr>
          <a:xfrm rot="10800000" flipH="1"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98" name="Google Shape;638;p21"/>
          <p:cNvPicPr/>
          <p:nvPr/>
        </p:nvPicPr>
        <p:blipFill>
          <a:blip r:embed="rId3">
            <a:alphaModFix amt="50000"/>
          </a:blip>
          <a:stretch/>
        </p:blipFill>
        <p:spPr>
          <a:xfrm rot="19152600" flipH="1">
            <a:off x="7219800" y="-2005920"/>
            <a:ext cx="3541680" cy="3464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99" name="Google Shape;639;p21"/>
          <p:cNvPicPr/>
          <p:nvPr/>
        </p:nvPicPr>
        <p:blipFill>
          <a:blip r:embed="rId4"/>
          <a:srcRect l="7208" r="48305" b="45432"/>
          <a:stretch/>
        </p:blipFill>
        <p:spPr>
          <a:xfrm rot="10800000" flipH="1">
            <a:off x="0" y="360"/>
            <a:ext cx="1218960" cy="285408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400" name="Google Shape;640;p21"/>
          <p:cNvGrpSpPr/>
          <p:nvPr/>
        </p:nvGrpSpPr>
        <p:grpSpPr>
          <a:xfrm>
            <a:off x="7780680" y="3676680"/>
            <a:ext cx="1963080" cy="2007000"/>
            <a:chOff x="7780680" y="3676680"/>
            <a:chExt cx="1963080" cy="2007000"/>
          </a:xfrm>
        </p:grpSpPr>
        <p:pic>
          <p:nvPicPr>
            <p:cNvPr id="401" name="Google Shape;641;p21"/>
            <p:cNvPicPr/>
            <p:nvPr/>
          </p:nvPicPr>
          <p:blipFill>
            <a:blip r:embed="rId5">
              <a:alphaModFix amt="50000"/>
            </a:blip>
            <a:stretch/>
          </p:blipFill>
          <p:spPr>
            <a:xfrm rot="5400000">
              <a:off x="7758720" y="3698640"/>
              <a:ext cx="2007000" cy="1963080"/>
            </a:xfrm>
            <a:prstGeom prst="rect">
              <a:avLst/>
            </a:prstGeom>
            <a:noFill/>
            <a:ln w="0">
              <a:noFill/>
            </a:ln>
          </p:spPr>
        </p:pic>
        <p:grpSp>
          <p:nvGrpSpPr>
            <p:cNvPr id="402" name="Google Shape;642;p21"/>
            <p:cNvGrpSpPr/>
            <p:nvPr/>
          </p:nvGrpSpPr>
          <p:grpSpPr>
            <a:xfrm>
              <a:off x="9025560" y="4566240"/>
              <a:ext cx="326520" cy="318240"/>
              <a:chOff x="9025560" y="4566240"/>
              <a:chExt cx="326520" cy="318240"/>
            </a:xfrm>
          </p:grpSpPr>
          <p:sp>
            <p:nvSpPr>
              <p:cNvPr id="403" name="Google Shape;643;p21"/>
              <p:cNvSpPr/>
              <p:nvPr/>
            </p:nvSpPr>
            <p:spPr>
              <a:xfrm>
                <a:off x="9151560" y="4862880"/>
                <a:ext cx="115920" cy="21600"/>
              </a:xfrm>
              <a:custGeom>
                <a:avLst/>
                <a:gdLst>
                  <a:gd name="textAreaLeft" fmla="*/ 0 w 115920"/>
                  <a:gd name="textAreaRight" fmla="*/ 116280 w 115920"/>
                  <a:gd name="textAreaTop" fmla="*/ 0 h 21600"/>
                  <a:gd name="textAreaBottom" fmla="*/ 21960 h 21600"/>
                </a:gdLst>
                <a:ahLst/>
                <a:cxnLst/>
                <a:rect l="textAreaLeft" t="textAreaTop" r="textAreaRight" b="textAreaBottom"/>
                <a:pathLst>
                  <a:path w="190" h="36">
                    <a:moveTo>
                      <a:pt x="1" y="14"/>
                    </a:moveTo>
                    <a:cubicBezTo>
                      <a:pt x="0" y="16"/>
                      <a:pt x="2" y="19"/>
                      <a:pt x="4" y="19"/>
                    </a:cubicBezTo>
                    <a:cubicBezTo>
                      <a:pt x="65" y="36"/>
                      <a:pt x="135" y="29"/>
                      <a:pt x="190" y="0"/>
                    </a:cubicBezTo>
                    <a:cubicBezTo>
                      <a:pt x="6" y="0"/>
                      <a:pt x="6" y="0"/>
                      <a:pt x="6" y="0"/>
                    </a:cubicBezTo>
                    <a:lnTo>
                      <a:pt x="1" y="14"/>
                    </a:ln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800" bIns="1080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04" name="Google Shape;644;p21"/>
              <p:cNvSpPr/>
              <p:nvPr/>
            </p:nvSpPr>
            <p:spPr>
              <a:xfrm>
                <a:off x="9025560" y="4684680"/>
                <a:ext cx="155880" cy="181080"/>
              </a:xfrm>
              <a:custGeom>
                <a:avLst/>
                <a:gdLst>
                  <a:gd name="textAreaLeft" fmla="*/ 0 w 155880"/>
                  <a:gd name="textAreaRight" fmla="*/ 156240 w 155880"/>
                  <a:gd name="textAreaTop" fmla="*/ 0 h 181080"/>
                  <a:gd name="textAreaBottom" fmla="*/ 181440 h 181080"/>
                </a:gdLst>
                <a:ahLst/>
                <a:cxnLst/>
                <a:rect l="textAreaLeft" t="textAreaTop" r="textAreaRight" b="textAreaBottom"/>
                <a:pathLst>
                  <a:path w="255" h="296">
                    <a:moveTo>
                      <a:pt x="251" y="72"/>
                    </a:moveTo>
                    <a:cubicBezTo>
                      <a:pt x="34" y="1"/>
                      <a:pt x="34" y="1"/>
                      <a:pt x="34" y="1"/>
                    </a:cubicBezTo>
                    <a:cubicBezTo>
                      <a:pt x="32" y="0"/>
                      <a:pt x="29" y="2"/>
                      <a:pt x="28" y="5"/>
                    </a:cubicBezTo>
                    <a:cubicBezTo>
                      <a:pt x="0" y="121"/>
                      <a:pt x="60" y="245"/>
                      <a:pt x="169" y="295"/>
                    </a:cubicBezTo>
                    <a:cubicBezTo>
                      <a:pt x="171" y="296"/>
                      <a:pt x="174" y="295"/>
                      <a:pt x="175" y="292"/>
                    </a:cubicBezTo>
                    <a:cubicBezTo>
                      <a:pt x="254" y="78"/>
                      <a:pt x="254" y="78"/>
                      <a:pt x="254" y="78"/>
                    </a:cubicBezTo>
                    <a:cubicBezTo>
                      <a:pt x="255" y="76"/>
                      <a:pt x="254" y="73"/>
                      <a:pt x="251" y="72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05" name="Google Shape;645;p21"/>
              <p:cNvSpPr/>
              <p:nvPr/>
            </p:nvSpPr>
            <p:spPr>
              <a:xfrm>
                <a:off x="9163080" y="4818960"/>
                <a:ext cx="156960" cy="23040"/>
              </a:xfrm>
              <a:custGeom>
                <a:avLst/>
                <a:gdLst>
                  <a:gd name="textAreaLeft" fmla="*/ 0 w 156960"/>
                  <a:gd name="textAreaRight" fmla="*/ 157320 w 156960"/>
                  <a:gd name="textAreaTop" fmla="*/ 0 h 23040"/>
                  <a:gd name="textAreaBottom" fmla="*/ 23400 h 23040"/>
                </a:gdLst>
                <a:ahLst/>
                <a:cxnLst/>
                <a:rect l="textAreaLeft" t="textAreaTop" r="textAreaRight" b="textAreaBottom"/>
                <a:pathLst>
                  <a:path w="257" h="38">
                    <a:moveTo>
                      <a:pt x="0" y="38"/>
                    </a:moveTo>
                    <a:cubicBezTo>
                      <a:pt x="221" y="38"/>
                      <a:pt x="221" y="38"/>
                      <a:pt x="221" y="38"/>
                    </a:cubicBezTo>
                    <a:cubicBezTo>
                      <a:pt x="234" y="26"/>
                      <a:pt x="246" y="13"/>
                      <a:pt x="257" y="0"/>
                    </a:cubicBezTo>
                    <a:cubicBezTo>
                      <a:pt x="14" y="0"/>
                      <a:pt x="14" y="0"/>
                      <a:pt x="14" y="0"/>
                    </a:cubicBezTo>
                    <a:lnTo>
                      <a:pt x="0" y="38"/>
                    </a:ln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1520" bIns="1152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06" name="Google Shape;646;p21"/>
              <p:cNvSpPr/>
              <p:nvPr/>
            </p:nvSpPr>
            <p:spPr>
              <a:xfrm>
                <a:off x="9050400" y="4566240"/>
                <a:ext cx="134280" cy="141480"/>
              </a:xfrm>
              <a:custGeom>
                <a:avLst/>
                <a:gdLst>
                  <a:gd name="textAreaLeft" fmla="*/ 0 w 134280"/>
                  <a:gd name="textAreaRight" fmla="*/ 134640 w 134280"/>
                  <a:gd name="textAreaTop" fmla="*/ 0 h 141480"/>
                  <a:gd name="textAreaBottom" fmla="*/ 141840 h 141480"/>
                </a:gdLst>
                <a:ahLst/>
                <a:cxnLst/>
                <a:rect l="textAreaLeft" t="textAreaTop" r="textAreaRight" b="textAreaBottom"/>
                <a:pathLst>
                  <a:path w="220" h="231">
                    <a:moveTo>
                      <a:pt x="4" y="162"/>
                    </a:moveTo>
                    <a:cubicBezTo>
                      <a:pt x="214" y="230"/>
                      <a:pt x="214" y="230"/>
                      <a:pt x="214" y="230"/>
                    </a:cubicBezTo>
                    <a:cubicBezTo>
                      <a:pt x="217" y="231"/>
                      <a:pt x="220" y="229"/>
                      <a:pt x="220" y="226"/>
                    </a:cubicBezTo>
                    <a:cubicBezTo>
                      <a:pt x="220" y="5"/>
                      <a:pt x="220" y="5"/>
                      <a:pt x="220" y="5"/>
                    </a:cubicBezTo>
                    <a:cubicBezTo>
                      <a:pt x="220" y="2"/>
                      <a:pt x="217" y="0"/>
                      <a:pt x="215" y="0"/>
                    </a:cubicBezTo>
                    <a:cubicBezTo>
                      <a:pt x="155" y="6"/>
                      <a:pt x="99" y="31"/>
                      <a:pt x="56" y="75"/>
                    </a:cubicBezTo>
                    <a:cubicBezTo>
                      <a:pt x="32" y="98"/>
                      <a:pt x="14" y="125"/>
                      <a:pt x="1" y="155"/>
                    </a:cubicBezTo>
                    <a:cubicBezTo>
                      <a:pt x="0" y="158"/>
                      <a:pt x="1" y="161"/>
                      <a:pt x="4" y="162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07" name="Google Shape;647;p21"/>
              <p:cNvSpPr/>
              <p:nvPr/>
            </p:nvSpPr>
            <p:spPr>
              <a:xfrm>
                <a:off x="9178920" y="4776480"/>
                <a:ext cx="164160" cy="21240"/>
              </a:xfrm>
              <a:custGeom>
                <a:avLst/>
                <a:gdLst>
                  <a:gd name="textAreaLeft" fmla="*/ 0 w 164160"/>
                  <a:gd name="textAreaRight" fmla="*/ 164520 w 164160"/>
                  <a:gd name="textAreaTop" fmla="*/ 0 h 21240"/>
                  <a:gd name="textAreaBottom" fmla="*/ 21600 h 21240"/>
                </a:gdLst>
                <a:ahLst/>
                <a:cxnLst/>
                <a:rect l="textAreaLeft" t="textAreaTop" r="textAreaRight" b="textAreaBottom"/>
                <a:pathLst>
                  <a:path w="268" h="35">
                    <a:moveTo>
                      <a:pt x="0" y="35"/>
                    </a:moveTo>
                    <a:cubicBezTo>
                      <a:pt x="253" y="35"/>
                      <a:pt x="253" y="35"/>
                      <a:pt x="253" y="35"/>
                    </a:cubicBezTo>
                    <a:cubicBezTo>
                      <a:pt x="259" y="24"/>
                      <a:pt x="264" y="12"/>
                      <a:pt x="268" y="0"/>
                    </a:cubicBezTo>
                    <a:cubicBezTo>
                      <a:pt x="13" y="0"/>
                      <a:pt x="13" y="0"/>
                      <a:pt x="13" y="0"/>
                    </a:cubicBezTo>
                    <a:lnTo>
                      <a:pt x="0" y="35"/>
                    </a:ln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800" bIns="1080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08" name="Google Shape;648;p21"/>
              <p:cNvSpPr/>
              <p:nvPr/>
            </p:nvSpPr>
            <p:spPr>
              <a:xfrm>
                <a:off x="9194400" y="4733640"/>
                <a:ext cx="157680" cy="21600"/>
              </a:xfrm>
              <a:custGeom>
                <a:avLst/>
                <a:gdLst>
                  <a:gd name="textAreaLeft" fmla="*/ 0 w 157680"/>
                  <a:gd name="textAreaRight" fmla="*/ 158040 w 157680"/>
                  <a:gd name="textAreaTop" fmla="*/ 0 h 21600"/>
                  <a:gd name="textAreaBottom" fmla="*/ 21960 h 21600"/>
                </a:gdLst>
                <a:ahLst/>
                <a:cxnLst/>
                <a:rect l="textAreaLeft" t="textAreaTop" r="textAreaRight" b="textAreaBottom"/>
                <a:pathLst>
                  <a:path w="258" h="36">
                    <a:moveTo>
                      <a:pt x="253" y="0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15" y="0"/>
                      <a:pt x="14" y="1"/>
                      <a:pt x="13" y="2"/>
                    </a:cubicBezTo>
                    <a:cubicBezTo>
                      <a:pt x="0" y="36"/>
                      <a:pt x="0" y="36"/>
                      <a:pt x="0" y="36"/>
                    </a:cubicBezTo>
                    <a:cubicBezTo>
                      <a:pt x="253" y="36"/>
                      <a:pt x="253" y="36"/>
                      <a:pt x="253" y="36"/>
                    </a:cubicBezTo>
                    <a:cubicBezTo>
                      <a:pt x="255" y="26"/>
                      <a:pt x="257" y="16"/>
                      <a:pt x="257" y="5"/>
                    </a:cubicBezTo>
                    <a:cubicBezTo>
                      <a:pt x="258" y="2"/>
                      <a:pt x="255" y="0"/>
                      <a:pt x="253" y="0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800" bIns="1080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09" name="Google Shape;649;p21"/>
              <p:cNvSpPr/>
              <p:nvPr/>
            </p:nvSpPr>
            <p:spPr>
              <a:xfrm>
                <a:off x="9223920" y="4641840"/>
                <a:ext cx="18360" cy="54720"/>
              </a:xfrm>
              <a:custGeom>
                <a:avLst/>
                <a:gdLst>
                  <a:gd name="textAreaLeft" fmla="*/ 0 w 18360"/>
                  <a:gd name="textAreaRight" fmla="*/ 18720 w 18360"/>
                  <a:gd name="textAreaTop" fmla="*/ 0 h 54720"/>
                  <a:gd name="textAreaBottom" fmla="*/ 55080 h 54720"/>
                </a:gdLst>
                <a:ahLst/>
                <a:cxnLst/>
                <a:rect l="textAreaLeft" t="textAreaTop" r="textAreaRight" b="textAreaBottom"/>
                <a:pathLst>
                  <a:path w="31" h="90">
                    <a:moveTo>
                      <a:pt x="16" y="90"/>
                    </a:moveTo>
                    <a:cubicBezTo>
                      <a:pt x="24" y="90"/>
                      <a:pt x="31" y="84"/>
                      <a:pt x="31" y="75"/>
                    </a:cubicBezTo>
                    <a:cubicBezTo>
                      <a:pt x="31" y="20"/>
                      <a:pt x="31" y="20"/>
                      <a:pt x="31" y="20"/>
                    </a:cubicBezTo>
                    <a:cubicBezTo>
                      <a:pt x="30" y="0"/>
                      <a:pt x="1" y="0"/>
                      <a:pt x="0" y="20"/>
                    </a:cubicBezTo>
                    <a:cubicBezTo>
                      <a:pt x="0" y="75"/>
                      <a:pt x="0" y="75"/>
                      <a:pt x="0" y="75"/>
                    </a:cubicBezTo>
                    <a:cubicBezTo>
                      <a:pt x="0" y="84"/>
                      <a:pt x="7" y="90"/>
                      <a:pt x="16" y="90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7360" bIns="2736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10" name="Google Shape;650;p21"/>
              <p:cNvSpPr/>
              <p:nvPr/>
            </p:nvSpPr>
            <p:spPr>
              <a:xfrm>
                <a:off x="9261360" y="4620960"/>
                <a:ext cx="18000" cy="75600"/>
              </a:xfrm>
              <a:custGeom>
                <a:avLst/>
                <a:gdLst>
                  <a:gd name="textAreaLeft" fmla="*/ 0 w 18000"/>
                  <a:gd name="textAreaRight" fmla="*/ 18360 w 18000"/>
                  <a:gd name="textAreaTop" fmla="*/ 0 h 75600"/>
                  <a:gd name="textAreaBottom" fmla="*/ 75960 h 75600"/>
                </a:gdLst>
                <a:ahLst/>
                <a:cxnLst/>
                <a:rect l="textAreaLeft" t="textAreaTop" r="textAreaRight" b="textAreaBottom"/>
                <a:pathLst>
                  <a:path w="30" h="124">
                    <a:moveTo>
                      <a:pt x="15" y="124"/>
                    </a:moveTo>
                    <a:cubicBezTo>
                      <a:pt x="24" y="124"/>
                      <a:pt x="30" y="118"/>
                      <a:pt x="30" y="109"/>
                    </a:cubicBezTo>
                    <a:cubicBezTo>
                      <a:pt x="30" y="20"/>
                      <a:pt x="30" y="20"/>
                      <a:pt x="30" y="20"/>
                    </a:cubicBezTo>
                    <a:cubicBezTo>
                      <a:pt x="30" y="0"/>
                      <a:pt x="1" y="0"/>
                      <a:pt x="0" y="20"/>
                    </a:cubicBezTo>
                    <a:cubicBezTo>
                      <a:pt x="0" y="109"/>
                      <a:pt x="0" y="109"/>
                      <a:pt x="0" y="109"/>
                    </a:cubicBezTo>
                    <a:cubicBezTo>
                      <a:pt x="0" y="118"/>
                      <a:pt x="7" y="124"/>
                      <a:pt x="15" y="124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7800" bIns="3780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11" name="Google Shape;651;p21"/>
              <p:cNvSpPr/>
              <p:nvPr/>
            </p:nvSpPr>
            <p:spPr>
              <a:xfrm>
                <a:off x="9298440" y="4591800"/>
                <a:ext cx="18360" cy="104400"/>
              </a:xfrm>
              <a:custGeom>
                <a:avLst/>
                <a:gdLst>
                  <a:gd name="textAreaLeft" fmla="*/ 0 w 18360"/>
                  <a:gd name="textAreaRight" fmla="*/ 18720 w 18360"/>
                  <a:gd name="textAreaTop" fmla="*/ 0 h 104400"/>
                  <a:gd name="textAreaBottom" fmla="*/ 104760 h 104400"/>
                </a:gdLst>
                <a:ahLst/>
                <a:cxnLst/>
                <a:rect l="textAreaLeft" t="textAreaTop" r="textAreaRight" b="textAreaBottom"/>
                <a:pathLst>
                  <a:path w="30" h="171">
                    <a:moveTo>
                      <a:pt x="15" y="171"/>
                    </a:moveTo>
                    <a:cubicBezTo>
                      <a:pt x="23" y="171"/>
                      <a:pt x="30" y="165"/>
                      <a:pt x="30" y="156"/>
                    </a:cubicBezTo>
                    <a:cubicBezTo>
                      <a:pt x="30" y="20"/>
                      <a:pt x="30" y="20"/>
                      <a:pt x="30" y="20"/>
                    </a:cubicBezTo>
                    <a:cubicBezTo>
                      <a:pt x="29" y="0"/>
                      <a:pt x="1" y="0"/>
                      <a:pt x="0" y="20"/>
                    </a:cubicBezTo>
                    <a:cubicBezTo>
                      <a:pt x="0" y="156"/>
                      <a:pt x="0" y="156"/>
                      <a:pt x="0" y="156"/>
                    </a:cubicBezTo>
                    <a:cubicBezTo>
                      <a:pt x="0" y="165"/>
                      <a:pt x="7" y="171"/>
                      <a:pt x="15" y="171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412" name="Google Shape;652;p21"/>
            <p:cNvGrpSpPr/>
            <p:nvPr/>
          </p:nvGrpSpPr>
          <p:grpSpPr>
            <a:xfrm>
              <a:off x="9068760" y="5229360"/>
              <a:ext cx="268200" cy="268560"/>
              <a:chOff x="9068760" y="5229360"/>
              <a:chExt cx="268200" cy="268560"/>
            </a:xfrm>
          </p:grpSpPr>
          <p:sp>
            <p:nvSpPr>
              <p:cNvPr id="413" name="Google Shape;653;p21"/>
              <p:cNvSpPr/>
              <p:nvPr/>
            </p:nvSpPr>
            <p:spPr>
              <a:xfrm>
                <a:off x="9127080" y="5387760"/>
                <a:ext cx="51480" cy="51480"/>
              </a:xfrm>
              <a:custGeom>
                <a:avLst/>
                <a:gdLst>
                  <a:gd name="textAreaLeft" fmla="*/ 0 w 51480"/>
                  <a:gd name="textAreaRight" fmla="*/ 51840 w 51480"/>
                  <a:gd name="textAreaTop" fmla="*/ 0 h 51480"/>
                  <a:gd name="textAreaBottom" fmla="*/ 51840 h 51480"/>
                </a:gdLst>
                <a:ahLst/>
                <a:cxnLst/>
                <a:rect l="textAreaLeft" t="textAreaTop" r="textAreaRight" b="textAreaBottom"/>
                <a:pathLst>
                  <a:path w="99" h="99">
                    <a:moveTo>
                      <a:pt x="0" y="2"/>
                    </a:moveTo>
                    <a:cubicBezTo>
                      <a:pt x="7" y="24"/>
                      <a:pt x="19" y="45"/>
                      <a:pt x="37" y="62"/>
                    </a:cubicBezTo>
                    <a:cubicBezTo>
                      <a:pt x="54" y="80"/>
                      <a:pt x="75" y="92"/>
                      <a:pt x="97" y="99"/>
                    </a:cubicBezTo>
                    <a:cubicBezTo>
                      <a:pt x="99" y="53"/>
                      <a:pt x="46" y="0"/>
                      <a:pt x="0" y="2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5920" bIns="2592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14" name="Google Shape;654;p21"/>
              <p:cNvSpPr/>
              <p:nvPr/>
            </p:nvSpPr>
            <p:spPr>
              <a:xfrm>
                <a:off x="9226440" y="5388480"/>
                <a:ext cx="50760" cy="50760"/>
              </a:xfrm>
              <a:custGeom>
                <a:avLst/>
                <a:gdLst>
                  <a:gd name="textAreaLeft" fmla="*/ 0 w 50760"/>
                  <a:gd name="textAreaRight" fmla="*/ 51120 w 50760"/>
                  <a:gd name="textAreaTop" fmla="*/ 0 h 50760"/>
                  <a:gd name="textAreaBottom" fmla="*/ 51120 h 50760"/>
                </a:gdLst>
                <a:ahLst/>
                <a:cxnLst/>
                <a:rect l="textAreaLeft" t="textAreaTop" r="textAreaRight" b="textAreaBottom"/>
                <a:pathLst>
                  <a:path w="98" h="98">
                    <a:moveTo>
                      <a:pt x="31" y="32"/>
                    </a:moveTo>
                    <a:cubicBezTo>
                      <a:pt x="11" y="52"/>
                      <a:pt x="0" y="77"/>
                      <a:pt x="0" y="98"/>
                    </a:cubicBezTo>
                    <a:cubicBezTo>
                      <a:pt x="22" y="91"/>
                      <a:pt x="43" y="79"/>
                      <a:pt x="61" y="61"/>
                    </a:cubicBezTo>
                    <a:cubicBezTo>
                      <a:pt x="78" y="44"/>
                      <a:pt x="91" y="23"/>
                      <a:pt x="98" y="1"/>
                    </a:cubicBezTo>
                    <a:cubicBezTo>
                      <a:pt x="76" y="0"/>
                      <a:pt x="51" y="11"/>
                      <a:pt x="31" y="32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5560" bIns="2556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15" name="Google Shape;655;p21"/>
              <p:cNvSpPr/>
              <p:nvPr/>
            </p:nvSpPr>
            <p:spPr>
              <a:xfrm>
                <a:off x="9127080" y="5288760"/>
                <a:ext cx="50400" cy="50760"/>
              </a:xfrm>
              <a:custGeom>
                <a:avLst/>
                <a:gdLst>
                  <a:gd name="textAreaLeft" fmla="*/ 0 w 50400"/>
                  <a:gd name="textAreaRight" fmla="*/ 50760 w 50400"/>
                  <a:gd name="textAreaTop" fmla="*/ 0 h 50760"/>
                  <a:gd name="textAreaBottom" fmla="*/ 51120 h 50760"/>
                </a:gdLst>
                <a:ahLst/>
                <a:cxnLst/>
                <a:rect l="textAreaLeft" t="textAreaTop" r="textAreaRight" b="textAreaBottom"/>
                <a:pathLst>
                  <a:path w="97" h="98">
                    <a:moveTo>
                      <a:pt x="66" y="67"/>
                    </a:moveTo>
                    <a:cubicBezTo>
                      <a:pt x="86" y="47"/>
                      <a:pt x="97" y="22"/>
                      <a:pt x="97" y="0"/>
                    </a:cubicBezTo>
                    <a:cubicBezTo>
                      <a:pt x="52" y="14"/>
                      <a:pt x="13" y="53"/>
                      <a:pt x="0" y="98"/>
                    </a:cubicBezTo>
                    <a:cubicBezTo>
                      <a:pt x="21" y="98"/>
                      <a:pt x="46" y="87"/>
                      <a:pt x="66" y="67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5560" bIns="2556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16" name="Google Shape;656;p21"/>
              <p:cNvSpPr/>
              <p:nvPr/>
            </p:nvSpPr>
            <p:spPr>
              <a:xfrm>
                <a:off x="9225360" y="5288760"/>
                <a:ext cx="51840" cy="51840"/>
              </a:xfrm>
              <a:custGeom>
                <a:avLst/>
                <a:gdLst>
                  <a:gd name="textAreaLeft" fmla="*/ 0 w 51840"/>
                  <a:gd name="textAreaRight" fmla="*/ 52200 w 51840"/>
                  <a:gd name="textAreaTop" fmla="*/ 0 h 51840"/>
                  <a:gd name="textAreaBottom" fmla="*/ 52200 h 51840"/>
                </a:gdLst>
                <a:ahLst/>
                <a:cxnLst/>
                <a:rect l="textAreaLeft" t="textAreaTop" r="textAreaRight" b="textAreaBottom"/>
                <a:pathLst>
                  <a:path w="100" h="100">
                    <a:moveTo>
                      <a:pt x="100" y="98"/>
                    </a:moveTo>
                    <a:cubicBezTo>
                      <a:pt x="86" y="53"/>
                      <a:pt x="47" y="14"/>
                      <a:pt x="2" y="0"/>
                    </a:cubicBezTo>
                    <a:cubicBezTo>
                      <a:pt x="0" y="46"/>
                      <a:pt x="54" y="100"/>
                      <a:pt x="100" y="98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5920" bIns="2592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17" name="Google Shape;657;p21"/>
              <p:cNvSpPr/>
              <p:nvPr/>
            </p:nvSpPr>
            <p:spPr>
              <a:xfrm>
                <a:off x="9188280" y="5351760"/>
                <a:ext cx="27000" cy="26640"/>
              </a:xfrm>
              <a:custGeom>
                <a:avLst/>
                <a:gdLst>
                  <a:gd name="textAreaLeft" fmla="*/ 0 w 27000"/>
                  <a:gd name="textAreaRight" fmla="*/ 27360 w 27000"/>
                  <a:gd name="textAreaTop" fmla="*/ 0 h 26640"/>
                  <a:gd name="textAreaBottom" fmla="*/ 27000 h 26640"/>
                </a:gdLst>
                <a:ahLst/>
                <a:cxnLst/>
                <a:rect l="textAreaLeft" t="textAreaTop" r="textAreaRight" b="textAreaBottom"/>
                <a:pathLst>
                  <a:path w="53" h="51">
                    <a:moveTo>
                      <a:pt x="27" y="0"/>
                    </a:moveTo>
                    <a:cubicBezTo>
                      <a:pt x="21" y="0"/>
                      <a:pt x="14" y="3"/>
                      <a:pt x="10" y="7"/>
                    </a:cubicBezTo>
                    <a:cubicBezTo>
                      <a:pt x="0" y="17"/>
                      <a:pt x="0" y="32"/>
                      <a:pt x="10" y="41"/>
                    </a:cubicBezTo>
                    <a:cubicBezTo>
                      <a:pt x="19" y="51"/>
                      <a:pt x="34" y="51"/>
                      <a:pt x="44" y="41"/>
                    </a:cubicBezTo>
                    <a:cubicBezTo>
                      <a:pt x="53" y="32"/>
                      <a:pt x="53" y="17"/>
                      <a:pt x="44" y="7"/>
                    </a:cubicBezTo>
                    <a:cubicBezTo>
                      <a:pt x="39" y="3"/>
                      <a:pt x="33" y="0"/>
                      <a:pt x="27" y="0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3320" bIns="1332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18" name="Google Shape;658;p21"/>
              <p:cNvSpPr/>
              <p:nvPr/>
            </p:nvSpPr>
            <p:spPr>
              <a:xfrm>
                <a:off x="9123120" y="5285520"/>
                <a:ext cx="157680" cy="157680"/>
              </a:xfrm>
              <a:custGeom>
                <a:avLst/>
                <a:gdLst>
                  <a:gd name="textAreaLeft" fmla="*/ 0 w 157680"/>
                  <a:gd name="textAreaRight" fmla="*/ 158040 w 157680"/>
                  <a:gd name="textAreaTop" fmla="*/ 0 h 157680"/>
                  <a:gd name="textAreaBottom" fmla="*/ 158040 h 157680"/>
                </a:gdLst>
                <a:ahLst/>
                <a:cxnLst/>
                <a:rect l="textAreaLeft" t="textAreaTop" r="textAreaRight" b="textAreaBottom"/>
                <a:pathLst>
                  <a:path w="303" h="303">
                    <a:moveTo>
                      <a:pt x="295" y="135"/>
                    </a:moveTo>
                    <a:cubicBezTo>
                      <a:pt x="265" y="135"/>
                      <a:pt x="233" y="120"/>
                      <a:pt x="208" y="95"/>
                    </a:cubicBezTo>
                    <a:cubicBezTo>
                      <a:pt x="192" y="79"/>
                      <a:pt x="180" y="61"/>
                      <a:pt x="174" y="41"/>
                    </a:cubicBezTo>
                    <a:cubicBezTo>
                      <a:pt x="169" y="27"/>
                      <a:pt x="168" y="14"/>
                      <a:pt x="169" y="1"/>
                    </a:cubicBezTo>
                    <a:cubicBezTo>
                      <a:pt x="158" y="0"/>
                      <a:pt x="146" y="0"/>
                      <a:pt x="135" y="1"/>
                    </a:cubicBezTo>
                    <a:cubicBezTo>
                      <a:pt x="140" y="52"/>
                      <a:pt x="93" y="114"/>
                      <a:pt x="41" y="129"/>
                    </a:cubicBezTo>
                    <a:cubicBezTo>
                      <a:pt x="28" y="134"/>
                      <a:pt x="15" y="135"/>
                      <a:pt x="1" y="134"/>
                    </a:cubicBezTo>
                    <a:cubicBezTo>
                      <a:pt x="0" y="146"/>
                      <a:pt x="0" y="157"/>
                      <a:pt x="1" y="168"/>
                    </a:cubicBezTo>
                    <a:cubicBezTo>
                      <a:pt x="68" y="161"/>
                      <a:pt x="142" y="235"/>
                      <a:pt x="135" y="302"/>
                    </a:cubicBezTo>
                    <a:cubicBezTo>
                      <a:pt x="146" y="303"/>
                      <a:pt x="157" y="303"/>
                      <a:pt x="169" y="302"/>
                    </a:cubicBezTo>
                    <a:cubicBezTo>
                      <a:pt x="166" y="270"/>
                      <a:pt x="180" y="235"/>
                      <a:pt x="208" y="207"/>
                    </a:cubicBezTo>
                    <a:cubicBezTo>
                      <a:pt x="224" y="191"/>
                      <a:pt x="242" y="180"/>
                      <a:pt x="262" y="173"/>
                    </a:cubicBezTo>
                    <a:cubicBezTo>
                      <a:pt x="275" y="169"/>
                      <a:pt x="289" y="167"/>
                      <a:pt x="302" y="168"/>
                    </a:cubicBezTo>
                    <a:cubicBezTo>
                      <a:pt x="303" y="157"/>
                      <a:pt x="303" y="146"/>
                      <a:pt x="302" y="134"/>
                    </a:cubicBezTo>
                    <a:cubicBezTo>
                      <a:pt x="300" y="134"/>
                      <a:pt x="297" y="135"/>
                      <a:pt x="295" y="135"/>
                    </a:cubicBezTo>
                    <a:close/>
                    <a:moveTo>
                      <a:pt x="190" y="190"/>
                    </a:moveTo>
                    <a:cubicBezTo>
                      <a:pt x="190" y="190"/>
                      <a:pt x="190" y="190"/>
                      <a:pt x="190" y="190"/>
                    </a:cubicBezTo>
                    <a:cubicBezTo>
                      <a:pt x="169" y="211"/>
                      <a:pt x="135" y="211"/>
                      <a:pt x="114" y="190"/>
                    </a:cubicBezTo>
                    <a:cubicBezTo>
                      <a:pt x="92" y="169"/>
                      <a:pt x="92" y="134"/>
                      <a:pt x="114" y="113"/>
                    </a:cubicBezTo>
                    <a:cubicBezTo>
                      <a:pt x="135" y="92"/>
                      <a:pt x="169" y="92"/>
                      <a:pt x="190" y="113"/>
                    </a:cubicBezTo>
                    <a:cubicBezTo>
                      <a:pt x="211" y="134"/>
                      <a:pt x="211" y="169"/>
                      <a:pt x="190" y="190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19" name="Google Shape;659;p21"/>
              <p:cNvSpPr/>
              <p:nvPr/>
            </p:nvSpPr>
            <p:spPr>
              <a:xfrm>
                <a:off x="9068760" y="5229360"/>
                <a:ext cx="268200" cy="268560"/>
              </a:xfrm>
              <a:custGeom>
                <a:avLst/>
                <a:gdLst>
                  <a:gd name="textAreaLeft" fmla="*/ 0 w 268200"/>
                  <a:gd name="textAreaRight" fmla="*/ 268560 w 268200"/>
                  <a:gd name="textAreaTop" fmla="*/ 0 h 268560"/>
                  <a:gd name="textAreaBottom" fmla="*/ 268920 h 268560"/>
                </a:gdLst>
                <a:ahLst/>
                <a:cxnLst/>
                <a:rect l="textAreaLeft" t="textAreaTop" r="textAreaRight" b="textAreaBottom"/>
                <a:pathLst>
                  <a:path w="514" h="515">
                    <a:moveTo>
                      <a:pt x="507" y="209"/>
                    </a:moveTo>
                    <a:cubicBezTo>
                      <a:pt x="506" y="200"/>
                      <a:pt x="499" y="193"/>
                      <a:pt x="490" y="192"/>
                    </a:cubicBezTo>
                    <a:cubicBezTo>
                      <a:pt x="469" y="188"/>
                      <a:pt x="469" y="188"/>
                      <a:pt x="469" y="188"/>
                    </a:cubicBezTo>
                    <a:cubicBezTo>
                      <a:pt x="467" y="188"/>
                      <a:pt x="465" y="186"/>
                      <a:pt x="464" y="184"/>
                    </a:cubicBezTo>
                    <a:cubicBezTo>
                      <a:pt x="461" y="177"/>
                      <a:pt x="458" y="170"/>
                      <a:pt x="455" y="163"/>
                    </a:cubicBezTo>
                    <a:cubicBezTo>
                      <a:pt x="454" y="161"/>
                      <a:pt x="454" y="158"/>
                      <a:pt x="456" y="157"/>
                    </a:cubicBezTo>
                    <a:cubicBezTo>
                      <a:pt x="468" y="139"/>
                      <a:pt x="468" y="139"/>
                      <a:pt x="468" y="139"/>
                    </a:cubicBezTo>
                    <a:cubicBezTo>
                      <a:pt x="473" y="132"/>
                      <a:pt x="473" y="122"/>
                      <a:pt x="468" y="115"/>
                    </a:cubicBezTo>
                    <a:cubicBezTo>
                      <a:pt x="459" y="101"/>
                      <a:pt x="448" y="89"/>
                      <a:pt x="437" y="77"/>
                    </a:cubicBezTo>
                    <a:cubicBezTo>
                      <a:pt x="424" y="64"/>
                      <a:pt x="409" y="53"/>
                      <a:pt x="394" y="43"/>
                    </a:cubicBezTo>
                    <a:cubicBezTo>
                      <a:pt x="389" y="39"/>
                      <a:pt x="382" y="39"/>
                      <a:pt x="377" y="43"/>
                    </a:cubicBezTo>
                    <a:cubicBezTo>
                      <a:pt x="357" y="58"/>
                      <a:pt x="357" y="58"/>
                      <a:pt x="357" y="58"/>
                    </a:cubicBezTo>
                    <a:cubicBezTo>
                      <a:pt x="355" y="59"/>
                      <a:pt x="352" y="60"/>
                      <a:pt x="350" y="59"/>
                    </a:cubicBezTo>
                    <a:cubicBezTo>
                      <a:pt x="343" y="55"/>
                      <a:pt x="336" y="53"/>
                      <a:pt x="329" y="50"/>
                    </a:cubicBezTo>
                    <a:cubicBezTo>
                      <a:pt x="327" y="49"/>
                      <a:pt x="326" y="47"/>
                      <a:pt x="325" y="45"/>
                    </a:cubicBezTo>
                    <a:cubicBezTo>
                      <a:pt x="321" y="20"/>
                      <a:pt x="321" y="20"/>
                      <a:pt x="321" y="20"/>
                    </a:cubicBezTo>
                    <a:cubicBezTo>
                      <a:pt x="320" y="14"/>
                      <a:pt x="315" y="9"/>
                      <a:pt x="309" y="8"/>
                    </a:cubicBezTo>
                    <a:cubicBezTo>
                      <a:pt x="274" y="0"/>
                      <a:pt x="237" y="1"/>
                      <a:pt x="201" y="8"/>
                    </a:cubicBezTo>
                    <a:cubicBezTo>
                      <a:pt x="195" y="9"/>
                      <a:pt x="191" y="14"/>
                      <a:pt x="190" y="20"/>
                    </a:cubicBezTo>
                    <a:cubicBezTo>
                      <a:pt x="186" y="45"/>
                      <a:pt x="186" y="45"/>
                      <a:pt x="186" y="45"/>
                    </a:cubicBezTo>
                    <a:cubicBezTo>
                      <a:pt x="185" y="48"/>
                      <a:pt x="184" y="49"/>
                      <a:pt x="181" y="50"/>
                    </a:cubicBezTo>
                    <a:cubicBezTo>
                      <a:pt x="174" y="53"/>
                      <a:pt x="167" y="56"/>
                      <a:pt x="160" y="59"/>
                    </a:cubicBezTo>
                    <a:cubicBezTo>
                      <a:pt x="158" y="60"/>
                      <a:pt x="156" y="60"/>
                      <a:pt x="154" y="58"/>
                    </a:cubicBezTo>
                    <a:cubicBezTo>
                      <a:pt x="133" y="44"/>
                      <a:pt x="133" y="44"/>
                      <a:pt x="133" y="44"/>
                    </a:cubicBezTo>
                    <a:cubicBezTo>
                      <a:pt x="128" y="40"/>
                      <a:pt x="121" y="40"/>
                      <a:pt x="116" y="43"/>
                    </a:cubicBezTo>
                    <a:cubicBezTo>
                      <a:pt x="101" y="53"/>
                      <a:pt x="87" y="65"/>
                      <a:pt x="75" y="77"/>
                    </a:cubicBezTo>
                    <a:cubicBezTo>
                      <a:pt x="63" y="89"/>
                      <a:pt x="52" y="102"/>
                      <a:pt x="43" y="116"/>
                    </a:cubicBezTo>
                    <a:cubicBezTo>
                      <a:pt x="38" y="123"/>
                      <a:pt x="38" y="133"/>
                      <a:pt x="43" y="140"/>
                    </a:cubicBezTo>
                    <a:cubicBezTo>
                      <a:pt x="55" y="157"/>
                      <a:pt x="55" y="157"/>
                      <a:pt x="55" y="157"/>
                    </a:cubicBezTo>
                    <a:cubicBezTo>
                      <a:pt x="57" y="159"/>
                      <a:pt x="57" y="162"/>
                      <a:pt x="56" y="164"/>
                    </a:cubicBezTo>
                    <a:cubicBezTo>
                      <a:pt x="53" y="171"/>
                      <a:pt x="50" y="178"/>
                      <a:pt x="47" y="185"/>
                    </a:cubicBezTo>
                    <a:cubicBezTo>
                      <a:pt x="47" y="187"/>
                      <a:pt x="45" y="188"/>
                      <a:pt x="42" y="189"/>
                    </a:cubicBezTo>
                    <a:cubicBezTo>
                      <a:pt x="17" y="193"/>
                      <a:pt x="17" y="193"/>
                      <a:pt x="17" y="193"/>
                    </a:cubicBezTo>
                    <a:cubicBezTo>
                      <a:pt x="11" y="194"/>
                      <a:pt x="6" y="199"/>
                      <a:pt x="5" y="205"/>
                    </a:cubicBezTo>
                    <a:cubicBezTo>
                      <a:pt x="1" y="222"/>
                      <a:pt x="0" y="240"/>
                      <a:pt x="0" y="258"/>
                    </a:cubicBezTo>
                    <a:cubicBezTo>
                      <a:pt x="0" y="275"/>
                      <a:pt x="1" y="292"/>
                      <a:pt x="4" y="308"/>
                    </a:cubicBezTo>
                    <a:cubicBezTo>
                      <a:pt x="6" y="317"/>
                      <a:pt x="13" y="324"/>
                      <a:pt x="22" y="325"/>
                    </a:cubicBezTo>
                    <a:cubicBezTo>
                      <a:pt x="43" y="329"/>
                      <a:pt x="43" y="329"/>
                      <a:pt x="43" y="329"/>
                    </a:cubicBezTo>
                    <a:cubicBezTo>
                      <a:pt x="45" y="329"/>
                      <a:pt x="47" y="331"/>
                      <a:pt x="47" y="333"/>
                    </a:cubicBezTo>
                    <a:cubicBezTo>
                      <a:pt x="50" y="340"/>
                      <a:pt x="53" y="347"/>
                      <a:pt x="56" y="353"/>
                    </a:cubicBezTo>
                    <a:cubicBezTo>
                      <a:pt x="57" y="356"/>
                      <a:pt x="57" y="358"/>
                      <a:pt x="56" y="360"/>
                    </a:cubicBezTo>
                    <a:cubicBezTo>
                      <a:pt x="43" y="377"/>
                      <a:pt x="43" y="377"/>
                      <a:pt x="43" y="377"/>
                    </a:cubicBezTo>
                    <a:cubicBezTo>
                      <a:pt x="38" y="384"/>
                      <a:pt x="38" y="394"/>
                      <a:pt x="43" y="402"/>
                    </a:cubicBezTo>
                    <a:cubicBezTo>
                      <a:pt x="62" y="430"/>
                      <a:pt x="88" y="455"/>
                      <a:pt x="117" y="474"/>
                    </a:cubicBezTo>
                    <a:cubicBezTo>
                      <a:pt x="122" y="477"/>
                      <a:pt x="129" y="477"/>
                      <a:pt x="134" y="474"/>
                    </a:cubicBezTo>
                    <a:cubicBezTo>
                      <a:pt x="154" y="459"/>
                      <a:pt x="154" y="459"/>
                      <a:pt x="154" y="459"/>
                    </a:cubicBezTo>
                    <a:cubicBezTo>
                      <a:pt x="156" y="457"/>
                      <a:pt x="159" y="457"/>
                      <a:pt x="161" y="458"/>
                    </a:cubicBezTo>
                    <a:cubicBezTo>
                      <a:pt x="168" y="461"/>
                      <a:pt x="175" y="464"/>
                      <a:pt x="182" y="467"/>
                    </a:cubicBezTo>
                    <a:cubicBezTo>
                      <a:pt x="184" y="468"/>
                      <a:pt x="186" y="469"/>
                      <a:pt x="186" y="472"/>
                    </a:cubicBezTo>
                    <a:cubicBezTo>
                      <a:pt x="190" y="493"/>
                      <a:pt x="190" y="493"/>
                      <a:pt x="190" y="493"/>
                    </a:cubicBezTo>
                    <a:cubicBezTo>
                      <a:pt x="191" y="501"/>
                      <a:pt x="198" y="508"/>
                      <a:pt x="207" y="510"/>
                    </a:cubicBezTo>
                    <a:cubicBezTo>
                      <a:pt x="223" y="513"/>
                      <a:pt x="239" y="515"/>
                      <a:pt x="256" y="515"/>
                    </a:cubicBezTo>
                    <a:cubicBezTo>
                      <a:pt x="272" y="515"/>
                      <a:pt x="289" y="513"/>
                      <a:pt x="305" y="510"/>
                    </a:cubicBezTo>
                    <a:cubicBezTo>
                      <a:pt x="314" y="508"/>
                      <a:pt x="321" y="501"/>
                      <a:pt x="322" y="492"/>
                    </a:cubicBezTo>
                    <a:cubicBezTo>
                      <a:pt x="326" y="472"/>
                      <a:pt x="326" y="472"/>
                      <a:pt x="326" y="472"/>
                    </a:cubicBezTo>
                    <a:cubicBezTo>
                      <a:pt x="326" y="469"/>
                      <a:pt x="328" y="467"/>
                      <a:pt x="330" y="467"/>
                    </a:cubicBezTo>
                    <a:cubicBezTo>
                      <a:pt x="337" y="464"/>
                      <a:pt x="344" y="461"/>
                      <a:pt x="351" y="458"/>
                    </a:cubicBezTo>
                    <a:cubicBezTo>
                      <a:pt x="353" y="457"/>
                      <a:pt x="355" y="457"/>
                      <a:pt x="357" y="458"/>
                    </a:cubicBezTo>
                    <a:cubicBezTo>
                      <a:pt x="378" y="473"/>
                      <a:pt x="378" y="473"/>
                      <a:pt x="378" y="473"/>
                    </a:cubicBezTo>
                    <a:cubicBezTo>
                      <a:pt x="383" y="477"/>
                      <a:pt x="390" y="477"/>
                      <a:pt x="395" y="474"/>
                    </a:cubicBezTo>
                    <a:cubicBezTo>
                      <a:pt x="410" y="464"/>
                      <a:pt x="424" y="452"/>
                      <a:pt x="437" y="440"/>
                    </a:cubicBezTo>
                    <a:cubicBezTo>
                      <a:pt x="449" y="428"/>
                      <a:pt x="459" y="415"/>
                      <a:pt x="469" y="401"/>
                    </a:cubicBezTo>
                    <a:cubicBezTo>
                      <a:pt x="474" y="394"/>
                      <a:pt x="474" y="384"/>
                      <a:pt x="468" y="377"/>
                    </a:cubicBezTo>
                    <a:cubicBezTo>
                      <a:pt x="456" y="360"/>
                      <a:pt x="456" y="360"/>
                      <a:pt x="456" y="360"/>
                    </a:cubicBezTo>
                    <a:cubicBezTo>
                      <a:pt x="455" y="358"/>
                      <a:pt x="454" y="355"/>
                      <a:pt x="455" y="353"/>
                    </a:cubicBezTo>
                    <a:cubicBezTo>
                      <a:pt x="459" y="346"/>
                      <a:pt x="462" y="339"/>
                      <a:pt x="464" y="332"/>
                    </a:cubicBezTo>
                    <a:cubicBezTo>
                      <a:pt x="465" y="330"/>
                      <a:pt x="467" y="328"/>
                      <a:pt x="469" y="328"/>
                    </a:cubicBezTo>
                    <a:cubicBezTo>
                      <a:pt x="494" y="324"/>
                      <a:pt x="494" y="324"/>
                      <a:pt x="494" y="324"/>
                    </a:cubicBezTo>
                    <a:cubicBezTo>
                      <a:pt x="500" y="323"/>
                      <a:pt x="505" y="318"/>
                      <a:pt x="506" y="312"/>
                    </a:cubicBezTo>
                    <a:cubicBezTo>
                      <a:pt x="513" y="278"/>
                      <a:pt x="514" y="243"/>
                      <a:pt x="507" y="209"/>
                    </a:cubicBezTo>
                    <a:close/>
                    <a:moveTo>
                      <a:pt x="384" y="387"/>
                    </a:moveTo>
                    <a:cubicBezTo>
                      <a:pt x="339" y="431"/>
                      <a:pt x="279" y="448"/>
                      <a:pt x="220" y="436"/>
                    </a:cubicBezTo>
                    <a:cubicBezTo>
                      <a:pt x="219" y="436"/>
                      <a:pt x="218" y="436"/>
                      <a:pt x="217" y="436"/>
                    </a:cubicBezTo>
                    <a:cubicBezTo>
                      <a:pt x="217" y="436"/>
                      <a:pt x="217" y="436"/>
                      <a:pt x="217" y="436"/>
                    </a:cubicBezTo>
                    <a:cubicBezTo>
                      <a:pt x="151" y="423"/>
                      <a:pt x="91" y="363"/>
                      <a:pt x="79" y="297"/>
                    </a:cubicBezTo>
                    <a:cubicBezTo>
                      <a:pt x="79" y="297"/>
                      <a:pt x="79" y="297"/>
                      <a:pt x="79" y="297"/>
                    </a:cubicBezTo>
                    <a:cubicBezTo>
                      <a:pt x="78" y="296"/>
                      <a:pt x="78" y="295"/>
                      <a:pt x="78" y="294"/>
                    </a:cubicBezTo>
                    <a:cubicBezTo>
                      <a:pt x="73" y="271"/>
                      <a:pt x="73" y="246"/>
                      <a:pt x="78" y="222"/>
                    </a:cubicBezTo>
                    <a:cubicBezTo>
                      <a:pt x="78" y="221"/>
                      <a:pt x="78" y="220"/>
                      <a:pt x="79" y="219"/>
                    </a:cubicBezTo>
                    <a:cubicBezTo>
                      <a:pt x="79" y="219"/>
                      <a:pt x="79" y="219"/>
                      <a:pt x="79" y="219"/>
                    </a:cubicBezTo>
                    <a:cubicBezTo>
                      <a:pt x="108" y="81"/>
                      <a:pt x="283" y="29"/>
                      <a:pt x="384" y="130"/>
                    </a:cubicBezTo>
                    <a:cubicBezTo>
                      <a:pt x="409" y="155"/>
                      <a:pt x="425" y="186"/>
                      <a:pt x="433" y="219"/>
                    </a:cubicBezTo>
                    <a:cubicBezTo>
                      <a:pt x="433" y="219"/>
                      <a:pt x="433" y="219"/>
                      <a:pt x="433" y="219"/>
                    </a:cubicBezTo>
                    <a:cubicBezTo>
                      <a:pt x="433" y="221"/>
                      <a:pt x="433" y="222"/>
                      <a:pt x="433" y="223"/>
                    </a:cubicBezTo>
                    <a:cubicBezTo>
                      <a:pt x="445" y="280"/>
                      <a:pt x="428" y="342"/>
                      <a:pt x="384" y="387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420" name="Google Shape;660;p21"/>
            <p:cNvGrpSpPr/>
            <p:nvPr/>
          </p:nvGrpSpPr>
          <p:grpSpPr>
            <a:xfrm>
              <a:off x="8429040" y="4834440"/>
              <a:ext cx="399240" cy="412560"/>
              <a:chOff x="8429040" y="4834440"/>
              <a:chExt cx="399240" cy="412560"/>
            </a:xfrm>
          </p:grpSpPr>
          <p:sp>
            <p:nvSpPr>
              <p:cNvPr id="421" name="Google Shape;661;p21"/>
              <p:cNvSpPr/>
              <p:nvPr/>
            </p:nvSpPr>
            <p:spPr>
              <a:xfrm>
                <a:off x="8429040" y="4834440"/>
                <a:ext cx="399240" cy="261000"/>
              </a:xfrm>
              <a:custGeom>
                <a:avLst/>
                <a:gdLst>
                  <a:gd name="textAreaLeft" fmla="*/ 0 w 399240"/>
                  <a:gd name="textAreaRight" fmla="*/ 399600 w 399240"/>
                  <a:gd name="textAreaTop" fmla="*/ 0 h 261000"/>
                  <a:gd name="textAreaBottom" fmla="*/ 261360 h 261000"/>
                </a:gdLst>
                <a:ahLst/>
                <a:cxnLst/>
                <a:rect l="textAreaLeft" t="textAreaTop" r="textAreaRight" b="textAreaBottom"/>
                <a:pathLst>
                  <a:path w="511" h="334">
                    <a:moveTo>
                      <a:pt x="470" y="187"/>
                    </a:moveTo>
                    <a:cubicBezTo>
                      <a:pt x="462" y="183"/>
                      <a:pt x="459" y="175"/>
                      <a:pt x="462" y="167"/>
                    </a:cubicBezTo>
                    <a:cubicBezTo>
                      <a:pt x="481" y="118"/>
                      <a:pt x="444" y="63"/>
                      <a:pt x="391" y="63"/>
                    </a:cubicBezTo>
                    <a:cubicBezTo>
                      <a:pt x="381" y="62"/>
                      <a:pt x="371" y="64"/>
                      <a:pt x="361" y="68"/>
                    </a:cubicBezTo>
                    <a:cubicBezTo>
                      <a:pt x="353" y="71"/>
                      <a:pt x="344" y="68"/>
                      <a:pt x="341" y="60"/>
                    </a:cubicBezTo>
                    <a:cubicBezTo>
                      <a:pt x="314" y="1"/>
                      <a:pt x="229" y="0"/>
                      <a:pt x="201" y="59"/>
                    </a:cubicBezTo>
                    <a:cubicBezTo>
                      <a:pt x="198" y="67"/>
                      <a:pt x="189" y="70"/>
                      <a:pt x="181" y="67"/>
                    </a:cubicBezTo>
                    <a:cubicBezTo>
                      <a:pt x="173" y="64"/>
                      <a:pt x="163" y="63"/>
                      <a:pt x="154" y="63"/>
                    </a:cubicBezTo>
                    <a:cubicBezTo>
                      <a:pt x="112" y="63"/>
                      <a:pt x="78" y="98"/>
                      <a:pt x="78" y="140"/>
                    </a:cubicBezTo>
                    <a:cubicBezTo>
                      <a:pt x="78" y="149"/>
                      <a:pt x="80" y="158"/>
                      <a:pt x="83" y="167"/>
                    </a:cubicBezTo>
                    <a:cubicBezTo>
                      <a:pt x="86" y="175"/>
                      <a:pt x="82" y="184"/>
                      <a:pt x="75" y="187"/>
                    </a:cubicBezTo>
                    <a:cubicBezTo>
                      <a:pt x="0" y="225"/>
                      <a:pt x="26" y="332"/>
                      <a:pt x="109" y="334"/>
                    </a:cubicBezTo>
                    <a:cubicBezTo>
                      <a:pt x="177" y="334"/>
                      <a:pt x="177" y="334"/>
                      <a:pt x="177" y="334"/>
                    </a:cubicBezTo>
                    <a:cubicBezTo>
                      <a:pt x="271" y="330"/>
                      <a:pt x="271" y="196"/>
                      <a:pt x="177" y="192"/>
                    </a:cubicBezTo>
                    <a:cubicBezTo>
                      <a:pt x="168" y="192"/>
                      <a:pt x="161" y="185"/>
                      <a:pt x="161" y="176"/>
                    </a:cubicBezTo>
                    <a:cubicBezTo>
                      <a:pt x="161" y="167"/>
                      <a:pt x="168" y="160"/>
                      <a:pt x="177" y="160"/>
                    </a:cubicBezTo>
                    <a:cubicBezTo>
                      <a:pt x="228" y="160"/>
                      <a:pt x="271" y="198"/>
                      <a:pt x="278" y="247"/>
                    </a:cubicBezTo>
                    <a:cubicBezTo>
                      <a:pt x="353" y="247"/>
                      <a:pt x="353" y="247"/>
                      <a:pt x="353" y="247"/>
                    </a:cubicBezTo>
                    <a:cubicBezTo>
                      <a:pt x="367" y="247"/>
                      <a:pt x="379" y="235"/>
                      <a:pt x="379" y="221"/>
                    </a:cubicBezTo>
                    <a:cubicBezTo>
                      <a:pt x="379" y="207"/>
                      <a:pt x="367" y="195"/>
                      <a:pt x="353" y="195"/>
                    </a:cubicBezTo>
                    <a:cubicBezTo>
                      <a:pt x="332" y="194"/>
                      <a:pt x="332" y="164"/>
                      <a:pt x="353" y="163"/>
                    </a:cubicBezTo>
                    <a:cubicBezTo>
                      <a:pt x="430" y="166"/>
                      <a:pt x="430" y="276"/>
                      <a:pt x="353" y="279"/>
                    </a:cubicBezTo>
                    <a:cubicBezTo>
                      <a:pt x="278" y="279"/>
                      <a:pt x="278" y="279"/>
                      <a:pt x="278" y="279"/>
                    </a:cubicBezTo>
                    <a:cubicBezTo>
                      <a:pt x="275" y="300"/>
                      <a:pt x="265" y="319"/>
                      <a:pt x="251" y="334"/>
                    </a:cubicBezTo>
                    <a:cubicBezTo>
                      <a:pt x="257" y="334"/>
                      <a:pt x="257" y="334"/>
                      <a:pt x="257" y="334"/>
                    </a:cubicBezTo>
                    <a:cubicBezTo>
                      <a:pt x="258" y="334"/>
                      <a:pt x="258" y="334"/>
                      <a:pt x="259" y="334"/>
                    </a:cubicBezTo>
                    <a:cubicBezTo>
                      <a:pt x="432" y="334"/>
                      <a:pt x="432" y="334"/>
                      <a:pt x="432" y="334"/>
                    </a:cubicBezTo>
                    <a:cubicBezTo>
                      <a:pt x="453" y="334"/>
                      <a:pt x="473" y="326"/>
                      <a:pt x="488" y="311"/>
                    </a:cubicBezTo>
                    <a:cubicBezTo>
                      <a:pt x="503" y="296"/>
                      <a:pt x="511" y="276"/>
                      <a:pt x="511" y="255"/>
                    </a:cubicBezTo>
                    <a:cubicBezTo>
                      <a:pt x="511" y="226"/>
                      <a:pt x="495" y="200"/>
                      <a:pt x="470" y="187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22" name="Google Shape;662;p21"/>
              <p:cNvSpPr/>
              <p:nvPr/>
            </p:nvSpPr>
            <p:spPr>
              <a:xfrm>
                <a:off x="8708400" y="5195160"/>
                <a:ext cx="49680" cy="51840"/>
              </a:xfrm>
              <a:custGeom>
                <a:avLst/>
                <a:gdLst>
                  <a:gd name="textAreaLeft" fmla="*/ 0 w 49680"/>
                  <a:gd name="textAreaRight" fmla="*/ 50040 w 49680"/>
                  <a:gd name="textAreaTop" fmla="*/ 0 h 51840"/>
                  <a:gd name="textAreaBottom" fmla="*/ 52200 h 51840"/>
                </a:gdLst>
                <a:ahLst/>
                <a:cxnLst/>
                <a:rect l="textAreaLeft" t="textAreaTop" r="textAreaRight" b="textAreaBottom"/>
                <a:pathLst>
                  <a:path w="64" h="67">
                    <a:moveTo>
                      <a:pt x="63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35"/>
                      <a:pt x="0" y="35"/>
                      <a:pt x="0" y="35"/>
                    </a:cubicBezTo>
                    <a:cubicBezTo>
                      <a:pt x="0" y="52"/>
                      <a:pt x="14" y="67"/>
                      <a:pt x="32" y="67"/>
                    </a:cubicBezTo>
                    <a:cubicBezTo>
                      <a:pt x="57" y="67"/>
                      <a:pt x="57" y="67"/>
                      <a:pt x="57" y="67"/>
                    </a:cubicBezTo>
                    <a:cubicBezTo>
                      <a:pt x="61" y="67"/>
                      <a:pt x="64" y="63"/>
                      <a:pt x="64" y="59"/>
                    </a:cubicBezTo>
                    <a:cubicBezTo>
                      <a:pt x="64" y="0"/>
                      <a:pt x="64" y="0"/>
                      <a:pt x="64" y="0"/>
                    </a:cubicBezTo>
                    <a:cubicBezTo>
                      <a:pt x="64" y="0"/>
                      <a:pt x="64" y="0"/>
                      <a:pt x="63" y="0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5920" bIns="2592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23" name="Google Shape;663;p21"/>
              <p:cNvSpPr/>
              <p:nvPr/>
            </p:nvSpPr>
            <p:spPr>
              <a:xfrm>
                <a:off x="8645040" y="5115240"/>
                <a:ext cx="152280" cy="54720"/>
              </a:xfrm>
              <a:custGeom>
                <a:avLst/>
                <a:gdLst>
                  <a:gd name="textAreaLeft" fmla="*/ 0 w 152280"/>
                  <a:gd name="textAreaRight" fmla="*/ 152640 w 152280"/>
                  <a:gd name="textAreaTop" fmla="*/ 0 h 54720"/>
                  <a:gd name="textAreaBottom" fmla="*/ 55080 h 54720"/>
                </a:gdLst>
                <a:ahLst/>
                <a:cxnLst/>
                <a:rect l="textAreaLeft" t="textAreaTop" r="textAreaRight" b="textAreaBottom"/>
                <a:pathLst>
                  <a:path w="195" h="70">
                    <a:moveTo>
                      <a:pt x="195" y="19"/>
                    </a:moveTo>
                    <a:cubicBezTo>
                      <a:pt x="195" y="0"/>
                      <a:pt x="195" y="0"/>
                      <a:pt x="195" y="0"/>
                    </a:cubicBezTo>
                    <a:cubicBezTo>
                      <a:pt x="183" y="5"/>
                      <a:pt x="170" y="7"/>
                      <a:pt x="156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7" y="43"/>
                      <a:pt x="39" y="70"/>
                      <a:pt x="77" y="70"/>
                    </a:cubicBezTo>
                    <a:cubicBezTo>
                      <a:pt x="144" y="70"/>
                      <a:pt x="144" y="70"/>
                      <a:pt x="144" y="70"/>
                    </a:cubicBezTo>
                    <a:cubicBezTo>
                      <a:pt x="172" y="70"/>
                      <a:pt x="195" y="47"/>
                      <a:pt x="195" y="19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7360" bIns="2736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sp>
        <p:nvSpPr>
          <p:cNvPr id="424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  <p:transition spd="slow">
    <p:push dir="u"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_ONLY_1_1"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5" name="Google Shape;666;p22"/>
          <p:cNvPicPr/>
          <p:nvPr/>
        </p:nvPicPr>
        <p:blipFill>
          <a:blip r:embed="rId2"/>
          <a:srcRect t="1844" r="1844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426" name="Google Shape;667;p22"/>
          <p:cNvGrpSpPr/>
          <p:nvPr/>
        </p:nvGrpSpPr>
        <p:grpSpPr>
          <a:xfrm>
            <a:off x="7297200" y="-806760"/>
            <a:ext cx="1963080" cy="2007000"/>
            <a:chOff x="7297200" y="-806760"/>
            <a:chExt cx="1963080" cy="2007000"/>
          </a:xfrm>
        </p:grpSpPr>
        <p:pic>
          <p:nvPicPr>
            <p:cNvPr id="427" name="Google Shape;668;p22"/>
            <p:cNvPicPr/>
            <p:nvPr/>
          </p:nvPicPr>
          <p:blipFill>
            <a:blip r:embed="rId3">
              <a:alphaModFix amt="50000"/>
            </a:blip>
            <a:stretch/>
          </p:blipFill>
          <p:spPr>
            <a:xfrm rot="5400000" flipH="1">
              <a:off x="7275240" y="-784800"/>
              <a:ext cx="2007000" cy="1963080"/>
            </a:xfrm>
            <a:prstGeom prst="rect">
              <a:avLst/>
            </a:prstGeom>
            <a:noFill/>
            <a:ln w="0">
              <a:noFill/>
            </a:ln>
          </p:spPr>
        </p:pic>
        <p:grpSp>
          <p:nvGrpSpPr>
            <p:cNvPr id="428" name="Google Shape;669;p22"/>
            <p:cNvGrpSpPr/>
            <p:nvPr/>
          </p:nvGrpSpPr>
          <p:grpSpPr>
            <a:xfrm>
              <a:off x="8557560" y="1440"/>
              <a:ext cx="314280" cy="314640"/>
              <a:chOff x="8557560" y="1440"/>
              <a:chExt cx="314280" cy="314640"/>
            </a:xfrm>
          </p:grpSpPr>
          <p:sp>
            <p:nvSpPr>
              <p:cNvPr id="429" name="Google Shape;670;p22"/>
              <p:cNvSpPr/>
              <p:nvPr/>
            </p:nvSpPr>
            <p:spPr>
              <a:xfrm>
                <a:off x="8597160" y="31320"/>
                <a:ext cx="185760" cy="186480"/>
              </a:xfrm>
              <a:custGeom>
                <a:avLst/>
                <a:gdLst>
                  <a:gd name="textAreaLeft" fmla="*/ 0 w 185760"/>
                  <a:gd name="textAreaRight" fmla="*/ 186120 w 185760"/>
                  <a:gd name="textAreaTop" fmla="*/ 0 h 186480"/>
                  <a:gd name="textAreaBottom" fmla="*/ 186840 h 186480"/>
                </a:gdLst>
                <a:ahLst/>
                <a:cxnLst/>
                <a:rect l="textAreaLeft" t="textAreaTop" r="textAreaRight" b="textAreaBottom"/>
                <a:pathLst>
                  <a:path w="306" h="307">
                    <a:moveTo>
                      <a:pt x="23" y="169"/>
                    </a:moveTo>
                    <a:cubicBezTo>
                      <a:pt x="0" y="169"/>
                      <a:pt x="0" y="169"/>
                      <a:pt x="0" y="169"/>
                    </a:cubicBezTo>
                    <a:cubicBezTo>
                      <a:pt x="7" y="242"/>
                      <a:pt x="65" y="299"/>
                      <a:pt x="137" y="307"/>
                    </a:cubicBezTo>
                    <a:cubicBezTo>
                      <a:pt x="137" y="284"/>
                      <a:pt x="137" y="284"/>
                      <a:pt x="137" y="284"/>
                    </a:cubicBezTo>
                    <a:cubicBezTo>
                      <a:pt x="138" y="263"/>
                      <a:pt x="168" y="263"/>
                      <a:pt x="168" y="284"/>
                    </a:cubicBezTo>
                    <a:cubicBezTo>
                      <a:pt x="168" y="307"/>
                      <a:pt x="168" y="307"/>
                      <a:pt x="168" y="307"/>
                    </a:cubicBezTo>
                    <a:cubicBezTo>
                      <a:pt x="241" y="299"/>
                      <a:pt x="299" y="242"/>
                      <a:pt x="306" y="169"/>
                    </a:cubicBezTo>
                    <a:cubicBezTo>
                      <a:pt x="283" y="169"/>
                      <a:pt x="283" y="169"/>
                      <a:pt x="283" y="169"/>
                    </a:cubicBezTo>
                    <a:cubicBezTo>
                      <a:pt x="262" y="168"/>
                      <a:pt x="262" y="139"/>
                      <a:pt x="283" y="138"/>
                    </a:cubicBezTo>
                    <a:cubicBezTo>
                      <a:pt x="306" y="138"/>
                      <a:pt x="306" y="138"/>
                      <a:pt x="306" y="138"/>
                    </a:cubicBezTo>
                    <a:cubicBezTo>
                      <a:pt x="299" y="65"/>
                      <a:pt x="241" y="8"/>
                      <a:pt x="168" y="0"/>
                    </a:cubicBezTo>
                    <a:cubicBezTo>
                      <a:pt x="168" y="24"/>
                      <a:pt x="168" y="24"/>
                      <a:pt x="168" y="24"/>
                    </a:cubicBezTo>
                    <a:cubicBezTo>
                      <a:pt x="167" y="44"/>
                      <a:pt x="138" y="44"/>
                      <a:pt x="137" y="24"/>
                    </a:cubicBezTo>
                    <a:cubicBezTo>
                      <a:pt x="137" y="0"/>
                      <a:pt x="137" y="0"/>
                      <a:pt x="137" y="0"/>
                    </a:cubicBezTo>
                    <a:cubicBezTo>
                      <a:pt x="65" y="8"/>
                      <a:pt x="7" y="65"/>
                      <a:pt x="0" y="138"/>
                    </a:cubicBezTo>
                    <a:cubicBezTo>
                      <a:pt x="23" y="138"/>
                      <a:pt x="23" y="138"/>
                      <a:pt x="23" y="138"/>
                    </a:cubicBezTo>
                    <a:cubicBezTo>
                      <a:pt x="43" y="139"/>
                      <a:pt x="43" y="168"/>
                      <a:pt x="23" y="169"/>
                    </a:cubicBezTo>
                    <a:close/>
                    <a:moveTo>
                      <a:pt x="103" y="138"/>
                    </a:moveTo>
                    <a:cubicBezTo>
                      <a:pt x="109" y="138"/>
                      <a:pt x="109" y="138"/>
                      <a:pt x="109" y="138"/>
                    </a:cubicBezTo>
                    <a:cubicBezTo>
                      <a:pt x="116" y="107"/>
                      <a:pt x="144" y="84"/>
                      <a:pt x="177" y="84"/>
                    </a:cubicBezTo>
                    <a:cubicBezTo>
                      <a:pt x="186" y="84"/>
                      <a:pt x="193" y="91"/>
                      <a:pt x="193" y="99"/>
                    </a:cubicBezTo>
                    <a:cubicBezTo>
                      <a:pt x="193" y="108"/>
                      <a:pt x="186" y="115"/>
                      <a:pt x="177" y="115"/>
                    </a:cubicBezTo>
                    <a:cubicBezTo>
                      <a:pt x="161" y="115"/>
                      <a:pt x="147" y="124"/>
                      <a:pt x="141" y="138"/>
                    </a:cubicBezTo>
                    <a:cubicBezTo>
                      <a:pt x="177" y="138"/>
                      <a:pt x="177" y="138"/>
                      <a:pt x="177" y="138"/>
                    </a:cubicBezTo>
                    <a:cubicBezTo>
                      <a:pt x="198" y="139"/>
                      <a:pt x="198" y="169"/>
                      <a:pt x="177" y="170"/>
                    </a:cubicBezTo>
                    <a:cubicBezTo>
                      <a:pt x="141" y="170"/>
                      <a:pt x="141" y="170"/>
                      <a:pt x="141" y="170"/>
                    </a:cubicBezTo>
                    <a:cubicBezTo>
                      <a:pt x="147" y="183"/>
                      <a:pt x="161" y="193"/>
                      <a:pt x="177" y="193"/>
                    </a:cubicBezTo>
                    <a:cubicBezTo>
                      <a:pt x="186" y="193"/>
                      <a:pt x="193" y="200"/>
                      <a:pt x="193" y="209"/>
                    </a:cubicBezTo>
                    <a:cubicBezTo>
                      <a:pt x="193" y="217"/>
                      <a:pt x="186" y="224"/>
                      <a:pt x="177" y="224"/>
                    </a:cubicBezTo>
                    <a:cubicBezTo>
                      <a:pt x="144" y="224"/>
                      <a:pt x="116" y="201"/>
                      <a:pt x="109" y="170"/>
                    </a:cubicBezTo>
                    <a:cubicBezTo>
                      <a:pt x="103" y="170"/>
                      <a:pt x="103" y="170"/>
                      <a:pt x="103" y="170"/>
                    </a:cubicBezTo>
                    <a:cubicBezTo>
                      <a:pt x="82" y="169"/>
                      <a:pt x="82" y="139"/>
                      <a:pt x="103" y="138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30" name="Google Shape;671;p22"/>
              <p:cNvSpPr/>
              <p:nvPr/>
            </p:nvSpPr>
            <p:spPr>
              <a:xfrm>
                <a:off x="8557560" y="1440"/>
                <a:ext cx="314280" cy="314640"/>
              </a:xfrm>
              <a:custGeom>
                <a:avLst/>
                <a:gdLst>
                  <a:gd name="textAreaLeft" fmla="*/ 0 w 314280"/>
                  <a:gd name="textAreaRight" fmla="*/ 314640 w 314280"/>
                  <a:gd name="textAreaTop" fmla="*/ 0 h 314640"/>
                  <a:gd name="textAreaBottom" fmla="*/ 315000 h 314640"/>
                </a:gdLst>
                <a:ahLst/>
                <a:cxnLst/>
                <a:rect l="textAreaLeft" t="textAreaTop" r="textAreaRight" b="textAreaBottom"/>
                <a:pathLst>
                  <a:path w="517" h="517">
                    <a:moveTo>
                      <a:pt x="497" y="487"/>
                    </a:moveTo>
                    <a:cubicBezTo>
                      <a:pt x="30" y="487"/>
                      <a:pt x="30" y="487"/>
                      <a:pt x="30" y="487"/>
                    </a:cubicBezTo>
                    <a:cubicBezTo>
                      <a:pt x="30" y="453"/>
                      <a:pt x="30" y="453"/>
                      <a:pt x="30" y="453"/>
                    </a:cubicBezTo>
                    <a:cubicBezTo>
                      <a:pt x="208" y="453"/>
                      <a:pt x="208" y="453"/>
                      <a:pt x="208" y="453"/>
                    </a:cubicBezTo>
                    <a:cubicBezTo>
                      <a:pt x="350" y="453"/>
                      <a:pt x="468" y="342"/>
                      <a:pt x="475" y="200"/>
                    </a:cubicBezTo>
                    <a:cubicBezTo>
                      <a:pt x="479" y="129"/>
                      <a:pt x="479" y="129"/>
                      <a:pt x="479" y="129"/>
                    </a:cubicBezTo>
                    <a:cubicBezTo>
                      <a:pt x="485" y="136"/>
                      <a:pt x="485" y="136"/>
                      <a:pt x="485" y="136"/>
                    </a:cubicBezTo>
                    <a:cubicBezTo>
                      <a:pt x="488" y="140"/>
                      <a:pt x="492" y="141"/>
                      <a:pt x="497" y="141"/>
                    </a:cubicBezTo>
                    <a:cubicBezTo>
                      <a:pt x="500" y="141"/>
                      <a:pt x="504" y="140"/>
                      <a:pt x="506" y="137"/>
                    </a:cubicBezTo>
                    <a:cubicBezTo>
                      <a:pt x="513" y="132"/>
                      <a:pt x="513" y="122"/>
                      <a:pt x="508" y="116"/>
                    </a:cubicBezTo>
                    <a:cubicBezTo>
                      <a:pt x="477" y="82"/>
                      <a:pt x="477" y="82"/>
                      <a:pt x="477" y="82"/>
                    </a:cubicBezTo>
                    <a:cubicBezTo>
                      <a:pt x="472" y="77"/>
                      <a:pt x="462" y="75"/>
                      <a:pt x="456" y="81"/>
                    </a:cubicBezTo>
                    <a:cubicBezTo>
                      <a:pt x="424" y="110"/>
                      <a:pt x="424" y="110"/>
                      <a:pt x="424" y="110"/>
                    </a:cubicBezTo>
                    <a:cubicBezTo>
                      <a:pt x="410" y="124"/>
                      <a:pt x="429" y="145"/>
                      <a:pt x="444" y="132"/>
                    </a:cubicBezTo>
                    <a:cubicBezTo>
                      <a:pt x="449" y="128"/>
                      <a:pt x="449" y="128"/>
                      <a:pt x="449" y="128"/>
                    </a:cubicBezTo>
                    <a:cubicBezTo>
                      <a:pt x="445" y="198"/>
                      <a:pt x="445" y="198"/>
                      <a:pt x="445" y="198"/>
                    </a:cubicBezTo>
                    <a:cubicBezTo>
                      <a:pt x="439" y="324"/>
                      <a:pt x="334" y="423"/>
                      <a:pt x="208" y="423"/>
                    </a:cubicBezTo>
                    <a:cubicBezTo>
                      <a:pt x="30" y="423"/>
                      <a:pt x="30" y="423"/>
                      <a:pt x="30" y="423"/>
                    </a:cubicBezTo>
                    <a:cubicBezTo>
                      <a:pt x="30" y="20"/>
                      <a:pt x="30" y="20"/>
                      <a:pt x="30" y="20"/>
                    </a:cubicBezTo>
                    <a:cubicBezTo>
                      <a:pt x="29" y="0"/>
                      <a:pt x="0" y="0"/>
                      <a:pt x="0" y="20"/>
                    </a:cubicBezTo>
                    <a:cubicBezTo>
                      <a:pt x="0" y="502"/>
                      <a:pt x="0" y="502"/>
                      <a:pt x="0" y="502"/>
                    </a:cubicBezTo>
                    <a:cubicBezTo>
                      <a:pt x="0" y="510"/>
                      <a:pt x="6" y="517"/>
                      <a:pt x="15" y="517"/>
                    </a:cubicBezTo>
                    <a:cubicBezTo>
                      <a:pt x="497" y="517"/>
                      <a:pt x="497" y="517"/>
                      <a:pt x="497" y="517"/>
                    </a:cubicBezTo>
                    <a:cubicBezTo>
                      <a:pt x="517" y="516"/>
                      <a:pt x="517" y="487"/>
                      <a:pt x="497" y="487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431" name="Google Shape;672;p22"/>
            <p:cNvGrpSpPr/>
            <p:nvPr/>
          </p:nvGrpSpPr>
          <p:grpSpPr>
            <a:xfrm>
              <a:off x="8527320" y="611280"/>
              <a:ext cx="375480" cy="388080"/>
              <a:chOff x="8527320" y="611280"/>
              <a:chExt cx="375480" cy="388080"/>
            </a:xfrm>
          </p:grpSpPr>
          <p:sp>
            <p:nvSpPr>
              <p:cNvPr id="432" name="Google Shape;673;p22"/>
              <p:cNvSpPr/>
              <p:nvPr/>
            </p:nvSpPr>
            <p:spPr>
              <a:xfrm>
                <a:off x="8527320" y="611280"/>
                <a:ext cx="375480" cy="245160"/>
              </a:xfrm>
              <a:custGeom>
                <a:avLst/>
                <a:gdLst>
                  <a:gd name="textAreaLeft" fmla="*/ 0 w 375480"/>
                  <a:gd name="textAreaRight" fmla="*/ 375840 w 375480"/>
                  <a:gd name="textAreaTop" fmla="*/ 0 h 245160"/>
                  <a:gd name="textAreaBottom" fmla="*/ 245520 h 245160"/>
                </a:gdLst>
                <a:ahLst/>
                <a:cxnLst/>
                <a:rect l="textAreaLeft" t="textAreaTop" r="textAreaRight" b="textAreaBottom"/>
                <a:pathLst>
                  <a:path w="511" h="334">
                    <a:moveTo>
                      <a:pt x="470" y="187"/>
                    </a:moveTo>
                    <a:cubicBezTo>
                      <a:pt x="462" y="183"/>
                      <a:pt x="459" y="175"/>
                      <a:pt x="462" y="167"/>
                    </a:cubicBezTo>
                    <a:cubicBezTo>
                      <a:pt x="481" y="118"/>
                      <a:pt x="444" y="63"/>
                      <a:pt x="391" y="63"/>
                    </a:cubicBezTo>
                    <a:cubicBezTo>
                      <a:pt x="381" y="62"/>
                      <a:pt x="371" y="64"/>
                      <a:pt x="361" y="68"/>
                    </a:cubicBezTo>
                    <a:cubicBezTo>
                      <a:pt x="353" y="71"/>
                      <a:pt x="344" y="68"/>
                      <a:pt x="341" y="60"/>
                    </a:cubicBezTo>
                    <a:cubicBezTo>
                      <a:pt x="314" y="1"/>
                      <a:pt x="229" y="0"/>
                      <a:pt x="201" y="59"/>
                    </a:cubicBezTo>
                    <a:cubicBezTo>
                      <a:pt x="198" y="67"/>
                      <a:pt x="189" y="70"/>
                      <a:pt x="181" y="67"/>
                    </a:cubicBezTo>
                    <a:cubicBezTo>
                      <a:pt x="173" y="64"/>
                      <a:pt x="163" y="63"/>
                      <a:pt x="154" y="63"/>
                    </a:cubicBezTo>
                    <a:cubicBezTo>
                      <a:pt x="112" y="63"/>
                      <a:pt x="78" y="98"/>
                      <a:pt x="78" y="140"/>
                    </a:cubicBezTo>
                    <a:cubicBezTo>
                      <a:pt x="78" y="149"/>
                      <a:pt x="80" y="158"/>
                      <a:pt x="83" y="167"/>
                    </a:cubicBezTo>
                    <a:cubicBezTo>
                      <a:pt x="86" y="175"/>
                      <a:pt x="82" y="184"/>
                      <a:pt x="75" y="187"/>
                    </a:cubicBezTo>
                    <a:cubicBezTo>
                      <a:pt x="0" y="225"/>
                      <a:pt x="26" y="332"/>
                      <a:pt x="109" y="334"/>
                    </a:cubicBezTo>
                    <a:cubicBezTo>
                      <a:pt x="177" y="334"/>
                      <a:pt x="177" y="334"/>
                      <a:pt x="177" y="334"/>
                    </a:cubicBezTo>
                    <a:cubicBezTo>
                      <a:pt x="271" y="330"/>
                      <a:pt x="271" y="196"/>
                      <a:pt x="177" y="192"/>
                    </a:cubicBezTo>
                    <a:cubicBezTo>
                      <a:pt x="168" y="192"/>
                      <a:pt x="161" y="185"/>
                      <a:pt x="161" y="176"/>
                    </a:cubicBezTo>
                    <a:cubicBezTo>
                      <a:pt x="161" y="167"/>
                      <a:pt x="168" y="160"/>
                      <a:pt x="177" y="160"/>
                    </a:cubicBezTo>
                    <a:cubicBezTo>
                      <a:pt x="228" y="160"/>
                      <a:pt x="271" y="198"/>
                      <a:pt x="278" y="247"/>
                    </a:cubicBezTo>
                    <a:cubicBezTo>
                      <a:pt x="353" y="247"/>
                      <a:pt x="353" y="247"/>
                      <a:pt x="353" y="247"/>
                    </a:cubicBezTo>
                    <a:cubicBezTo>
                      <a:pt x="367" y="247"/>
                      <a:pt x="379" y="235"/>
                      <a:pt x="379" y="221"/>
                    </a:cubicBezTo>
                    <a:cubicBezTo>
                      <a:pt x="379" y="207"/>
                      <a:pt x="367" y="195"/>
                      <a:pt x="353" y="195"/>
                    </a:cubicBezTo>
                    <a:cubicBezTo>
                      <a:pt x="332" y="194"/>
                      <a:pt x="332" y="164"/>
                      <a:pt x="353" y="163"/>
                    </a:cubicBezTo>
                    <a:cubicBezTo>
                      <a:pt x="430" y="166"/>
                      <a:pt x="430" y="276"/>
                      <a:pt x="353" y="279"/>
                    </a:cubicBezTo>
                    <a:cubicBezTo>
                      <a:pt x="278" y="279"/>
                      <a:pt x="278" y="279"/>
                      <a:pt x="278" y="279"/>
                    </a:cubicBezTo>
                    <a:cubicBezTo>
                      <a:pt x="275" y="300"/>
                      <a:pt x="265" y="319"/>
                      <a:pt x="251" y="334"/>
                    </a:cubicBezTo>
                    <a:cubicBezTo>
                      <a:pt x="257" y="334"/>
                      <a:pt x="257" y="334"/>
                      <a:pt x="257" y="334"/>
                    </a:cubicBezTo>
                    <a:cubicBezTo>
                      <a:pt x="258" y="334"/>
                      <a:pt x="258" y="334"/>
                      <a:pt x="259" y="334"/>
                    </a:cubicBezTo>
                    <a:cubicBezTo>
                      <a:pt x="432" y="334"/>
                      <a:pt x="432" y="334"/>
                      <a:pt x="432" y="334"/>
                    </a:cubicBezTo>
                    <a:cubicBezTo>
                      <a:pt x="453" y="334"/>
                      <a:pt x="473" y="326"/>
                      <a:pt x="488" y="311"/>
                    </a:cubicBezTo>
                    <a:cubicBezTo>
                      <a:pt x="503" y="296"/>
                      <a:pt x="511" y="276"/>
                      <a:pt x="511" y="255"/>
                    </a:cubicBezTo>
                    <a:cubicBezTo>
                      <a:pt x="511" y="226"/>
                      <a:pt x="495" y="200"/>
                      <a:pt x="470" y="187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33" name="Google Shape;674;p22"/>
              <p:cNvSpPr/>
              <p:nvPr/>
            </p:nvSpPr>
            <p:spPr>
              <a:xfrm>
                <a:off x="8789760" y="950400"/>
                <a:ext cx="46800" cy="48960"/>
              </a:xfrm>
              <a:custGeom>
                <a:avLst/>
                <a:gdLst>
                  <a:gd name="textAreaLeft" fmla="*/ 0 w 46800"/>
                  <a:gd name="textAreaRight" fmla="*/ 47160 w 46800"/>
                  <a:gd name="textAreaTop" fmla="*/ 0 h 48960"/>
                  <a:gd name="textAreaBottom" fmla="*/ 49320 h 48960"/>
                </a:gdLst>
                <a:ahLst/>
                <a:cxnLst/>
                <a:rect l="textAreaLeft" t="textAreaTop" r="textAreaRight" b="textAreaBottom"/>
                <a:pathLst>
                  <a:path w="64" h="67">
                    <a:moveTo>
                      <a:pt x="63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35"/>
                      <a:pt x="0" y="35"/>
                      <a:pt x="0" y="35"/>
                    </a:cubicBezTo>
                    <a:cubicBezTo>
                      <a:pt x="0" y="52"/>
                      <a:pt x="14" y="67"/>
                      <a:pt x="32" y="67"/>
                    </a:cubicBezTo>
                    <a:cubicBezTo>
                      <a:pt x="57" y="67"/>
                      <a:pt x="57" y="67"/>
                      <a:pt x="57" y="67"/>
                    </a:cubicBezTo>
                    <a:cubicBezTo>
                      <a:pt x="61" y="67"/>
                      <a:pt x="64" y="63"/>
                      <a:pt x="64" y="59"/>
                    </a:cubicBezTo>
                    <a:cubicBezTo>
                      <a:pt x="64" y="0"/>
                      <a:pt x="64" y="0"/>
                      <a:pt x="64" y="0"/>
                    </a:cubicBezTo>
                    <a:cubicBezTo>
                      <a:pt x="64" y="0"/>
                      <a:pt x="64" y="0"/>
                      <a:pt x="63" y="0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4480" bIns="2448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34" name="Google Shape;675;p22"/>
              <p:cNvSpPr/>
              <p:nvPr/>
            </p:nvSpPr>
            <p:spPr>
              <a:xfrm>
                <a:off x="8730000" y="875160"/>
                <a:ext cx="142920" cy="51480"/>
              </a:xfrm>
              <a:custGeom>
                <a:avLst/>
                <a:gdLst>
                  <a:gd name="textAreaLeft" fmla="*/ 0 w 142920"/>
                  <a:gd name="textAreaRight" fmla="*/ 143280 w 142920"/>
                  <a:gd name="textAreaTop" fmla="*/ 0 h 51480"/>
                  <a:gd name="textAreaBottom" fmla="*/ 51840 h 51480"/>
                </a:gdLst>
                <a:ahLst/>
                <a:cxnLst/>
                <a:rect l="textAreaLeft" t="textAreaTop" r="textAreaRight" b="textAreaBottom"/>
                <a:pathLst>
                  <a:path w="195" h="70">
                    <a:moveTo>
                      <a:pt x="195" y="19"/>
                    </a:moveTo>
                    <a:cubicBezTo>
                      <a:pt x="195" y="0"/>
                      <a:pt x="195" y="0"/>
                      <a:pt x="195" y="0"/>
                    </a:cubicBezTo>
                    <a:cubicBezTo>
                      <a:pt x="183" y="5"/>
                      <a:pt x="170" y="7"/>
                      <a:pt x="156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7" y="43"/>
                      <a:pt x="39" y="70"/>
                      <a:pt x="77" y="70"/>
                    </a:cubicBezTo>
                    <a:cubicBezTo>
                      <a:pt x="144" y="70"/>
                      <a:pt x="144" y="70"/>
                      <a:pt x="144" y="70"/>
                    </a:cubicBezTo>
                    <a:cubicBezTo>
                      <a:pt x="172" y="70"/>
                      <a:pt x="195" y="47"/>
                      <a:pt x="195" y="19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5920" bIns="2592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pic>
        <p:nvPicPr>
          <p:cNvPr id="435" name="Google Shape;676;p22"/>
          <p:cNvPicPr/>
          <p:nvPr/>
        </p:nvPicPr>
        <p:blipFill>
          <a:blip r:embed="rId4">
            <a:alphaModFix amt="50000"/>
          </a:blip>
          <a:stretch/>
        </p:blipFill>
        <p:spPr>
          <a:xfrm rot="12280200" flipH="1">
            <a:off x="-2127240" y="-1840680"/>
            <a:ext cx="3541680" cy="3464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36" name="Google Shape;677;p22"/>
          <p:cNvPicPr/>
          <p:nvPr/>
        </p:nvPicPr>
        <p:blipFill>
          <a:blip r:embed="rId5"/>
          <a:srcRect l="7208" r="48305" b="45432"/>
          <a:stretch/>
        </p:blipFill>
        <p:spPr>
          <a:xfrm flipH="1">
            <a:off x="7925040" y="2289240"/>
            <a:ext cx="1218960" cy="2854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37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  <p:transition spd="slow">
    <p:push dir="u"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9_1"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0" name="Google Shape;785;p25"/>
          <p:cNvPicPr/>
          <p:nvPr/>
        </p:nvPicPr>
        <p:blipFill>
          <a:blip r:embed="rId2"/>
          <a:srcRect t="1844" r="1844"/>
          <a:stretch/>
        </p:blipFill>
        <p:spPr>
          <a:xfrm rot="10800000">
            <a:off x="36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41" name="Google Shape;786;p25"/>
          <p:cNvPicPr/>
          <p:nvPr/>
        </p:nvPicPr>
        <p:blipFill>
          <a:blip r:embed="rId3"/>
          <a:srcRect l="7208" r="48305" b="45432"/>
          <a:stretch/>
        </p:blipFill>
        <p:spPr>
          <a:xfrm rot="10800000">
            <a:off x="7925040" y="-75960"/>
            <a:ext cx="1218960" cy="285408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542" name="Google Shape;787;p25"/>
          <p:cNvGrpSpPr/>
          <p:nvPr/>
        </p:nvGrpSpPr>
        <p:grpSpPr>
          <a:xfrm>
            <a:off x="-1232640" y="-442440"/>
            <a:ext cx="2007000" cy="1963080"/>
            <a:chOff x="-1232640" y="-442440"/>
            <a:chExt cx="2007000" cy="1963080"/>
          </a:xfrm>
        </p:grpSpPr>
        <p:pic>
          <p:nvPicPr>
            <p:cNvPr id="543" name="Google Shape;788;p25"/>
            <p:cNvPicPr/>
            <p:nvPr/>
          </p:nvPicPr>
          <p:blipFill>
            <a:blip r:embed="rId4">
              <a:alphaModFix amt="50000"/>
            </a:blip>
            <a:stretch/>
          </p:blipFill>
          <p:spPr>
            <a:xfrm>
              <a:off x="-1232640" y="-442440"/>
              <a:ext cx="2007000" cy="1963080"/>
            </a:xfrm>
            <a:prstGeom prst="rect">
              <a:avLst/>
            </a:prstGeom>
            <a:noFill/>
            <a:ln w="0">
              <a:noFill/>
            </a:ln>
          </p:spPr>
        </p:pic>
        <p:grpSp>
          <p:nvGrpSpPr>
            <p:cNvPr id="544" name="Google Shape;789;p25"/>
            <p:cNvGrpSpPr/>
            <p:nvPr/>
          </p:nvGrpSpPr>
          <p:grpSpPr>
            <a:xfrm>
              <a:off x="-111240" y="413280"/>
              <a:ext cx="489240" cy="488520"/>
              <a:chOff x="-111240" y="413280"/>
              <a:chExt cx="489240" cy="488520"/>
            </a:xfrm>
          </p:grpSpPr>
          <p:sp>
            <p:nvSpPr>
              <p:cNvPr id="545" name="Google Shape;790;p25"/>
              <p:cNvSpPr/>
              <p:nvPr/>
            </p:nvSpPr>
            <p:spPr>
              <a:xfrm>
                <a:off x="12240" y="413280"/>
                <a:ext cx="243000" cy="246960"/>
              </a:xfrm>
              <a:custGeom>
                <a:avLst/>
                <a:gdLst>
                  <a:gd name="textAreaLeft" fmla="*/ 0 w 243000"/>
                  <a:gd name="textAreaRight" fmla="*/ 243360 w 243000"/>
                  <a:gd name="textAreaTop" fmla="*/ 0 h 246960"/>
                  <a:gd name="textAreaBottom" fmla="*/ 247320 h 246960"/>
                </a:gdLst>
                <a:ahLst/>
                <a:cxnLst/>
                <a:rect l="textAreaLeft" t="textAreaTop" r="textAreaRight" b="textAreaBottom"/>
                <a:pathLst>
                  <a:path w="255" h="259">
                    <a:moveTo>
                      <a:pt x="227" y="210"/>
                    </a:moveTo>
                    <a:cubicBezTo>
                      <a:pt x="230" y="210"/>
                      <a:pt x="232" y="208"/>
                      <a:pt x="233" y="206"/>
                    </a:cubicBezTo>
                    <a:cubicBezTo>
                      <a:pt x="253" y="167"/>
                      <a:pt x="253" y="167"/>
                      <a:pt x="253" y="167"/>
                    </a:cubicBezTo>
                    <a:cubicBezTo>
                      <a:pt x="255" y="163"/>
                      <a:pt x="253" y="160"/>
                      <a:pt x="250" y="158"/>
                    </a:cubicBezTo>
                    <a:cubicBezTo>
                      <a:pt x="229" y="148"/>
                      <a:pt x="229" y="148"/>
                      <a:pt x="229" y="148"/>
                    </a:cubicBezTo>
                    <a:cubicBezTo>
                      <a:pt x="227" y="146"/>
                      <a:pt x="226" y="144"/>
                      <a:pt x="226" y="141"/>
                    </a:cubicBezTo>
                    <a:cubicBezTo>
                      <a:pt x="227" y="131"/>
                      <a:pt x="227" y="120"/>
                      <a:pt x="225" y="109"/>
                    </a:cubicBezTo>
                    <a:cubicBezTo>
                      <a:pt x="224" y="107"/>
                      <a:pt x="226" y="104"/>
                      <a:pt x="228" y="103"/>
                    </a:cubicBezTo>
                    <a:cubicBezTo>
                      <a:pt x="248" y="91"/>
                      <a:pt x="248" y="91"/>
                      <a:pt x="248" y="91"/>
                    </a:cubicBezTo>
                    <a:cubicBezTo>
                      <a:pt x="251" y="89"/>
                      <a:pt x="252" y="85"/>
                      <a:pt x="250" y="82"/>
                    </a:cubicBezTo>
                    <a:cubicBezTo>
                      <a:pt x="228" y="44"/>
                      <a:pt x="228" y="44"/>
                      <a:pt x="228" y="44"/>
                    </a:cubicBezTo>
                    <a:cubicBezTo>
                      <a:pt x="227" y="42"/>
                      <a:pt x="224" y="41"/>
                      <a:pt x="222" y="41"/>
                    </a:cubicBezTo>
                    <a:cubicBezTo>
                      <a:pt x="221" y="41"/>
                      <a:pt x="220" y="41"/>
                      <a:pt x="219" y="42"/>
                    </a:cubicBezTo>
                    <a:cubicBezTo>
                      <a:pt x="199" y="53"/>
                      <a:pt x="199" y="53"/>
                      <a:pt x="199" y="53"/>
                    </a:cubicBezTo>
                    <a:cubicBezTo>
                      <a:pt x="197" y="55"/>
                      <a:pt x="194" y="54"/>
                      <a:pt x="191" y="53"/>
                    </a:cubicBezTo>
                    <a:cubicBezTo>
                      <a:pt x="182" y="45"/>
                      <a:pt x="172" y="39"/>
                      <a:pt x="160" y="35"/>
                    </a:cubicBezTo>
                    <a:cubicBezTo>
                      <a:pt x="158" y="34"/>
                      <a:pt x="156" y="31"/>
                      <a:pt x="156" y="29"/>
                    </a:cubicBezTo>
                    <a:cubicBezTo>
                      <a:pt x="156" y="7"/>
                      <a:pt x="156" y="7"/>
                      <a:pt x="156" y="7"/>
                    </a:cubicBezTo>
                    <a:cubicBezTo>
                      <a:pt x="156" y="3"/>
                      <a:pt x="153" y="0"/>
                      <a:pt x="149" y="0"/>
                    </a:cubicBezTo>
                    <a:cubicBezTo>
                      <a:pt x="105" y="0"/>
                      <a:pt x="105" y="0"/>
                      <a:pt x="105" y="0"/>
                    </a:cubicBezTo>
                    <a:cubicBezTo>
                      <a:pt x="101" y="0"/>
                      <a:pt x="98" y="3"/>
                      <a:pt x="98" y="7"/>
                    </a:cubicBezTo>
                    <a:cubicBezTo>
                      <a:pt x="98" y="29"/>
                      <a:pt x="98" y="29"/>
                      <a:pt x="98" y="29"/>
                    </a:cubicBezTo>
                    <a:cubicBezTo>
                      <a:pt x="98" y="31"/>
                      <a:pt x="97" y="34"/>
                      <a:pt x="94" y="35"/>
                    </a:cubicBezTo>
                    <a:cubicBezTo>
                      <a:pt x="81" y="40"/>
                      <a:pt x="68" y="47"/>
                      <a:pt x="58" y="57"/>
                    </a:cubicBezTo>
                    <a:cubicBezTo>
                      <a:pt x="56" y="59"/>
                      <a:pt x="53" y="59"/>
                      <a:pt x="51" y="58"/>
                    </a:cubicBezTo>
                    <a:cubicBezTo>
                      <a:pt x="30" y="48"/>
                      <a:pt x="30" y="48"/>
                      <a:pt x="30" y="48"/>
                    </a:cubicBezTo>
                    <a:cubicBezTo>
                      <a:pt x="27" y="46"/>
                      <a:pt x="23" y="47"/>
                      <a:pt x="21" y="50"/>
                    </a:cubicBezTo>
                    <a:cubicBezTo>
                      <a:pt x="1" y="90"/>
                      <a:pt x="1" y="90"/>
                      <a:pt x="1" y="90"/>
                    </a:cubicBezTo>
                    <a:cubicBezTo>
                      <a:pt x="0" y="93"/>
                      <a:pt x="1" y="97"/>
                      <a:pt x="4" y="99"/>
                    </a:cubicBezTo>
                    <a:cubicBezTo>
                      <a:pt x="25" y="109"/>
                      <a:pt x="25" y="109"/>
                      <a:pt x="25" y="109"/>
                    </a:cubicBezTo>
                    <a:cubicBezTo>
                      <a:pt x="27" y="110"/>
                      <a:pt x="29" y="113"/>
                      <a:pt x="28" y="116"/>
                    </a:cubicBezTo>
                    <a:cubicBezTo>
                      <a:pt x="27" y="126"/>
                      <a:pt x="27" y="137"/>
                      <a:pt x="29" y="147"/>
                    </a:cubicBezTo>
                    <a:cubicBezTo>
                      <a:pt x="30" y="150"/>
                      <a:pt x="29" y="153"/>
                      <a:pt x="26" y="154"/>
                    </a:cubicBezTo>
                    <a:cubicBezTo>
                      <a:pt x="6" y="166"/>
                      <a:pt x="6" y="166"/>
                      <a:pt x="6" y="166"/>
                    </a:cubicBezTo>
                    <a:cubicBezTo>
                      <a:pt x="3" y="167"/>
                      <a:pt x="2" y="171"/>
                      <a:pt x="4" y="175"/>
                    </a:cubicBezTo>
                    <a:cubicBezTo>
                      <a:pt x="26" y="213"/>
                      <a:pt x="26" y="213"/>
                      <a:pt x="26" y="213"/>
                    </a:cubicBezTo>
                    <a:cubicBezTo>
                      <a:pt x="28" y="216"/>
                      <a:pt x="32" y="217"/>
                      <a:pt x="35" y="215"/>
                    </a:cubicBezTo>
                    <a:cubicBezTo>
                      <a:pt x="55" y="203"/>
                      <a:pt x="55" y="203"/>
                      <a:pt x="55" y="203"/>
                    </a:cubicBezTo>
                    <a:cubicBezTo>
                      <a:pt x="58" y="202"/>
                      <a:pt x="61" y="202"/>
                      <a:pt x="63" y="204"/>
                    </a:cubicBezTo>
                    <a:cubicBezTo>
                      <a:pt x="72" y="212"/>
                      <a:pt x="82" y="218"/>
                      <a:pt x="94" y="222"/>
                    </a:cubicBezTo>
                    <a:cubicBezTo>
                      <a:pt x="97" y="223"/>
                      <a:pt x="98" y="225"/>
                      <a:pt x="98" y="228"/>
                    </a:cubicBezTo>
                    <a:cubicBezTo>
                      <a:pt x="98" y="252"/>
                      <a:pt x="98" y="252"/>
                      <a:pt x="98" y="252"/>
                    </a:cubicBezTo>
                    <a:cubicBezTo>
                      <a:pt x="98" y="256"/>
                      <a:pt x="101" y="259"/>
                      <a:pt x="105" y="259"/>
                    </a:cubicBezTo>
                    <a:cubicBezTo>
                      <a:pt x="149" y="259"/>
                      <a:pt x="149" y="259"/>
                      <a:pt x="149" y="259"/>
                    </a:cubicBezTo>
                    <a:cubicBezTo>
                      <a:pt x="153" y="259"/>
                      <a:pt x="156" y="256"/>
                      <a:pt x="156" y="252"/>
                    </a:cubicBezTo>
                    <a:cubicBezTo>
                      <a:pt x="156" y="228"/>
                      <a:pt x="156" y="228"/>
                      <a:pt x="156" y="228"/>
                    </a:cubicBezTo>
                    <a:cubicBezTo>
                      <a:pt x="156" y="225"/>
                      <a:pt x="158" y="223"/>
                      <a:pt x="160" y="222"/>
                    </a:cubicBezTo>
                    <a:cubicBezTo>
                      <a:pt x="174" y="217"/>
                      <a:pt x="186" y="209"/>
                      <a:pt x="196" y="200"/>
                    </a:cubicBezTo>
                    <a:cubicBezTo>
                      <a:pt x="198" y="198"/>
                      <a:pt x="201" y="197"/>
                      <a:pt x="204" y="199"/>
                    </a:cubicBezTo>
                    <a:cubicBezTo>
                      <a:pt x="224" y="209"/>
                      <a:pt x="224" y="209"/>
                      <a:pt x="224" y="209"/>
                    </a:cubicBezTo>
                    <a:cubicBezTo>
                      <a:pt x="225" y="209"/>
                      <a:pt x="226" y="210"/>
                      <a:pt x="227" y="210"/>
                    </a:cubicBezTo>
                    <a:close/>
                    <a:moveTo>
                      <a:pt x="127" y="172"/>
                    </a:moveTo>
                    <a:cubicBezTo>
                      <a:pt x="104" y="172"/>
                      <a:pt x="84" y="153"/>
                      <a:pt x="84" y="130"/>
                    </a:cubicBezTo>
                    <a:cubicBezTo>
                      <a:pt x="87" y="73"/>
                      <a:pt x="168" y="73"/>
                      <a:pt x="170" y="130"/>
                    </a:cubicBezTo>
                    <a:cubicBezTo>
                      <a:pt x="170" y="153"/>
                      <a:pt x="151" y="172"/>
                      <a:pt x="127" y="172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46" name="Google Shape;791;p25"/>
              <p:cNvSpPr/>
              <p:nvPr/>
            </p:nvSpPr>
            <p:spPr>
              <a:xfrm>
                <a:off x="120960" y="524880"/>
                <a:ext cx="24480" cy="27360"/>
              </a:xfrm>
              <a:custGeom>
                <a:avLst/>
                <a:gdLst>
                  <a:gd name="textAreaLeft" fmla="*/ 0 w 24480"/>
                  <a:gd name="textAreaRight" fmla="*/ 24840 w 24480"/>
                  <a:gd name="textAreaTop" fmla="*/ 0 h 27360"/>
                  <a:gd name="textAreaBottom" fmla="*/ 27720 h 27360"/>
                </a:gdLst>
                <a:ahLst/>
                <a:cxnLst/>
                <a:rect l="textAreaLeft" t="textAreaTop" r="textAreaRight" b="textAreaBottom"/>
                <a:pathLst>
                  <a:path w="26" h="29">
                    <a:moveTo>
                      <a:pt x="13" y="0"/>
                    </a:moveTo>
                    <a:cubicBezTo>
                      <a:pt x="6" y="0"/>
                      <a:pt x="0" y="6"/>
                      <a:pt x="0" y="13"/>
                    </a:cubicBezTo>
                    <a:cubicBezTo>
                      <a:pt x="1" y="29"/>
                      <a:pt x="25" y="29"/>
                      <a:pt x="26" y="13"/>
                    </a:cubicBezTo>
                    <a:cubicBezTo>
                      <a:pt x="26" y="6"/>
                      <a:pt x="20" y="0"/>
                      <a:pt x="13" y="0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3680" bIns="1368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47" name="Google Shape;792;p25"/>
              <p:cNvSpPr/>
              <p:nvPr/>
            </p:nvSpPr>
            <p:spPr>
              <a:xfrm>
                <a:off x="82800" y="687600"/>
                <a:ext cx="99720" cy="214200"/>
              </a:xfrm>
              <a:custGeom>
                <a:avLst/>
                <a:gdLst>
                  <a:gd name="textAreaLeft" fmla="*/ 0 w 99720"/>
                  <a:gd name="textAreaRight" fmla="*/ 100080 w 99720"/>
                  <a:gd name="textAreaTop" fmla="*/ 0 h 214200"/>
                  <a:gd name="textAreaBottom" fmla="*/ 214560 h 214200"/>
                </a:gdLst>
                <a:ahLst/>
                <a:cxnLst/>
                <a:rect l="textAreaLeft" t="textAreaTop" r="textAreaRight" b="textAreaBottom"/>
                <a:pathLst>
                  <a:path w="105" h="225">
                    <a:moveTo>
                      <a:pt x="99" y="145"/>
                    </a:moveTo>
                    <a:cubicBezTo>
                      <a:pt x="85" y="145"/>
                      <a:pt x="85" y="145"/>
                      <a:pt x="85" y="145"/>
                    </a:cubicBezTo>
                    <a:cubicBezTo>
                      <a:pt x="82" y="145"/>
                      <a:pt x="80" y="143"/>
                      <a:pt x="80" y="141"/>
                    </a:cubicBezTo>
                    <a:cubicBezTo>
                      <a:pt x="80" y="0"/>
                      <a:pt x="80" y="0"/>
                      <a:pt x="80" y="0"/>
                    </a:cubicBezTo>
                    <a:cubicBezTo>
                      <a:pt x="79" y="0"/>
                      <a:pt x="77" y="1"/>
                      <a:pt x="75" y="1"/>
                    </a:cubicBezTo>
                    <a:cubicBezTo>
                      <a:pt x="31" y="1"/>
                      <a:pt x="31" y="1"/>
                      <a:pt x="31" y="1"/>
                    </a:cubicBezTo>
                    <a:cubicBezTo>
                      <a:pt x="29" y="1"/>
                      <a:pt x="28" y="0"/>
                      <a:pt x="26" y="0"/>
                    </a:cubicBezTo>
                    <a:cubicBezTo>
                      <a:pt x="26" y="141"/>
                      <a:pt x="26" y="141"/>
                      <a:pt x="26" y="141"/>
                    </a:cubicBezTo>
                    <a:cubicBezTo>
                      <a:pt x="26" y="143"/>
                      <a:pt x="24" y="145"/>
                      <a:pt x="21" y="145"/>
                    </a:cubicBezTo>
                    <a:cubicBezTo>
                      <a:pt x="7" y="145"/>
                      <a:pt x="7" y="145"/>
                      <a:pt x="7" y="145"/>
                    </a:cubicBezTo>
                    <a:cubicBezTo>
                      <a:pt x="3" y="145"/>
                      <a:pt x="0" y="148"/>
                      <a:pt x="0" y="152"/>
                    </a:cubicBezTo>
                    <a:cubicBezTo>
                      <a:pt x="0" y="177"/>
                      <a:pt x="0" y="177"/>
                      <a:pt x="0" y="177"/>
                    </a:cubicBezTo>
                    <a:cubicBezTo>
                      <a:pt x="0" y="179"/>
                      <a:pt x="1" y="180"/>
                      <a:pt x="3" y="182"/>
                    </a:cubicBezTo>
                    <a:cubicBezTo>
                      <a:pt x="49" y="223"/>
                      <a:pt x="49" y="223"/>
                      <a:pt x="49" y="223"/>
                    </a:cubicBezTo>
                    <a:cubicBezTo>
                      <a:pt x="51" y="225"/>
                      <a:pt x="55" y="225"/>
                      <a:pt x="57" y="223"/>
                    </a:cubicBezTo>
                    <a:cubicBezTo>
                      <a:pt x="103" y="182"/>
                      <a:pt x="103" y="182"/>
                      <a:pt x="103" y="182"/>
                    </a:cubicBezTo>
                    <a:cubicBezTo>
                      <a:pt x="104" y="180"/>
                      <a:pt x="105" y="179"/>
                      <a:pt x="105" y="177"/>
                    </a:cubicBezTo>
                    <a:cubicBezTo>
                      <a:pt x="105" y="152"/>
                      <a:pt x="105" y="152"/>
                      <a:pt x="105" y="152"/>
                    </a:cubicBezTo>
                    <a:cubicBezTo>
                      <a:pt x="105" y="148"/>
                      <a:pt x="102" y="145"/>
                      <a:pt x="99" y="145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48" name="Google Shape;793;p25"/>
              <p:cNvSpPr/>
              <p:nvPr/>
            </p:nvSpPr>
            <p:spPr>
              <a:xfrm>
                <a:off x="-111240" y="639000"/>
                <a:ext cx="197640" cy="123480"/>
              </a:xfrm>
              <a:custGeom>
                <a:avLst/>
                <a:gdLst>
                  <a:gd name="textAreaLeft" fmla="*/ 0 w 197640"/>
                  <a:gd name="textAreaRight" fmla="*/ 198000 w 197640"/>
                  <a:gd name="textAreaTop" fmla="*/ 0 h 123480"/>
                  <a:gd name="textAreaBottom" fmla="*/ 123840 h 123480"/>
                </a:gdLst>
                <a:ahLst/>
                <a:cxnLst/>
                <a:rect l="textAreaLeft" t="textAreaTop" r="textAreaRight" b="textAreaBottom"/>
                <a:pathLst>
                  <a:path w="208" h="130">
                    <a:moveTo>
                      <a:pt x="198" y="15"/>
                    </a:moveTo>
                    <a:cubicBezTo>
                      <a:pt x="198" y="6"/>
                      <a:pt x="198" y="6"/>
                      <a:pt x="198" y="6"/>
                    </a:cubicBezTo>
                    <a:cubicBezTo>
                      <a:pt x="194" y="4"/>
                      <a:pt x="191" y="2"/>
                      <a:pt x="187" y="0"/>
                    </a:cubicBezTo>
                    <a:cubicBezTo>
                      <a:pt x="180" y="4"/>
                      <a:pt x="180" y="4"/>
                      <a:pt x="180" y="4"/>
                    </a:cubicBezTo>
                    <a:cubicBezTo>
                      <a:pt x="174" y="8"/>
                      <a:pt x="166" y="9"/>
                      <a:pt x="158" y="8"/>
                    </a:cubicBezTo>
                    <a:cubicBezTo>
                      <a:pt x="158" y="18"/>
                      <a:pt x="158" y="18"/>
                      <a:pt x="158" y="18"/>
                    </a:cubicBezTo>
                    <a:cubicBezTo>
                      <a:pt x="158" y="36"/>
                      <a:pt x="143" y="51"/>
                      <a:pt x="125" y="51"/>
                    </a:cubicBezTo>
                    <a:cubicBezTo>
                      <a:pt x="85" y="51"/>
                      <a:pt x="85" y="51"/>
                      <a:pt x="85" y="51"/>
                    </a:cubicBezTo>
                    <a:cubicBezTo>
                      <a:pt x="83" y="51"/>
                      <a:pt x="81" y="49"/>
                      <a:pt x="81" y="46"/>
                    </a:cubicBezTo>
                    <a:cubicBezTo>
                      <a:pt x="81" y="32"/>
                      <a:pt x="81" y="32"/>
                      <a:pt x="81" y="32"/>
                    </a:cubicBezTo>
                    <a:cubicBezTo>
                      <a:pt x="81" y="28"/>
                      <a:pt x="78" y="25"/>
                      <a:pt x="74" y="25"/>
                    </a:cubicBezTo>
                    <a:cubicBezTo>
                      <a:pt x="49" y="25"/>
                      <a:pt x="49" y="25"/>
                      <a:pt x="49" y="25"/>
                    </a:cubicBezTo>
                    <a:cubicBezTo>
                      <a:pt x="47" y="25"/>
                      <a:pt x="46" y="26"/>
                      <a:pt x="44" y="28"/>
                    </a:cubicBezTo>
                    <a:cubicBezTo>
                      <a:pt x="3" y="73"/>
                      <a:pt x="3" y="73"/>
                      <a:pt x="3" y="73"/>
                    </a:cubicBezTo>
                    <a:cubicBezTo>
                      <a:pt x="0" y="76"/>
                      <a:pt x="0" y="80"/>
                      <a:pt x="3" y="82"/>
                    </a:cubicBezTo>
                    <a:cubicBezTo>
                      <a:pt x="44" y="128"/>
                      <a:pt x="44" y="128"/>
                      <a:pt x="44" y="128"/>
                    </a:cubicBezTo>
                    <a:cubicBezTo>
                      <a:pt x="46" y="129"/>
                      <a:pt x="47" y="130"/>
                      <a:pt x="49" y="130"/>
                    </a:cubicBezTo>
                    <a:cubicBezTo>
                      <a:pt x="74" y="130"/>
                      <a:pt x="74" y="130"/>
                      <a:pt x="74" y="130"/>
                    </a:cubicBezTo>
                    <a:cubicBezTo>
                      <a:pt x="78" y="130"/>
                      <a:pt x="81" y="127"/>
                      <a:pt x="81" y="123"/>
                    </a:cubicBezTo>
                    <a:cubicBezTo>
                      <a:pt x="81" y="109"/>
                      <a:pt x="81" y="109"/>
                      <a:pt x="81" y="109"/>
                    </a:cubicBezTo>
                    <a:cubicBezTo>
                      <a:pt x="81" y="107"/>
                      <a:pt x="83" y="105"/>
                      <a:pt x="85" y="105"/>
                    </a:cubicBezTo>
                    <a:cubicBezTo>
                      <a:pt x="118" y="105"/>
                      <a:pt x="118" y="105"/>
                      <a:pt x="118" y="105"/>
                    </a:cubicBezTo>
                    <a:cubicBezTo>
                      <a:pt x="160" y="105"/>
                      <a:pt x="196" y="77"/>
                      <a:pt x="208" y="40"/>
                    </a:cubicBezTo>
                    <a:cubicBezTo>
                      <a:pt x="202" y="33"/>
                      <a:pt x="198" y="25"/>
                      <a:pt x="198" y="15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49" name="Google Shape;794;p25"/>
              <p:cNvSpPr/>
              <p:nvPr/>
            </p:nvSpPr>
            <p:spPr>
              <a:xfrm>
                <a:off x="180000" y="634320"/>
                <a:ext cx="198000" cy="128520"/>
              </a:xfrm>
              <a:custGeom>
                <a:avLst/>
                <a:gdLst>
                  <a:gd name="textAreaLeft" fmla="*/ 0 w 198000"/>
                  <a:gd name="textAreaRight" fmla="*/ 198360 w 198000"/>
                  <a:gd name="textAreaTop" fmla="*/ 0 h 128520"/>
                  <a:gd name="textAreaBottom" fmla="*/ 128880 h 128520"/>
                </a:gdLst>
                <a:ahLst/>
                <a:cxnLst/>
                <a:rect l="textAreaLeft" t="textAreaTop" r="textAreaRight" b="textAreaBottom"/>
                <a:pathLst>
                  <a:path w="208" h="135">
                    <a:moveTo>
                      <a:pt x="206" y="78"/>
                    </a:moveTo>
                    <a:cubicBezTo>
                      <a:pt x="164" y="33"/>
                      <a:pt x="164" y="33"/>
                      <a:pt x="164" y="33"/>
                    </a:cubicBezTo>
                    <a:cubicBezTo>
                      <a:pt x="163" y="31"/>
                      <a:pt x="161" y="30"/>
                      <a:pt x="159" y="30"/>
                    </a:cubicBezTo>
                    <a:cubicBezTo>
                      <a:pt x="134" y="30"/>
                      <a:pt x="134" y="30"/>
                      <a:pt x="134" y="30"/>
                    </a:cubicBezTo>
                    <a:cubicBezTo>
                      <a:pt x="131" y="30"/>
                      <a:pt x="128" y="33"/>
                      <a:pt x="128" y="37"/>
                    </a:cubicBezTo>
                    <a:cubicBezTo>
                      <a:pt x="128" y="51"/>
                      <a:pt x="128" y="51"/>
                      <a:pt x="128" y="51"/>
                    </a:cubicBezTo>
                    <a:cubicBezTo>
                      <a:pt x="128" y="54"/>
                      <a:pt x="126" y="56"/>
                      <a:pt x="123" y="56"/>
                    </a:cubicBezTo>
                    <a:cubicBezTo>
                      <a:pt x="84" y="56"/>
                      <a:pt x="84" y="56"/>
                      <a:pt x="84" y="56"/>
                    </a:cubicBezTo>
                    <a:cubicBezTo>
                      <a:pt x="65" y="56"/>
                      <a:pt x="50" y="41"/>
                      <a:pt x="50" y="23"/>
                    </a:cubicBezTo>
                    <a:cubicBezTo>
                      <a:pt x="50" y="7"/>
                      <a:pt x="50" y="7"/>
                      <a:pt x="50" y="7"/>
                    </a:cubicBezTo>
                    <a:cubicBezTo>
                      <a:pt x="45" y="7"/>
                      <a:pt x="40" y="6"/>
                      <a:pt x="35" y="4"/>
                    </a:cubicBezTo>
                    <a:cubicBezTo>
                      <a:pt x="28" y="0"/>
                      <a:pt x="28" y="0"/>
                      <a:pt x="28" y="0"/>
                    </a:cubicBezTo>
                    <a:cubicBezTo>
                      <a:pt x="22" y="4"/>
                      <a:pt x="16" y="8"/>
                      <a:pt x="10" y="11"/>
                    </a:cubicBezTo>
                    <a:cubicBezTo>
                      <a:pt x="10" y="20"/>
                      <a:pt x="10" y="20"/>
                      <a:pt x="10" y="20"/>
                    </a:cubicBezTo>
                    <a:cubicBezTo>
                      <a:pt x="10" y="30"/>
                      <a:pt x="6" y="38"/>
                      <a:pt x="0" y="45"/>
                    </a:cubicBezTo>
                    <a:cubicBezTo>
                      <a:pt x="12" y="82"/>
                      <a:pt x="48" y="110"/>
                      <a:pt x="90" y="110"/>
                    </a:cubicBezTo>
                    <a:cubicBezTo>
                      <a:pt x="123" y="110"/>
                      <a:pt x="123" y="110"/>
                      <a:pt x="123" y="110"/>
                    </a:cubicBezTo>
                    <a:cubicBezTo>
                      <a:pt x="126" y="110"/>
                      <a:pt x="128" y="112"/>
                      <a:pt x="128" y="114"/>
                    </a:cubicBezTo>
                    <a:cubicBezTo>
                      <a:pt x="128" y="128"/>
                      <a:pt x="128" y="128"/>
                      <a:pt x="128" y="128"/>
                    </a:cubicBezTo>
                    <a:cubicBezTo>
                      <a:pt x="128" y="132"/>
                      <a:pt x="131" y="135"/>
                      <a:pt x="134" y="135"/>
                    </a:cubicBezTo>
                    <a:cubicBezTo>
                      <a:pt x="159" y="135"/>
                      <a:pt x="159" y="135"/>
                      <a:pt x="159" y="135"/>
                    </a:cubicBezTo>
                    <a:cubicBezTo>
                      <a:pt x="161" y="135"/>
                      <a:pt x="163" y="134"/>
                      <a:pt x="164" y="133"/>
                    </a:cubicBezTo>
                    <a:cubicBezTo>
                      <a:pt x="206" y="87"/>
                      <a:pt x="206" y="87"/>
                      <a:pt x="206" y="87"/>
                    </a:cubicBezTo>
                    <a:cubicBezTo>
                      <a:pt x="208" y="85"/>
                      <a:pt x="208" y="81"/>
                      <a:pt x="206" y="78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550" name="Google Shape;795;p25"/>
            <p:cNvGrpSpPr/>
            <p:nvPr/>
          </p:nvGrpSpPr>
          <p:grpSpPr>
            <a:xfrm>
              <a:off x="282960" y="-76320"/>
              <a:ext cx="344160" cy="317160"/>
              <a:chOff x="282960" y="-76320"/>
              <a:chExt cx="344160" cy="317160"/>
            </a:xfrm>
          </p:grpSpPr>
          <p:sp>
            <p:nvSpPr>
              <p:cNvPr id="551" name="Google Shape;796;p25"/>
              <p:cNvSpPr/>
              <p:nvPr/>
            </p:nvSpPr>
            <p:spPr>
              <a:xfrm>
                <a:off x="397800" y="-22320"/>
                <a:ext cx="148320" cy="149040"/>
              </a:xfrm>
              <a:custGeom>
                <a:avLst/>
                <a:gdLst>
                  <a:gd name="textAreaLeft" fmla="*/ 0 w 148320"/>
                  <a:gd name="textAreaRight" fmla="*/ 148680 w 148320"/>
                  <a:gd name="textAreaTop" fmla="*/ 0 h 149040"/>
                  <a:gd name="textAreaBottom" fmla="*/ 149400 h 149040"/>
                </a:gdLst>
                <a:ahLst/>
                <a:cxnLst/>
                <a:rect l="textAreaLeft" t="textAreaTop" r="textAreaRight" b="textAreaBottom"/>
                <a:pathLst>
                  <a:path w="251" h="252">
                    <a:moveTo>
                      <a:pt x="197" y="142"/>
                    </a:moveTo>
                    <a:cubicBezTo>
                      <a:pt x="176" y="141"/>
                      <a:pt x="176" y="110"/>
                      <a:pt x="197" y="110"/>
                    </a:cubicBezTo>
                    <a:cubicBezTo>
                      <a:pt x="251" y="109"/>
                      <a:pt x="251" y="109"/>
                      <a:pt x="251" y="109"/>
                    </a:cubicBezTo>
                    <a:cubicBezTo>
                      <a:pt x="245" y="55"/>
                      <a:pt x="197" y="6"/>
                      <a:pt x="142" y="0"/>
                    </a:cubicBezTo>
                    <a:cubicBezTo>
                      <a:pt x="141" y="54"/>
                      <a:pt x="141" y="54"/>
                      <a:pt x="141" y="54"/>
                    </a:cubicBezTo>
                    <a:cubicBezTo>
                      <a:pt x="141" y="63"/>
                      <a:pt x="134" y="70"/>
                      <a:pt x="125" y="70"/>
                    </a:cubicBezTo>
                    <a:cubicBezTo>
                      <a:pt x="125" y="70"/>
                      <a:pt x="125" y="70"/>
                      <a:pt x="125" y="70"/>
                    </a:cubicBezTo>
                    <a:cubicBezTo>
                      <a:pt x="116" y="70"/>
                      <a:pt x="109" y="63"/>
                      <a:pt x="109" y="54"/>
                    </a:cubicBezTo>
                    <a:cubicBezTo>
                      <a:pt x="109" y="0"/>
                      <a:pt x="109" y="0"/>
                      <a:pt x="109" y="0"/>
                    </a:cubicBezTo>
                    <a:cubicBezTo>
                      <a:pt x="53" y="6"/>
                      <a:pt x="5" y="55"/>
                      <a:pt x="0" y="110"/>
                    </a:cubicBezTo>
                    <a:cubicBezTo>
                      <a:pt x="53" y="110"/>
                      <a:pt x="53" y="110"/>
                      <a:pt x="53" y="110"/>
                    </a:cubicBezTo>
                    <a:cubicBezTo>
                      <a:pt x="53" y="110"/>
                      <a:pt x="53" y="110"/>
                      <a:pt x="53" y="110"/>
                    </a:cubicBezTo>
                    <a:cubicBezTo>
                      <a:pt x="74" y="111"/>
                      <a:pt x="74" y="141"/>
                      <a:pt x="53" y="142"/>
                    </a:cubicBezTo>
                    <a:cubicBezTo>
                      <a:pt x="0" y="142"/>
                      <a:pt x="0" y="142"/>
                      <a:pt x="0" y="142"/>
                    </a:cubicBezTo>
                    <a:cubicBezTo>
                      <a:pt x="5" y="197"/>
                      <a:pt x="53" y="246"/>
                      <a:pt x="109" y="252"/>
                    </a:cubicBezTo>
                    <a:cubicBezTo>
                      <a:pt x="109" y="198"/>
                      <a:pt x="109" y="198"/>
                      <a:pt x="109" y="198"/>
                    </a:cubicBezTo>
                    <a:cubicBezTo>
                      <a:pt x="109" y="189"/>
                      <a:pt x="116" y="182"/>
                      <a:pt x="125" y="182"/>
                    </a:cubicBezTo>
                    <a:cubicBezTo>
                      <a:pt x="125" y="182"/>
                      <a:pt x="125" y="182"/>
                      <a:pt x="125" y="182"/>
                    </a:cubicBezTo>
                    <a:cubicBezTo>
                      <a:pt x="134" y="182"/>
                      <a:pt x="141" y="189"/>
                      <a:pt x="141" y="198"/>
                    </a:cubicBezTo>
                    <a:cubicBezTo>
                      <a:pt x="141" y="252"/>
                      <a:pt x="141" y="252"/>
                      <a:pt x="141" y="252"/>
                    </a:cubicBezTo>
                    <a:cubicBezTo>
                      <a:pt x="197" y="246"/>
                      <a:pt x="245" y="197"/>
                      <a:pt x="251" y="142"/>
                    </a:cubicBezTo>
                    <a:cubicBezTo>
                      <a:pt x="197" y="142"/>
                      <a:pt x="197" y="142"/>
                      <a:pt x="197" y="142"/>
                    </a:cubicBezTo>
                    <a:cubicBezTo>
                      <a:pt x="197" y="142"/>
                      <a:pt x="197" y="142"/>
                      <a:pt x="197" y="142"/>
                    </a:cubicBezTo>
                    <a:close/>
                    <a:moveTo>
                      <a:pt x="125" y="142"/>
                    </a:moveTo>
                    <a:cubicBezTo>
                      <a:pt x="104" y="141"/>
                      <a:pt x="104" y="111"/>
                      <a:pt x="125" y="110"/>
                    </a:cubicBezTo>
                    <a:cubicBezTo>
                      <a:pt x="147" y="110"/>
                      <a:pt x="147" y="141"/>
                      <a:pt x="125" y="142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52" name="Google Shape;797;p25"/>
              <p:cNvSpPr/>
              <p:nvPr/>
            </p:nvSpPr>
            <p:spPr>
              <a:xfrm>
                <a:off x="282960" y="162360"/>
                <a:ext cx="77760" cy="78480"/>
              </a:xfrm>
              <a:custGeom>
                <a:avLst/>
                <a:gdLst>
                  <a:gd name="textAreaLeft" fmla="*/ 0 w 77760"/>
                  <a:gd name="textAreaRight" fmla="*/ 78120 w 77760"/>
                  <a:gd name="textAreaTop" fmla="*/ 0 h 78480"/>
                  <a:gd name="textAreaBottom" fmla="*/ 78840 h 78480"/>
                </a:gdLst>
                <a:ahLst/>
                <a:cxnLst/>
                <a:rect l="textAreaLeft" t="textAreaTop" r="textAreaRight" b="textAreaBottom"/>
                <a:pathLst>
                  <a:path w="132" h="133">
                    <a:moveTo>
                      <a:pt x="75" y="0"/>
                    </a:moveTo>
                    <a:cubicBezTo>
                      <a:pt x="15" y="60"/>
                      <a:pt x="15" y="60"/>
                      <a:pt x="15" y="60"/>
                    </a:cubicBezTo>
                    <a:cubicBezTo>
                      <a:pt x="0" y="76"/>
                      <a:pt x="0" y="101"/>
                      <a:pt x="15" y="117"/>
                    </a:cubicBezTo>
                    <a:cubicBezTo>
                      <a:pt x="31" y="133"/>
                      <a:pt x="56" y="133"/>
                      <a:pt x="72" y="117"/>
                    </a:cubicBezTo>
                    <a:cubicBezTo>
                      <a:pt x="132" y="57"/>
                      <a:pt x="132" y="57"/>
                      <a:pt x="132" y="57"/>
                    </a:cubicBezTo>
                    <a:cubicBezTo>
                      <a:pt x="132" y="57"/>
                      <a:pt x="132" y="57"/>
                      <a:pt x="132" y="57"/>
                    </a:cubicBezTo>
                    <a:lnTo>
                      <a:pt x="75" y="0"/>
                    </a:ln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9240" bIns="392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53" name="Google Shape;798;p25"/>
              <p:cNvSpPr/>
              <p:nvPr/>
            </p:nvSpPr>
            <p:spPr>
              <a:xfrm>
                <a:off x="316080" y="-76320"/>
                <a:ext cx="311040" cy="245520"/>
              </a:xfrm>
              <a:custGeom>
                <a:avLst/>
                <a:gdLst>
                  <a:gd name="textAreaLeft" fmla="*/ 0 w 311040"/>
                  <a:gd name="textAreaRight" fmla="*/ 311400 w 311040"/>
                  <a:gd name="textAreaTop" fmla="*/ 0 h 245520"/>
                  <a:gd name="textAreaBottom" fmla="*/ 245880 h 245520"/>
                </a:gdLst>
                <a:ahLst/>
                <a:cxnLst/>
                <a:rect l="textAreaLeft" t="textAreaTop" r="textAreaRight" b="textAreaBottom"/>
                <a:pathLst>
                  <a:path w="526" h="415">
                    <a:moveTo>
                      <a:pt x="402" y="77"/>
                    </a:moveTo>
                    <a:cubicBezTo>
                      <a:pt x="329" y="1"/>
                      <a:pt x="197" y="0"/>
                      <a:pt x="124" y="77"/>
                    </a:cubicBezTo>
                    <a:cubicBezTo>
                      <a:pt x="0" y="200"/>
                      <a:pt x="89" y="415"/>
                      <a:pt x="263" y="414"/>
                    </a:cubicBezTo>
                    <a:cubicBezTo>
                      <a:pt x="437" y="415"/>
                      <a:pt x="526" y="200"/>
                      <a:pt x="402" y="77"/>
                    </a:cubicBezTo>
                    <a:close/>
                    <a:moveTo>
                      <a:pt x="376" y="329"/>
                    </a:moveTo>
                    <a:cubicBezTo>
                      <a:pt x="312" y="393"/>
                      <a:pt x="211" y="390"/>
                      <a:pt x="151" y="329"/>
                    </a:cubicBezTo>
                    <a:cubicBezTo>
                      <a:pt x="120" y="299"/>
                      <a:pt x="105" y="259"/>
                      <a:pt x="104" y="219"/>
                    </a:cubicBezTo>
                    <a:cubicBezTo>
                      <a:pt x="104" y="218"/>
                      <a:pt x="104" y="218"/>
                      <a:pt x="104" y="217"/>
                    </a:cubicBezTo>
                    <a:cubicBezTo>
                      <a:pt x="104" y="216"/>
                      <a:pt x="104" y="216"/>
                      <a:pt x="104" y="215"/>
                    </a:cubicBezTo>
                    <a:cubicBezTo>
                      <a:pt x="103" y="131"/>
                      <a:pt x="177" y="56"/>
                      <a:pt x="263" y="57"/>
                    </a:cubicBezTo>
                    <a:cubicBezTo>
                      <a:pt x="409" y="60"/>
                      <a:pt x="473" y="231"/>
                      <a:pt x="376" y="329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54" name="Google Shape;799;p25"/>
              <p:cNvSpPr/>
              <p:nvPr/>
            </p:nvSpPr>
            <p:spPr>
              <a:xfrm>
                <a:off x="340920" y="129960"/>
                <a:ext cx="52560" cy="52560"/>
              </a:xfrm>
              <a:custGeom>
                <a:avLst/>
                <a:gdLst>
                  <a:gd name="textAreaLeft" fmla="*/ 0 w 52560"/>
                  <a:gd name="textAreaRight" fmla="*/ 52920 w 52560"/>
                  <a:gd name="textAreaTop" fmla="*/ 0 h 52560"/>
                  <a:gd name="textAreaBottom" fmla="*/ 52920 h 52560"/>
                </a:gdLst>
                <a:ahLst/>
                <a:cxnLst/>
                <a:rect l="textAreaLeft" t="textAreaTop" r="textAreaRight" b="textAreaBottom"/>
                <a:pathLst>
                  <a:path w="89" h="89">
                    <a:moveTo>
                      <a:pt x="33" y="0"/>
                    </a:moveTo>
                    <a:cubicBezTo>
                      <a:pt x="0" y="32"/>
                      <a:pt x="0" y="32"/>
                      <a:pt x="0" y="32"/>
                    </a:cubicBezTo>
                    <a:cubicBezTo>
                      <a:pt x="57" y="89"/>
                      <a:pt x="57" y="89"/>
                      <a:pt x="57" y="89"/>
                    </a:cubicBezTo>
                    <a:cubicBezTo>
                      <a:pt x="89" y="57"/>
                      <a:pt x="89" y="57"/>
                      <a:pt x="89" y="57"/>
                    </a:cubicBezTo>
                    <a:cubicBezTo>
                      <a:pt x="67" y="41"/>
                      <a:pt x="48" y="22"/>
                      <a:pt x="33" y="0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6280" bIns="2628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pic>
        <p:nvPicPr>
          <p:cNvPr id="555" name="Google Shape;800;p25"/>
          <p:cNvPicPr/>
          <p:nvPr/>
        </p:nvPicPr>
        <p:blipFill>
          <a:blip r:embed="rId5">
            <a:alphaModFix amt="50000"/>
          </a:blip>
          <a:stretch/>
        </p:blipFill>
        <p:spPr>
          <a:xfrm rot="5829600">
            <a:off x="-1656000" y="3238200"/>
            <a:ext cx="3541680" cy="346464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  <p:transition spd="slow">
    <p:push dir="u"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_ONLY"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0" name="Google Shape;136;p6"/>
          <p:cNvPicPr/>
          <p:nvPr/>
        </p:nvPicPr>
        <p:blipFill>
          <a:blip r:embed="rId2"/>
          <a:srcRect t="1844" r="1844"/>
          <a:stretch/>
        </p:blipFill>
        <p:spPr>
          <a:xfrm rot="10800000">
            <a:off x="36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21" name="Google Shape;137;p6"/>
          <p:cNvPicPr/>
          <p:nvPr/>
        </p:nvPicPr>
        <p:blipFill>
          <a:blip r:embed="rId3"/>
          <a:srcRect l="7208" r="48305" b="45432"/>
          <a:stretch/>
        </p:blipFill>
        <p:spPr>
          <a:xfrm rot="10800000">
            <a:off x="7925040" y="-75960"/>
            <a:ext cx="1218960" cy="285408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622" name="Google Shape;138;p6"/>
          <p:cNvGrpSpPr/>
          <p:nvPr/>
        </p:nvGrpSpPr>
        <p:grpSpPr>
          <a:xfrm>
            <a:off x="-1232640" y="-442440"/>
            <a:ext cx="2007000" cy="1963080"/>
            <a:chOff x="-1232640" y="-442440"/>
            <a:chExt cx="2007000" cy="1963080"/>
          </a:xfrm>
        </p:grpSpPr>
        <p:pic>
          <p:nvPicPr>
            <p:cNvPr id="623" name="Google Shape;139;p6"/>
            <p:cNvPicPr/>
            <p:nvPr/>
          </p:nvPicPr>
          <p:blipFill>
            <a:blip r:embed="rId4">
              <a:alphaModFix amt="50000"/>
            </a:blip>
            <a:stretch/>
          </p:blipFill>
          <p:spPr>
            <a:xfrm>
              <a:off x="-1232640" y="-442440"/>
              <a:ext cx="2007000" cy="1963080"/>
            </a:xfrm>
            <a:prstGeom prst="rect">
              <a:avLst/>
            </a:prstGeom>
            <a:noFill/>
            <a:ln w="0">
              <a:noFill/>
            </a:ln>
          </p:spPr>
        </p:pic>
        <p:grpSp>
          <p:nvGrpSpPr>
            <p:cNvPr id="624" name="Google Shape;140;p6"/>
            <p:cNvGrpSpPr/>
            <p:nvPr/>
          </p:nvGrpSpPr>
          <p:grpSpPr>
            <a:xfrm>
              <a:off x="-111240" y="413280"/>
              <a:ext cx="489240" cy="488520"/>
              <a:chOff x="-111240" y="413280"/>
              <a:chExt cx="489240" cy="488520"/>
            </a:xfrm>
          </p:grpSpPr>
          <p:sp>
            <p:nvSpPr>
              <p:cNvPr id="625" name="Google Shape;141;p6"/>
              <p:cNvSpPr/>
              <p:nvPr/>
            </p:nvSpPr>
            <p:spPr>
              <a:xfrm>
                <a:off x="12240" y="413280"/>
                <a:ext cx="243000" cy="246960"/>
              </a:xfrm>
              <a:custGeom>
                <a:avLst/>
                <a:gdLst>
                  <a:gd name="textAreaLeft" fmla="*/ 0 w 243000"/>
                  <a:gd name="textAreaRight" fmla="*/ 243360 w 243000"/>
                  <a:gd name="textAreaTop" fmla="*/ 0 h 246960"/>
                  <a:gd name="textAreaBottom" fmla="*/ 247320 h 246960"/>
                </a:gdLst>
                <a:ahLst/>
                <a:cxnLst/>
                <a:rect l="textAreaLeft" t="textAreaTop" r="textAreaRight" b="textAreaBottom"/>
                <a:pathLst>
                  <a:path w="255" h="259">
                    <a:moveTo>
                      <a:pt x="227" y="210"/>
                    </a:moveTo>
                    <a:cubicBezTo>
                      <a:pt x="230" y="210"/>
                      <a:pt x="232" y="208"/>
                      <a:pt x="233" y="206"/>
                    </a:cubicBezTo>
                    <a:cubicBezTo>
                      <a:pt x="253" y="167"/>
                      <a:pt x="253" y="167"/>
                      <a:pt x="253" y="167"/>
                    </a:cubicBezTo>
                    <a:cubicBezTo>
                      <a:pt x="255" y="163"/>
                      <a:pt x="253" y="160"/>
                      <a:pt x="250" y="158"/>
                    </a:cubicBezTo>
                    <a:cubicBezTo>
                      <a:pt x="229" y="148"/>
                      <a:pt x="229" y="148"/>
                      <a:pt x="229" y="148"/>
                    </a:cubicBezTo>
                    <a:cubicBezTo>
                      <a:pt x="227" y="146"/>
                      <a:pt x="226" y="144"/>
                      <a:pt x="226" y="141"/>
                    </a:cubicBezTo>
                    <a:cubicBezTo>
                      <a:pt x="227" y="131"/>
                      <a:pt x="227" y="120"/>
                      <a:pt x="225" y="109"/>
                    </a:cubicBezTo>
                    <a:cubicBezTo>
                      <a:pt x="224" y="107"/>
                      <a:pt x="226" y="104"/>
                      <a:pt x="228" y="103"/>
                    </a:cubicBezTo>
                    <a:cubicBezTo>
                      <a:pt x="248" y="91"/>
                      <a:pt x="248" y="91"/>
                      <a:pt x="248" y="91"/>
                    </a:cubicBezTo>
                    <a:cubicBezTo>
                      <a:pt x="251" y="89"/>
                      <a:pt x="252" y="85"/>
                      <a:pt x="250" y="82"/>
                    </a:cubicBezTo>
                    <a:cubicBezTo>
                      <a:pt x="228" y="44"/>
                      <a:pt x="228" y="44"/>
                      <a:pt x="228" y="44"/>
                    </a:cubicBezTo>
                    <a:cubicBezTo>
                      <a:pt x="227" y="42"/>
                      <a:pt x="224" y="41"/>
                      <a:pt x="222" y="41"/>
                    </a:cubicBezTo>
                    <a:cubicBezTo>
                      <a:pt x="221" y="41"/>
                      <a:pt x="220" y="41"/>
                      <a:pt x="219" y="42"/>
                    </a:cubicBezTo>
                    <a:cubicBezTo>
                      <a:pt x="199" y="53"/>
                      <a:pt x="199" y="53"/>
                      <a:pt x="199" y="53"/>
                    </a:cubicBezTo>
                    <a:cubicBezTo>
                      <a:pt x="197" y="55"/>
                      <a:pt x="194" y="54"/>
                      <a:pt x="191" y="53"/>
                    </a:cubicBezTo>
                    <a:cubicBezTo>
                      <a:pt x="182" y="45"/>
                      <a:pt x="172" y="39"/>
                      <a:pt x="160" y="35"/>
                    </a:cubicBezTo>
                    <a:cubicBezTo>
                      <a:pt x="158" y="34"/>
                      <a:pt x="156" y="31"/>
                      <a:pt x="156" y="29"/>
                    </a:cubicBezTo>
                    <a:cubicBezTo>
                      <a:pt x="156" y="7"/>
                      <a:pt x="156" y="7"/>
                      <a:pt x="156" y="7"/>
                    </a:cubicBezTo>
                    <a:cubicBezTo>
                      <a:pt x="156" y="3"/>
                      <a:pt x="153" y="0"/>
                      <a:pt x="149" y="0"/>
                    </a:cubicBezTo>
                    <a:cubicBezTo>
                      <a:pt x="105" y="0"/>
                      <a:pt x="105" y="0"/>
                      <a:pt x="105" y="0"/>
                    </a:cubicBezTo>
                    <a:cubicBezTo>
                      <a:pt x="101" y="0"/>
                      <a:pt x="98" y="3"/>
                      <a:pt x="98" y="7"/>
                    </a:cubicBezTo>
                    <a:cubicBezTo>
                      <a:pt x="98" y="29"/>
                      <a:pt x="98" y="29"/>
                      <a:pt x="98" y="29"/>
                    </a:cubicBezTo>
                    <a:cubicBezTo>
                      <a:pt x="98" y="31"/>
                      <a:pt x="97" y="34"/>
                      <a:pt x="94" y="35"/>
                    </a:cubicBezTo>
                    <a:cubicBezTo>
                      <a:pt x="81" y="40"/>
                      <a:pt x="68" y="47"/>
                      <a:pt x="58" y="57"/>
                    </a:cubicBezTo>
                    <a:cubicBezTo>
                      <a:pt x="56" y="59"/>
                      <a:pt x="53" y="59"/>
                      <a:pt x="51" y="58"/>
                    </a:cubicBezTo>
                    <a:cubicBezTo>
                      <a:pt x="30" y="48"/>
                      <a:pt x="30" y="48"/>
                      <a:pt x="30" y="48"/>
                    </a:cubicBezTo>
                    <a:cubicBezTo>
                      <a:pt x="27" y="46"/>
                      <a:pt x="23" y="47"/>
                      <a:pt x="21" y="50"/>
                    </a:cubicBezTo>
                    <a:cubicBezTo>
                      <a:pt x="1" y="90"/>
                      <a:pt x="1" y="90"/>
                      <a:pt x="1" y="90"/>
                    </a:cubicBezTo>
                    <a:cubicBezTo>
                      <a:pt x="0" y="93"/>
                      <a:pt x="1" y="97"/>
                      <a:pt x="4" y="99"/>
                    </a:cubicBezTo>
                    <a:cubicBezTo>
                      <a:pt x="25" y="109"/>
                      <a:pt x="25" y="109"/>
                      <a:pt x="25" y="109"/>
                    </a:cubicBezTo>
                    <a:cubicBezTo>
                      <a:pt x="27" y="110"/>
                      <a:pt x="29" y="113"/>
                      <a:pt x="28" y="116"/>
                    </a:cubicBezTo>
                    <a:cubicBezTo>
                      <a:pt x="27" y="126"/>
                      <a:pt x="27" y="137"/>
                      <a:pt x="29" y="147"/>
                    </a:cubicBezTo>
                    <a:cubicBezTo>
                      <a:pt x="30" y="150"/>
                      <a:pt x="29" y="153"/>
                      <a:pt x="26" y="154"/>
                    </a:cubicBezTo>
                    <a:cubicBezTo>
                      <a:pt x="6" y="166"/>
                      <a:pt x="6" y="166"/>
                      <a:pt x="6" y="166"/>
                    </a:cubicBezTo>
                    <a:cubicBezTo>
                      <a:pt x="3" y="167"/>
                      <a:pt x="2" y="171"/>
                      <a:pt x="4" y="175"/>
                    </a:cubicBezTo>
                    <a:cubicBezTo>
                      <a:pt x="26" y="213"/>
                      <a:pt x="26" y="213"/>
                      <a:pt x="26" y="213"/>
                    </a:cubicBezTo>
                    <a:cubicBezTo>
                      <a:pt x="28" y="216"/>
                      <a:pt x="32" y="217"/>
                      <a:pt x="35" y="215"/>
                    </a:cubicBezTo>
                    <a:cubicBezTo>
                      <a:pt x="55" y="203"/>
                      <a:pt x="55" y="203"/>
                      <a:pt x="55" y="203"/>
                    </a:cubicBezTo>
                    <a:cubicBezTo>
                      <a:pt x="58" y="202"/>
                      <a:pt x="61" y="202"/>
                      <a:pt x="63" y="204"/>
                    </a:cubicBezTo>
                    <a:cubicBezTo>
                      <a:pt x="72" y="212"/>
                      <a:pt x="82" y="218"/>
                      <a:pt x="94" y="222"/>
                    </a:cubicBezTo>
                    <a:cubicBezTo>
                      <a:pt x="97" y="223"/>
                      <a:pt x="98" y="225"/>
                      <a:pt x="98" y="228"/>
                    </a:cubicBezTo>
                    <a:cubicBezTo>
                      <a:pt x="98" y="252"/>
                      <a:pt x="98" y="252"/>
                      <a:pt x="98" y="252"/>
                    </a:cubicBezTo>
                    <a:cubicBezTo>
                      <a:pt x="98" y="256"/>
                      <a:pt x="101" y="259"/>
                      <a:pt x="105" y="259"/>
                    </a:cubicBezTo>
                    <a:cubicBezTo>
                      <a:pt x="149" y="259"/>
                      <a:pt x="149" y="259"/>
                      <a:pt x="149" y="259"/>
                    </a:cubicBezTo>
                    <a:cubicBezTo>
                      <a:pt x="153" y="259"/>
                      <a:pt x="156" y="256"/>
                      <a:pt x="156" y="252"/>
                    </a:cubicBezTo>
                    <a:cubicBezTo>
                      <a:pt x="156" y="228"/>
                      <a:pt x="156" y="228"/>
                      <a:pt x="156" y="228"/>
                    </a:cubicBezTo>
                    <a:cubicBezTo>
                      <a:pt x="156" y="225"/>
                      <a:pt x="158" y="223"/>
                      <a:pt x="160" y="222"/>
                    </a:cubicBezTo>
                    <a:cubicBezTo>
                      <a:pt x="174" y="217"/>
                      <a:pt x="186" y="209"/>
                      <a:pt x="196" y="200"/>
                    </a:cubicBezTo>
                    <a:cubicBezTo>
                      <a:pt x="198" y="198"/>
                      <a:pt x="201" y="197"/>
                      <a:pt x="204" y="199"/>
                    </a:cubicBezTo>
                    <a:cubicBezTo>
                      <a:pt x="224" y="209"/>
                      <a:pt x="224" y="209"/>
                      <a:pt x="224" y="209"/>
                    </a:cubicBezTo>
                    <a:cubicBezTo>
                      <a:pt x="225" y="209"/>
                      <a:pt x="226" y="210"/>
                      <a:pt x="227" y="210"/>
                    </a:cubicBezTo>
                    <a:close/>
                    <a:moveTo>
                      <a:pt x="127" y="172"/>
                    </a:moveTo>
                    <a:cubicBezTo>
                      <a:pt x="104" y="172"/>
                      <a:pt x="84" y="153"/>
                      <a:pt x="84" y="130"/>
                    </a:cubicBezTo>
                    <a:cubicBezTo>
                      <a:pt x="87" y="73"/>
                      <a:pt x="168" y="73"/>
                      <a:pt x="170" y="130"/>
                    </a:cubicBezTo>
                    <a:cubicBezTo>
                      <a:pt x="170" y="153"/>
                      <a:pt x="151" y="172"/>
                      <a:pt x="127" y="172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26" name="Google Shape;142;p6"/>
              <p:cNvSpPr/>
              <p:nvPr/>
            </p:nvSpPr>
            <p:spPr>
              <a:xfrm>
                <a:off x="120960" y="524880"/>
                <a:ext cx="24480" cy="27360"/>
              </a:xfrm>
              <a:custGeom>
                <a:avLst/>
                <a:gdLst>
                  <a:gd name="textAreaLeft" fmla="*/ 0 w 24480"/>
                  <a:gd name="textAreaRight" fmla="*/ 24840 w 24480"/>
                  <a:gd name="textAreaTop" fmla="*/ 0 h 27360"/>
                  <a:gd name="textAreaBottom" fmla="*/ 27720 h 27360"/>
                </a:gdLst>
                <a:ahLst/>
                <a:cxnLst/>
                <a:rect l="textAreaLeft" t="textAreaTop" r="textAreaRight" b="textAreaBottom"/>
                <a:pathLst>
                  <a:path w="26" h="29">
                    <a:moveTo>
                      <a:pt x="13" y="0"/>
                    </a:moveTo>
                    <a:cubicBezTo>
                      <a:pt x="6" y="0"/>
                      <a:pt x="0" y="6"/>
                      <a:pt x="0" y="13"/>
                    </a:cubicBezTo>
                    <a:cubicBezTo>
                      <a:pt x="1" y="29"/>
                      <a:pt x="25" y="29"/>
                      <a:pt x="26" y="13"/>
                    </a:cubicBezTo>
                    <a:cubicBezTo>
                      <a:pt x="26" y="6"/>
                      <a:pt x="20" y="0"/>
                      <a:pt x="13" y="0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3680" bIns="1368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27" name="Google Shape;143;p6"/>
              <p:cNvSpPr/>
              <p:nvPr/>
            </p:nvSpPr>
            <p:spPr>
              <a:xfrm>
                <a:off x="82800" y="687600"/>
                <a:ext cx="99720" cy="214200"/>
              </a:xfrm>
              <a:custGeom>
                <a:avLst/>
                <a:gdLst>
                  <a:gd name="textAreaLeft" fmla="*/ 0 w 99720"/>
                  <a:gd name="textAreaRight" fmla="*/ 100080 w 99720"/>
                  <a:gd name="textAreaTop" fmla="*/ 0 h 214200"/>
                  <a:gd name="textAreaBottom" fmla="*/ 214560 h 214200"/>
                </a:gdLst>
                <a:ahLst/>
                <a:cxnLst/>
                <a:rect l="textAreaLeft" t="textAreaTop" r="textAreaRight" b="textAreaBottom"/>
                <a:pathLst>
                  <a:path w="105" h="225">
                    <a:moveTo>
                      <a:pt x="99" y="145"/>
                    </a:moveTo>
                    <a:cubicBezTo>
                      <a:pt x="85" y="145"/>
                      <a:pt x="85" y="145"/>
                      <a:pt x="85" y="145"/>
                    </a:cubicBezTo>
                    <a:cubicBezTo>
                      <a:pt x="82" y="145"/>
                      <a:pt x="80" y="143"/>
                      <a:pt x="80" y="141"/>
                    </a:cubicBezTo>
                    <a:cubicBezTo>
                      <a:pt x="80" y="0"/>
                      <a:pt x="80" y="0"/>
                      <a:pt x="80" y="0"/>
                    </a:cubicBezTo>
                    <a:cubicBezTo>
                      <a:pt x="79" y="0"/>
                      <a:pt x="77" y="1"/>
                      <a:pt x="75" y="1"/>
                    </a:cubicBezTo>
                    <a:cubicBezTo>
                      <a:pt x="31" y="1"/>
                      <a:pt x="31" y="1"/>
                      <a:pt x="31" y="1"/>
                    </a:cubicBezTo>
                    <a:cubicBezTo>
                      <a:pt x="29" y="1"/>
                      <a:pt x="28" y="0"/>
                      <a:pt x="26" y="0"/>
                    </a:cubicBezTo>
                    <a:cubicBezTo>
                      <a:pt x="26" y="141"/>
                      <a:pt x="26" y="141"/>
                      <a:pt x="26" y="141"/>
                    </a:cubicBezTo>
                    <a:cubicBezTo>
                      <a:pt x="26" y="143"/>
                      <a:pt x="24" y="145"/>
                      <a:pt x="21" y="145"/>
                    </a:cubicBezTo>
                    <a:cubicBezTo>
                      <a:pt x="7" y="145"/>
                      <a:pt x="7" y="145"/>
                      <a:pt x="7" y="145"/>
                    </a:cubicBezTo>
                    <a:cubicBezTo>
                      <a:pt x="3" y="145"/>
                      <a:pt x="0" y="148"/>
                      <a:pt x="0" y="152"/>
                    </a:cubicBezTo>
                    <a:cubicBezTo>
                      <a:pt x="0" y="177"/>
                      <a:pt x="0" y="177"/>
                      <a:pt x="0" y="177"/>
                    </a:cubicBezTo>
                    <a:cubicBezTo>
                      <a:pt x="0" y="179"/>
                      <a:pt x="1" y="180"/>
                      <a:pt x="3" y="182"/>
                    </a:cubicBezTo>
                    <a:cubicBezTo>
                      <a:pt x="49" y="223"/>
                      <a:pt x="49" y="223"/>
                      <a:pt x="49" y="223"/>
                    </a:cubicBezTo>
                    <a:cubicBezTo>
                      <a:pt x="51" y="225"/>
                      <a:pt x="55" y="225"/>
                      <a:pt x="57" y="223"/>
                    </a:cubicBezTo>
                    <a:cubicBezTo>
                      <a:pt x="103" y="182"/>
                      <a:pt x="103" y="182"/>
                      <a:pt x="103" y="182"/>
                    </a:cubicBezTo>
                    <a:cubicBezTo>
                      <a:pt x="104" y="180"/>
                      <a:pt x="105" y="179"/>
                      <a:pt x="105" y="177"/>
                    </a:cubicBezTo>
                    <a:cubicBezTo>
                      <a:pt x="105" y="152"/>
                      <a:pt x="105" y="152"/>
                      <a:pt x="105" y="152"/>
                    </a:cubicBezTo>
                    <a:cubicBezTo>
                      <a:pt x="105" y="148"/>
                      <a:pt x="102" y="145"/>
                      <a:pt x="99" y="145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28" name="Google Shape;144;p6"/>
              <p:cNvSpPr/>
              <p:nvPr/>
            </p:nvSpPr>
            <p:spPr>
              <a:xfrm>
                <a:off x="-111240" y="639000"/>
                <a:ext cx="197640" cy="123480"/>
              </a:xfrm>
              <a:custGeom>
                <a:avLst/>
                <a:gdLst>
                  <a:gd name="textAreaLeft" fmla="*/ 0 w 197640"/>
                  <a:gd name="textAreaRight" fmla="*/ 198000 w 197640"/>
                  <a:gd name="textAreaTop" fmla="*/ 0 h 123480"/>
                  <a:gd name="textAreaBottom" fmla="*/ 123840 h 123480"/>
                </a:gdLst>
                <a:ahLst/>
                <a:cxnLst/>
                <a:rect l="textAreaLeft" t="textAreaTop" r="textAreaRight" b="textAreaBottom"/>
                <a:pathLst>
                  <a:path w="208" h="130">
                    <a:moveTo>
                      <a:pt x="198" y="15"/>
                    </a:moveTo>
                    <a:cubicBezTo>
                      <a:pt x="198" y="6"/>
                      <a:pt x="198" y="6"/>
                      <a:pt x="198" y="6"/>
                    </a:cubicBezTo>
                    <a:cubicBezTo>
                      <a:pt x="194" y="4"/>
                      <a:pt x="191" y="2"/>
                      <a:pt x="187" y="0"/>
                    </a:cubicBezTo>
                    <a:cubicBezTo>
                      <a:pt x="180" y="4"/>
                      <a:pt x="180" y="4"/>
                      <a:pt x="180" y="4"/>
                    </a:cubicBezTo>
                    <a:cubicBezTo>
                      <a:pt x="174" y="8"/>
                      <a:pt x="166" y="9"/>
                      <a:pt x="158" y="8"/>
                    </a:cubicBezTo>
                    <a:cubicBezTo>
                      <a:pt x="158" y="18"/>
                      <a:pt x="158" y="18"/>
                      <a:pt x="158" y="18"/>
                    </a:cubicBezTo>
                    <a:cubicBezTo>
                      <a:pt x="158" y="36"/>
                      <a:pt x="143" y="51"/>
                      <a:pt x="125" y="51"/>
                    </a:cubicBezTo>
                    <a:cubicBezTo>
                      <a:pt x="85" y="51"/>
                      <a:pt x="85" y="51"/>
                      <a:pt x="85" y="51"/>
                    </a:cubicBezTo>
                    <a:cubicBezTo>
                      <a:pt x="83" y="51"/>
                      <a:pt x="81" y="49"/>
                      <a:pt x="81" y="46"/>
                    </a:cubicBezTo>
                    <a:cubicBezTo>
                      <a:pt x="81" y="32"/>
                      <a:pt x="81" y="32"/>
                      <a:pt x="81" y="32"/>
                    </a:cubicBezTo>
                    <a:cubicBezTo>
                      <a:pt x="81" y="28"/>
                      <a:pt x="78" y="25"/>
                      <a:pt x="74" y="25"/>
                    </a:cubicBezTo>
                    <a:cubicBezTo>
                      <a:pt x="49" y="25"/>
                      <a:pt x="49" y="25"/>
                      <a:pt x="49" y="25"/>
                    </a:cubicBezTo>
                    <a:cubicBezTo>
                      <a:pt x="47" y="25"/>
                      <a:pt x="46" y="26"/>
                      <a:pt x="44" y="28"/>
                    </a:cubicBezTo>
                    <a:cubicBezTo>
                      <a:pt x="3" y="73"/>
                      <a:pt x="3" y="73"/>
                      <a:pt x="3" y="73"/>
                    </a:cubicBezTo>
                    <a:cubicBezTo>
                      <a:pt x="0" y="76"/>
                      <a:pt x="0" y="80"/>
                      <a:pt x="3" y="82"/>
                    </a:cubicBezTo>
                    <a:cubicBezTo>
                      <a:pt x="44" y="128"/>
                      <a:pt x="44" y="128"/>
                      <a:pt x="44" y="128"/>
                    </a:cubicBezTo>
                    <a:cubicBezTo>
                      <a:pt x="46" y="129"/>
                      <a:pt x="47" y="130"/>
                      <a:pt x="49" y="130"/>
                    </a:cubicBezTo>
                    <a:cubicBezTo>
                      <a:pt x="74" y="130"/>
                      <a:pt x="74" y="130"/>
                      <a:pt x="74" y="130"/>
                    </a:cubicBezTo>
                    <a:cubicBezTo>
                      <a:pt x="78" y="130"/>
                      <a:pt x="81" y="127"/>
                      <a:pt x="81" y="123"/>
                    </a:cubicBezTo>
                    <a:cubicBezTo>
                      <a:pt x="81" y="109"/>
                      <a:pt x="81" y="109"/>
                      <a:pt x="81" y="109"/>
                    </a:cubicBezTo>
                    <a:cubicBezTo>
                      <a:pt x="81" y="107"/>
                      <a:pt x="83" y="105"/>
                      <a:pt x="85" y="105"/>
                    </a:cubicBezTo>
                    <a:cubicBezTo>
                      <a:pt x="118" y="105"/>
                      <a:pt x="118" y="105"/>
                      <a:pt x="118" y="105"/>
                    </a:cubicBezTo>
                    <a:cubicBezTo>
                      <a:pt x="160" y="105"/>
                      <a:pt x="196" y="77"/>
                      <a:pt x="208" y="40"/>
                    </a:cubicBezTo>
                    <a:cubicBezTo>
                      <a:pt x="202" y="33"/>
                      <a:pt x="198" y="25"/>
                      <a:pt x="198" y="15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29" name="Google Shape;145;p6"/>
              <p:cNvSpPr/>
              <p:nvPr/>
            </p:nvSpPr>
            <p:spPr>
              <a:xfrm>
                <a:off x="180000" y="634320"/>
                <a:ext cx="198000" cy="128520"/>
              </a:xfrm>
              <a:custGeom>
                <a:avLst/>
                <a:gdLst>
                  <a:gd name="textAreaLeft" fmla="*/ 0 w 198000"/>
                  <a:gd name="textAreaRight" fmla="*/ 198360 w 198000"/>
                  <a:gd name="textAreaTop" fmla="*/ 0 h 128520"/>
                  <a:gd name="textAreaBottom" fmla="*/ 128880 h 128520"/>
                </a:gdLst>
                <a:ahLst/>
                <a:cxnLst/>
                <a:rect l="textAreaLeft" t="textAreaTop" r="textAreaRight" b="textAreaBottom"/>
                <a:pathLst>
                  <a:path w="208" h="135">
                    <a:moveTo>
                      <a:pt x="206" y="78"/>
                    </a:moveTo>
                    <a:cubicBezTo>
                      <a:pt x="164" y="33"/>
                      <a:pt x="164" y="33"/>
                      <a:pt x="164" y="33"/>
                    </a:cubicBezTo>
                    <a:cubicBezTo>
                      <a:pt x="163" y="31"/>
                      <a:pt x="161" y="30"/>
                      <a:pt x="159" y="30"/>
                    </a:cubicBezTo>
                    <a:cubicBezTo>
                      <a:pt x="134" y="30"/>
                      <a:pt x="134" y="30"/>
                      <a:pt x="134" y="30"/>
                    </a:cubicBezTo>
                    <a:cubicBezTo>
                      <a:pt x="131" y="30"/>
                      <a:pt x="128" y="33"/>
                      <a:pt x="128" y="37"/>
                    </a:cubicBezTo>
                    <a:cubicBezTo>
                      <a:pt x="128" y="51"/>
                      <a:pt x="128" y="51"/>
                      <a:pt x="128" y="51"/>
                    </a:cubicBezTo>
                    <a:cubicBezTo>
                      <a:pt x="128" y="54"/>
                      <a:pt x="126" y="56"/>
                      <a:pt x="123" y="56"/>
                    </a:cubicBezTo>
                    <a:cubicBezTo>
                      <a:pt x="84" y="56"/>
                      <a:pt x="84" y="56"/>
                      <a:pt x="84" y="56"/>
                    </a:cubicBezTo>
                    <a:cubicBezTo>
                      <a:pt x="65" y="56"/>
                      <a:pt x="50" y="41"/>
                      <a:pt x="50" y="23"/>
                    </a:cubicBezTo>
                    <a:cubicBezTo>
                      <a:pt x="50" y="7"/>
                      <a:pt x="50" y="7"/>
                      <a:pt x="50" y="7"/>
                    </a:cubicBezTo>
                    <a:cubicBezTo>
                      <a:pt x="45" y="7"/>
                      <a:pt x="40" y="6"/>
                      <a:pt x="35" y="4"/>
                    </a:cubicBezTo>
                    <a:cubicBezTo>
                      <a:pt x="28" y="0"/>
                      <a:pt x="28" y="0"/>
                      <a:pt x="28" y="0"/>
                    </a:cubicBezTo>
                    <a:cubicBezTo>
                      <a:pt x="22" y="4"/>
                      <a:pt x="16" y="8"/>
                      <a:pt x="10" y="11"/>
                    </a:cubicBezTo>
                    <a:cubicBezTo>
                      <a:pt x="10" y="20"/>
                      <a:pt x="10" y="20"/>
                      <a:pt x="10" y="20"/>
                    </a:cubicBezTo>
                    <a:cubicBezTo>
                      <a:pt x="10" y="30"/>
                      <a:pt x="6" y="38"/>
                      <a:pt x="0" y="45"/>
                    </a:cubicBezTo>
                    <a:cubicBezTo>
                      <a:pt x="12" y="82"/>
                      <a:pt x="48" y="110"/>
                      <a:pt x="90" y="110"/>
                    </a:cubicBezTo>
                    <a:cubicBezTo>
                      <a:pt x="123" y="110"/>
                      <a:pt x="123" y="110"/>
                      <a:pt x="123" y="110"/>
                    </a:cubicBezTo>
                    <a:cubicBezTo>
                      <a:pt x="126" y="110"/>
                      <a:pt x="128" y="112"/>
                      <a:pt x="128" y="114"/>
                    </a:cubicBezTo>
                    <a:cubicBezTo>
                      <a:pt x="128" y="128"/>
                      <a:pt x="128" y="128"/>
                      <a:pt x="128" y="128"/>
                    </a:cubicBezTo>
                    <a:cubicBezTo>
                      <a:pt x="128" y="132"/>
                      <a:pt x="131" y="135"/>
                      <a:pt x="134" y="135"/>
                    </a:cubicBezTo>
                    <a:cubicBezTo>
                      <a:pt x="159" y="135"/>
                      <a:pt x="159" y="135"/>
                      <a:pt x="159" y="135"/>
                    </a:cubicBezTo>
                    <a:cubicBezTo>
                      <a:pt x="161" y="135"/>
                      <a:pt x="163" y="134"/>
                      <a:pt x="164" y="133"/>
                    </a:cubicBezTo>
                    <a:cubicBezTo>
                      <a:pt x="206" y="87"/>
                      <a:pt x="206" y="87"/>
                      <a:pt x="206" y="87"/>
                    </a:cubicBezTo>
                    <a:cubicBezTo>
                      <a:pt x="208" y="85"/>
                      <a:pt x="208" y="81"/>
                      <a:pt x="206" y="78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630" name="Google Shape;146;p6"/>
            <p:cNvGrpSpPr/>
            <p:nvPr/>
          </p:nvGrpSpPr>
          <p:grpSpPr>
            <a:xfrm>
              <a:off x="282960" y="-76320"/>
              <a:ext cx="344160" cy="317160"/>
              <a:chOff x="282960" y="-76320"/>
              <a:chExt cx="344160" cy="317160"/>
            </a:xfrm>
          </p:grpSpPr>
          <p:sp>
            <p:nvSpPr>
              <p:cNvPr id="631" name="Google Shape;147;p6"/>
              <p:cNvSpPr/>
              <p:nvPr/>
            </p:nvSpPr>
            <p:spPr>
              <a:xfrm>
                <a:off x="397800" y="-22320"/>
                <a:ext cx="148320" cy="149040"/>
              </a:xfrm>
              <a:custGeom>
                <a:avLst/>
                <a:gdLst>
                  <a:gd name="textAreaLeft" fmla="*/ 0 w 148320"/>
                  <a:gd name="textAreaRight" fmla="*/ 148680 w 148320"/>
                  <a:gd name="textAreaTop" fmla="*/ 0 h 149040"/>
                  <a:gd name="textAreaBottom" fmla="*/ 149400 h 149040"/>
                </a:gdLst>
                <a:ahLst/>
                <a:cxnLst/>
                <a:rect l="textAreaLeft" t="textAreaTop" r="textAreaRight" b="textAreaBottom"/>
                <a:pathLst>
                  <a:path w="251" h="252">
                    <a:moveTo>
                      <a:pt x="197" y="142"/>
                    </a:moveTo>
                    <a:cubicBezTo>
                      <a:pt x="176" y="141"/>
                      <a:pt x="176" y="110"/>
                      <a:pt x="197" y="110"/>
                    </a:cubicBezTo>
                    <a:cubicBezTo>
                      <a:pt x="251" y="109"/>
                      <a:pt x="251" y="109"/>
                      <a:pt x="251" y="109"/>
                    </a:cubicBezTo>
                    <a:cubicBezTo>
                      <a:pt x="245" y="55"/>
                      <a:pt x="197" y="6"/>
                      <a:pt x="142" y="0"/>
                    </a:cubicBezTo>
                    <a:cubicBezTo>
                      <a:pt x="141" y="54"/>
                      <a:pt x="141" y="54"/>
                      <a:pt x="141" y="54"/>
                    </a:cubicBezTo>
                    <a:cubicBezTo>
                      <a:pt x="141" y="63"/>
                      <a:pt x="134" y="70"/>
                      <a:pt x="125" y="70"/>
                    </a:cubicBezTo>
                    <a:cubicBezTo>
                      <a:pt x="125" y="70"/>
                      <a:pt x="125" y="70"/>
                      <a:pt x="125" y="70"/>
                    </a:cubicBezTo>
                    <a:cubicBezTo>
                      <a:pt x="116" y="70"/>
                      <a:pt x="109" y="63"/>
                      <a:pt x="109" y="54"/>
                    </a:cubicBezTo>
                    <a:cubicBezTo>
                      <a:pt x="109" y="0"/>
                      <a:pt x="109" y="0"/>
                      <a:pt x="109" y="0"/>
                    </a:cubicBezTo>
                    <a:cubicBezTo>
                      <a:pt x="53" y="6"/>
                      <a:pt x="5" y="55"/>
                      <a:pt x="0" y="110"/>
                    </a:cubicBezTo>
                    <a:cubicBezTo>
                      <a:pt x="53" y="110"/>
                      <a:pt x="53" y="110"/>
                      <a:pt x="53" y="110"/>
                    </a:cubicBezTo>
                    <a:cubicBezTo>
                      <a:pt x="53" y="110"/>
                      <a:pt x="53" y="110"/>
                      <a:pt x="53" y="110"/>
                    </a:cubicBezTo>
                    <a:cubicBezTo>
                      <a:pt x="74" y="111"/>
                      <a:pt x="74" y="141"/>
                      <a:pt x="53" y="142"/>
                    </a:cubicBezTo>
                    <a:cubicBezTo>
                      <a:pt x="0" y="142"/>
                      <a:pt x="0" y="142"/>
                      <a:pt x="0" y="142"/>
                    </a:cubicBezTo>
                    <a:cubicBezTo>
                      <a:pt x="5" y="197"/>
                      <a:pt x="53" y="246"/>
                      <a:pt x="109" y="252"/>
                    </a:cubicBezTo>
                    <a:cubicBezTo>
                      <a:pt x="109" y="198"/>
                      <a:pt x="109" y="198"/>
                      <a:pt x="109" y="198"/>
                    </a:cubicBezTo>
                    <a:cubicBezTo>
                      <a:pt x="109" y="189"/>
                      <a:pt x="116" y="182"/>
                      <a:pt x="125" y="182"/>
                    </a:cubicBezTo>
                    <a:cubicBezTo>
                      <a:pt x="125" y="182"/>
                      <a:pt x="125" y="182"/>
                      <a:pt x="125" y="182"/>
                    </a:cubicBezTo>
                    <a:cubicBezTo>
                      <a:pt x="134" y="182"/>
                      <a:pt x="141" y="189"/>
                      <a:pt x="141" y="198"/>
                    </a:cubicBezTo>
                    <a:cubicBezTo>
                      <a:pt x="141" y="252"/>
                      <a:pt x="141" y="252"/>
                      <a:pt x="141" y="252"/>
                    </a:cubicBezTo>
                    <a:cubicBezTo>
                      <a:pt x="197" y="246"/>
                      <a:pt x="245" y="197"/>
                      <a:pt x="251" y="142"/>
                    </a:cubicBezTo>
                    <a:cubicBezTo>
                      <a:pt x="197" y="142"/>
                      <a:pt x="197" y="142"/>
                      <a:pt x="197" y="142"/>
                    </a:cubicBezTo>
                    <a:cubicBezTo>
                      <a:pt x="197" y="142"/>
                      <a:pt x="197" y="142"/>
                      <a:pt x="197" y="142"/>
                    </a:cubicBezTo>
                    <a:close/>
                    <a:moveTo>
                      <a:pt x="125" y="142"/>
                    </a:moveTo>
                    <a:cubicBezTo>
                      <a:pt x="104" y="141"/>
                      <a:pt x="104" y="111"/>
                      <a:pt x="125" y="110"/>
                    </a:cubicBezTo>
                    <a:cubicBezTo>
                      <a:pt x="147" y="110"/>
                      <a:pt x="147" y="141"/>
                      <a:pt x="125" y="142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32" name="Google Shape;148;p6"/>
              <p:cNvSpPr/>
              <p:nvPr/>
            </p:nvSpPr>
            <p:spPr>
              <a:xfrm>
                <a:off x="282960" y="162360"/>
                <a:ext cx="77760" cy="78480"/>
              </a:xfrm>
              <a:custGeom>
                <a:avLst/>
                <a:gdLst>
                  <a:gd name="textAreaLeft" fmla="*/ 0 w 77760"/>
                  <a:gd name="textAreaRight" fmla="*/ 78120 w 77760"/>
                  <a:gd name="textAreaTop" fmla="*/ 0 h 78480"/>
                  <a:gd name="textAreaBottom" fmla="*/ 78840 h 78480"/>
                </a:gdLst>
                <a:ahLst/>
                <a:cxnLst/>
                <a:rect l="textAreaLeft" t="textAreaTop" r="textAreaRight" b="textAreaBottom"/>
                <a:pathLst>
                  <a:path w="132" h="133">
                    <a:moveTo>
                      <a:pt x="75" y="0"/>
                    </a:moveTo>
                    <a:cubicBezTo>
                      <a:pt x="15" y="60"/>
                      <a:pt x="15" y="60"/>
                      <a:pt x="15" y="60"/>
                    </a:cubicBezTo>
                    <a:cubicBezTo>
                      <a:pt x="0" y="76"/>
                      <a:pt x="0" y="101"/>
                      <a:pt x="15" y="117"/>
                    </a:cubicBezTo>
                    <a:cubicBezTo>
                      <a:pt x="31" y="133"/>
                      <a:pt x="56" y="133"/>
                      <a:pt x="72" y="117"/>
                    </a:cubicBezTo>
                    <a:cubicBezTo>
                      <a:pt x="132" y="57"/>
                      <a:pt x="132" y="57"/>
                      <a:pt x="132" y="57"/>
                    </a:cubicBezTo>
                    <a:cubicBezTo>
                      <a:pt x="132" y="57"/>
                      <a:pt x="132" y="57"/>
                      <a:pt x="132" y="57"/>
                    </a:cubicBezTo>
                    <a:lnTo>
                      <a:pt x="75" y="0"/>
                    </a:ln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9240" bIns="392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33" name="Google Shape;149;p6"/>
              <p:cNvSpPr/>
              <p:nvPr/>
            </p:nvSpPr>
            <p:spPr>
              <a:xfrm>
                <a:off x="316080" y="-76320"/>
                <a:ext cx="311040" cy="245520"/>
              </a:xfrm>
              <a:custGeom>
                <a:avLst/>
                <a:gdLst>
                  <a:gd name="textAreaLeft" fmla="*/ 0 w 311040"/>
                  <a:gd name="textAreaRight" fmla="*/ 311400 w 311040"/>
                  <a:gd name="textAreaTop" fmla="*/ 0 h 245520"/>
                  <a:gd name="textAreaBottom" fmla="*/ 245880 h 245520"/>
                </a:gdLst>
                <a:ahLst/>
                <a:cxnLst/>
                <a:rect l="textAreaLeft" t="textAreaTop" r="textAreaRight" b="textAreaBottom"/>
                <a:pathLst>
                  <a:path w="526" h="415">
                    <a:moveTo>
                      <a:pt x="402" y="77"/>
                    </a:moveTo>
                    <a:cubicBezTo>
                      <a:pt x="329" y="1"/>
                      <a:pt x="197" y="0"/>
                      <a:pt x="124" y="77"/>
                    </a:cubicBezTo>
                    <a:cubicBezTo>
                      <a:pt x="0" y="200"/>
                      <a:pt x="89" y="415"/>
                      <a:pt x="263" y="414"/>
                    </a:cubicBezTo>
                    <a:cubicBezTo>
                      <a:pt x="437" y="415"/>
                      <a:pt x="526" y="200"/>
                      <a:pt x="402" y="77"/>
                    </a:cubicBezTo>
                    <a:close/>
                    <a:moveTo>
                      <a:pt x="376" y="329"/>
                    </a:moveTo>
                    <a:cubicBezTo>
                      <a:pt x="312" y="393"/>
                      <a:pt x="211" y="390"/>
                      <a:pt x="151" y="329"/>
                    </a:cubicBezTo>
                    <a:cubicBezTo>
                      <a:pt x="120" y="299"/>
                      <a:pt x="105" y="259"/>
                      <a:pt x="104" y="219"/>
                    </a:cubicBezTo>
                    <a:cubicBezTo>
                      <a:pt x="104" y="218"/>
                      <a:pt x="104" y="218"/>
                      <a:pt x="104" y="217"/>
                    </a:cubicBezTo>
                    <a:cubicBezTo>
                      <a:pt x="104" y="216"/>
                      <a:pt x="104" y="216"/>
                      <a:pt x="104" y="215"/>
                    </a:cubicBezTo>
                    <a:cubicBezTo>
                      <a:pt x="103" y="131"/>
                      <a:pt x="177" y="56"/>
                      <a:pt x="263" y="57"/>
                    </a:cubicBezTo>
                    <a:cubicBezTo>
                      <a:pt x="409" y="60"/>
                      <a:pt x="473" y="231"/>
                      <a:pt x="376" y="329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34" name="Google Shape;150;p6"/>
              <p:cNvSpPr/>
              <p:nvPr/>
            </p:nvSpPr>
            <p:spPr>
              <a:xfrm>
                <a:off x="340920" y="129960"/>
                <a:ext cx="52560" cy="52560"/>
              </a:xfrm>
              <a:custGeom>
                <a:avLst/>
                <a:gdLst>
                  <a:gd name="textAreaLeft" fmla="*/ 0 w 52560"/>
                  <a:gd name="textAreaRight" fmla="*/ 52920 w 52560"/>
                  <a:gd name="textAreaTop" fmla="*/ 0 h 52560"/>
                  <a:gd name="textAreaBottom" fmla="*/ 52920 h 52560"/>
                </a:gdLst>
                <a:ahLst/>
                <a:cxnLst/>
                <a:rect l="textAreaLeft" t="textAreaTop" r="textAreaRight" b="textAreaBottom"/>
                <a:pathLst>
                  <a:path w="89" h="89">
                    <a:moveTo>
                      <a:pt x="33" y="0"/>
                    </a:moveTo>
                    <a:cubicBezTo>
                      <a:pt x="0" y="32"/>
                      <a:pt x="0" y="32"/>
                      <a:pt x="0" y="32"/>
                    </a:cubicBezTo>
                    <a:cubicBezTo>
                      <a:pt x="57" y="89"/>
                      <a:pt x="57" y="89"/>
                      <a:pt x="57" y="89"/>
                    </a:cubicBezTo>
                    <a:cubicBezTo>
                      <a:pt x="89" y="57"/>
                      <a:pt x="89" y="57"/>
                      <a:pt x="89" y="57"/>
                    </a:cubicBezTo>
                    <a:cubicBezTo>
                      <a:pt x="67" y="41"/>
                      <a:pt x="48" y="22"/>
                      <a:pt x="33" y="0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6280" bIns="2628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pic>
        <p:nvPicPr>
          <p:cNvPr id="635" name="Google Shape;151;p6"/>
          <p:cNvPicPr/>
          <p:nvPr/>
        </p:nvPicPr>
        <p:blipFill>
          <a:blip r:embed="rId5">
            <a:alphaModFix amt="50000"/>
          </a:blip>
          <a:stretch/>
        </p:blipFill>
        <p:spPr>
          <a:xfrm rot="5829600">
            <a:off x="-1656000" y="3238200"/>
            <a:ext cx="3541680" cy="3464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36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  <p:transition spd="slow">
    <p:push dir="u"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ONE_COLUMN_TEXT"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7" name="Google Shape;154;p7"/>
          <p:cNvPicPr/>
          <p:nvPr/>
        </p:nvPicPr>
        <p:blipFill>
          <a:blip r:embed="rId2"/>
          <a:srcRect t="1844" r="1844"/>
          <a:stretch/>
        </p:blipFill>
        <p:spPr>
          <a:xfrm rot="10800000" flipH="1"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38" name="Google Shape;155;p7"/>
          <p:cNvPicPr/>
          <p:nvPr/>
        </p:nvPicPr>
        <p:blipFill>
          <a:blip r:embed="rId3"/>
          <a:srcRect l="7208" r="48305" b="45432"/>
          <a:stretch/>
        </p:blipFill>
        <p:spPr>
          <a:xfrm rot="10800000">
            <a:off x="7925040" y="-75960"/>
            <a:ext cx="1218960" cy="2854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39" name="Google Shape;156;p7"/>
          <p:cNvPicPr/>
          <p:nvPr/>
        </p:nvPicPr>
        <p:blipFill>
          <a:blip r:embed="rId4">
            <a:alphaModFix amt="50000"/>
          </a:blip>
          <a:stretch/>
        </p:blipFill>
        <p:spPr>
          <a:xfrm rot="4362600">
            <a:off x="6965280" y="2439360"/>
            <a:ext cx="3541680" cy="346464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640" name="Google Shape;157;p7"/>
          <p:cNvGrpSpPr/>
          <p:nvPr/>
        </p:nvGrpSpPr>
        <p:grpSpPr>
          <a:xfrm>
            <a:off x="-1080360" y="-464040"/>
            <a:ext cx="1963080" cy="2007000"/>
            <a:chOff x="-1080360" y="-464040"/>
            <a:chExt cx="1963080" cy="2007000"/>
          </a:xfrm>
        </p:grpSpPr>
        <p:pic>
          <p:nvPicPr>
            <p:cNvPr id="641" name="Google Shape;158;p7"/>
            <p:cNvPicPr/>
            <p:nvPr/>
          </p:nvPicPr>
          <p:blipFill>
            <a:blip r:embed="rId5">
              <a:alphaModFix amt="50000"/>
            </a:blip>
            <a:stretch/>
          </p:blipFill>
          <p:spPr>
            <a:xfrm rot="5400000" flipH="1">
              <a:off x="-1102320" y="-442080"/>
              <a:ext cx="2007000" cy="1963080"/>
            </a:xfrm>
            <a:prstGeom prst="rect">
              <a:avLst/>
            </a:prstGeom>
            <a:noFill/>
            <a:ln w="0">
              <a:noFill/>
            </a:ln>
          </p:spPr>
        </p:pic>
        <p:grpSp>
          <p:nvGrpSpPr>
            <p:cNvPr id="642" name="Google Shape;159;p7"/>
            <p:cNvGrpSpPr/>
            <p:nvPr/>
          </p:nvGrpSpPr>
          <p:grpSpPr>
            <a:xfrm>
              <a:off x="180360" y="344160"/>
              <a:ext cx="314280" cy="314640"/>
              <a:chOff x="180360" y="344160"/>
              <a:chExt cx="314280" cy="314640"/>
            </a:xfrm>
          </p:grpSpPr>
          <p:sp>
            <p:nvSpPr>
              <p:cNvPr id="643" name="Google Shape;160;p7"/>
              <p:cNvSpPr/>
              <p:nvPr/>
            </p:nvSpPr>
            <p:spPr>
              <a:xfrm>
                <a:off x="219600" y="374040"/>
                <a:ext cx="185760" cy="186480"/>
              </a:xfrm>
              <a:custGeom>
                <a:avLst/>
                <a:gdLst>
                  <a:gd name="textAreaLeft" fmla="*/ 0 w 185760"/>
                  <a:gd name="textAreaRight" fmla="*/ 186120 w 185760"/>
                  <a:gd name="textAreaTop" fmla="*/ 0 h 186480"/>
                  <a:gd name="textAreaBottom" fmla="*/ 186840 h 186480"/>
                </a:gdLst>
                <a:ahLst/>
                <a:cxnLst/>
                <a:rect l="textAreaLeft" t="textAreaTop" r="textAreaRight" b="textAreaBottom"/>
                <a:pathLst>
                  <a:path w="306" h="307">
                    <a:moveTo>
                      <a:pt x="23" y="169"/>
                    </a:moveTo>
                    <a:cubicBezTo>
                      <a:pt x="0" y="169"/>
                      <a:pt x="0" y="169"/>
                      <a:pt x="0" y="169"/>
                    </a:cubicBezTo>
                    <a:cubicBezTo>
                      <a:pt x="7" y="242"/>
                      <a:pt x="65" y="299"/>
                      <a:pt x="137" y="307"/>
                    </a:cubicBezTo>
                    <a:cubicBezTo>
                      <a:pt x="137" y="284"/>
                      <a:pt x="137" y="284"/>
                      <a:pt x="137" y="284"/>
                    </a:cubicBezTo>
                    <a:cubicBezTo>
                      <a:pt x="138" y="263"/>
                      <a:pt x="168" y="263"/>
                      <a:pt x="168" y="284"/>
                    </a:cubicBezTo>
                    <a:cubicBezTo>
                      <a:pt x="168" y="307"/>
                      <a:pt x="168" y="307"/>
                      <a:pt x="168" y="307"/>
                    </a:cubicBezTo>
                    <a:cubicBezTo>
                      <a:pt x="241" y="299"/>
                      <a:pt x="299" y="242"/>
                      <a:pt x="306" y="169"/>
                    </a:cubicBezTo>
                    <a:cubicBezTo>
                      <a:pt x="283" y="169"/>
                      <a:pt x="283" y="169"/>
                      <a:pt x="283" y="169"/>
                    </a:cubicBezTo>
                    <a:cubicBezTo>
                      <a:pt x="262" y="168"/>
                      <a:pt x="262" y="139"/>
                      <a:pt x="283" y="138"/>
                    </a:cubicBezTo>
                    <a:cubicBezTo>
                      <a:pt x="306" y="138"/>
                      <a:pt x="306" y="138"/>
                      <a:pt x="306" y="138"/>
                    </a:cubicBezTo>
                    <a:cubicBezTo>
                      <a:pt x="299" y="65"/>
                      <a:pt x="241" y="8"/>
                      <a:pt x="168" y="0"/>
                    </a:cubicBezTo>
                    <a:cubicBezTo>
                      <a:pt x="168" y="24"/>
                      <a:pt x="168" y="24"/>
                      <a:pt x="168" y="24"/>
                    </a:cubicBezTo>
                    <a:cubicBezTo>
                      <a:pt x="167" y="44"/>
                      <a:pt x="138" y="44"/>
                      <a:pt x="137" y="24"/>
                    </a:cubicBezTo>
                    <a:cubicBezTo>
                      <a:pt x="137" y="0"/>
                      <a:pt x="137" y="0"/>
                      <a:pt x="137" y="0"/>
                    </a:cubicBezTo>
                    <a:cubicBezTo>
                      <a:pt x="65" y="8"/>
                      <a:pt x="7" y="65"/>
                      <a:pt x="0" y="138"/>
                    </a:cubicBezTo>
                    <a:cubicBezTo>
                      <a:pt x="23" y="138"/>
                      <a:pt x="23" y="138"/>
                      <a:pt x="23" y="138"/>
                    </a:cubicBezTo>
                    <a:cubicBezTo>
                      <a:pt x="43" y="139"/>
                      <a:pt x="43" y="168"/>
                      <a:pt x="23" y="169"/>
                    </a:cubicBezTo>
                    <a:close/>
                    <a:moveTo>
                      <a:pt x="103" y="138"/>
                    </a:moveTo>
                    <a:cubicBezTo>
                      <a:pt x="109" y="138"/>
                      <a:pt x="109" y="138"/>
                      <a:pt x="109" y="138"/>
                    </a:cubicBezTo>
                    <a:cubicBezTo>
                      <a:pt x="116" y="107"/>
                      <a:pt x="144" y="84"/>
                      <a:pt x="177" y="84"/>
                    </a:cubicBezTo>
                    <a:cubicBezTo>
                      <a:pt x="186" y="84"/>
                      <a:pt x="193" y="91"/>
                      <a:pt x="193" y="99"/>
                    </a:cubicBezTo>
                    <a:cubicBezTo>
                      <a:pt x="193" y="108"/>
                      <a:pt x="186" y="115"/>
                      <a:pt x="177" y="115"/>
                    </a:cubicBezTo>
                    <a:cubicBezTo>
                      <a:pt x="161" y="115"/>
                      <a:pt x="147" y="124"/>
                      <a:pt x="141" y="138"/>
                    </a:cubicBezTo>
                    <a:cubicBezTo>
                      <a:pt x="177" y="138"/>
                      <a:pt x="177" y="138"/>
                      <a:pt x="177" y="138"/>
                    </a:cubicBezTo>
                    <a:cubicBezTo>
                      <a:pt x="198" y="139"/>
                      <a:pt x="198" y="169"/>
                      <a:pt x="177" y="170"/>
                    </a:cubicBezTo>
                    <a:cubicBezTo>
                      <a:pt x="141" y="170"/>
                      <a:pt x="141" y="170"/>
                      <a:pt x="141" y="170"/>
                    </a:cubicBezTo>
                    <a:cubicBezTo>
                      <a:pt x="147" y="183"/>
                      <a:pt x="161" y="193"/>
                      <a:pt x="177" y="193"/>
                    </a:cubicBezTo>
                    <a:cubicBezTo>
                      <a:pt x="186" y="193"/>
                      <a:pt x="193" y="200"/>
                      <a:pt x="193" y="209"/>
                    </a:cubicBezTo>
                    <a:cubicBezTo>
                      <a:pt x="193" y="217"/>
                      <a:pt x="186" y="224"/>
                      <a:pt x="177" y="224"/>
                    </a:cubicBezTo>
                    <a:cubicBezTo>
                      <a:pt x="144" y="224"/>
                      <a:pt x="116" y="201"/>
                      <a:pt x="109" y="170"/>
                    </a:cubicBezTo>
                    <a:cubicBezTo>
                      <a:pt x="103" y="170"/>
                      <a:pt x="103" y="170"/>
                      <a:pt x="103" y="170"/>
                    </a:cubicBezTo>
                    <a:cubicBezTo>
                      <a:pt x="82" y="169"/>
                      <a:pt x="82" y="139"/>
                      <a:pt x="103" y="138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44" name="Google Shape;161;p7"/>
              <p:cNvSpPr/>
              <p:nvPr/>
            </p:nvSpPr>
            <p:spPr>
              <a:xfrm>
                <a:off x="180360" y="344160"/>
                <a:ext cx="314280" cy="314640"/>
              </a:xfrm>
              <a:custGeom>
                <a:avLst/>
                <a:gdLst>
                  <a:gd name="textAreaLeft" fmla="*/ 0 w 314280"/>
                  <a:gd name="textAreaRight" fmla="*/ 314640 w 314280"/>
                  <a:gd name="textAreaTop" fmla="*/ 0 h 314640"/>
                  <a:gd name="textAreaBottom" fmla="*/ 315000 h 314640"/>
                </a:gdLst>
                <a:ahLst/>
                <a:cxnLst/>
                <a:rect l="textAreaLeft" t="textAreaTop" r="textAreaRight" b="textAreaBottom"/>
                <a:pathLst>
                  <a:path w="517" h="517">
                    <a:moveTo>
                      <a:pt x="497" y="487"/>
                    </a:moveTo>
                    <a:cubicBezTo>
                      <a:pt x="30" y="487"/>
                      <a:pt x="30" y="487"/>
                      <a:pt x="30" y="487"/>
                    </a:cubicBezTo>
                    <a:cubicBezTo>
                      <a:pt x="30" y="453"/>
                      <a:pt x="30" y="453"/>
                      <a:pt x="30" y="453"/>
                    </a:cubicBezTo>
                    <a:cubicBezTo>
                      <a:pt x="208" y="453"/>
                      <a:pt x="208" y="453"/>
                      <a:pt x="208" y="453"/>
                    </a:cubicBezTo>
                    <a:cubicBezTo>
                      <a:pt x="350" y="453"/>
                      <a:pt x="468" y="342"/>
                      <a:pt x="475" y="200"/>
                    </a:cubicBezTo>
                    <a:cubicBezTo>
                      <a:pt x="479" y="129"/>
                      <a:pt x="479" y="129"/>
                      <a:pt x="479" y="129"/>
                    </a:cubicBezTo>
                    <a:cubicBezTo>
                      <a:pt x="485" y="136"/>
                      <a:pt x="485" y="136"/>
                      <a:pt x="485" y="136"/>
                    </a:cubicBezTo>
                    <a:cubicBezTo>
                      <a:pt x="488" y="140"/>
                      <a:pt x="492" y="141"/>
                      <a:pt x="497" y="141"/>
                    </a:cubicBezTo>
                    <a:cubicBezTo>
                      <a:pt x="500" y="141"/>
                      <a:pt x="504" y="140"/>
                      <a:pt x="506" y="137"/>
                    </a:cubicBezTo>
                    <a:cubicBezTo>
                      <a:pt x="513" y="132"/>
                      <a:pt x="513" y="122"/>
                      <a:pt x="508" y="116"/>
                    </a:cubicBezTo>
                    <a:cubicBezTo>
                      <a:pt x="477" y="82"/>
                      <a:pt x="477" y="82"/>
                      <a:pt x="477" y="82"/>
                    </a:cubicBezTo>
                    <a:cubicBezTo>
                      <a:pt x="472" y="77"/>
                      <a:pt x="462" y="75"/>
                      <a:pt x="456" y="81"/>
                    </a:cubicBezTo>
                    <a:cubicBezTo>
                      <a:pt x="424" y="110"/>
                      <a:pt x="424" y="110"/>
                      <a:pt x="424" y="110"/>
                    </a:cubicBezTo>
                    <a:cubicBezTo>
                      <a:pt x="410" y="124"/>
                      <a:pt x="429" y="145"/>
                      <a:pt x="444" y="132"/>
                    </a:cubicBezTo>
                    <a:cubicBezTo>
                      <a:pt x="449" y="128"/>
                      <a:pt x="449" y="128"/>
                      <a:pt x="449" y="128"/>
                    </a:cubicBezTo>
                    <a:cubicBezTo>
                      <a:pt x="445" y="198"/>
                      <a:pt x="445" y="198"/>
                      <a:pt x="445" y="198"/>
                    </a:cubicBezTo>
                    <a:cubicBezTo>
                      <a:pt x="439" y="324"/>
                      <a:pt x="334" y="423"/>
                      <a:pt x="208" y="423"/>
                    </a:cubicBezTo>
                    <a:cubicBezTo>
                      <a:pt x="30" y="423"/>
                      <a:pt x="30" y="423"/>
                      <a:pt x="30" y="423"/>
                    </a:cubicBezTo>
                    <a:cubicBezTo>
                      <a:pt x="30" y="20"/>
                      <a:pt x="30" y="20"/>
                      <a:pt x="30" y="20"/>
                    </a:cubicBezTo>
                    <a:cubicBezTo>
                      <a:pt x="29" y="0"/>
                      <a:pt x="0" y="0"/>
                      <a:pt x="0" y="20"/>
                    </a:cubicBezTo>
                    <a:cubicBezTo>
                      <a:pt x="0" y="502"/>
                      <a:pt x="0" y="502"/>
                      <a:pt x="0" y="502"/>
                    </a:cubicBezTo>
                    <a:cubicBezTo>
                      <a:pt x="0" y="510"/>
                      <a:pt x="6" y="517"/>
                      <a:pt x="15" y="517"/>
                    </a:cubicBezTo>
                    <a:cubicBezTo>
                      <a:pt x="497" y="517"/>
                      <a:pt x="497" y="517"/>
                      <a:pt x="497" y="517"/>
                    </a:cubicBezTo>
                    <a:cubicBezTo>
                      <a:pt x="517" y="516"/>
                      <a:pt x="517" y="487"/>
                      <a:pt x="497" y="487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645" name="Google Shape;162;p7"/>
            <p:cNvGrpSpPr/>
            <p:nvPr/>
          </p:nvGrpSpPr>
          <p:grpSpPr>
            <a:xfrm>
              <a:off x="149760" y="954360"/>
              <a:ext cx="375480" cy="388080"/>
              <a:chOff x="149760" y="954360"/>
              <a:chExt cx="375480" cy="388080"/>
            </a:xfrm>
          </p:grpSpPr>
          <p:sp>
            <p:nvSpPr>
              <p:cNvPr id="646" name="Google Shape;163;p7"/>
              <p:cNvSpPr/>
              <p:nvPr/>
            </p:nvSpPr>
            <p:spPr>
              <a:xfrm>
                <a:off x="149760" y="954360"/>
                <a:ext cx="375480" cy="245160"/>
              </a:xfrm>
              <a:custGeom>
                <a:avLst/>
                <a:gdLst>
                  <a:gd name="textAreaLeft" fmla="*/ 0 w 375480"/>
                  <a:gd name="textAreaRight" fmla="*/ 375840 w 375480"/>
                  <a:gd name="textAreaTop" fmla="*/ 0 h 245160"/>
                  <a:gd name="textAreaBottom" fmla="*/ 245520 h 245160"/>
                </a:gdLst>
                <a:ahLst/>
                <a:cxnLst/>
                <a:rect l="textAreaLeft" t="textAreaTop" r="textAreaRight" b="textAreaBottom"/>
                <a:pathLst>
                  <a:path w="511" h="334">
                    <a:moveTo>
                      <a:pt x="470" y="187"/>
                    </a:moveTo>
                    <a:cubicBezTo>
                      <a:pt x="462" y="183"/>
                      <a:pt x="459" y="175"/>
                      <a:pt x="462" y="167"/>
                    </a:cubicBezTo>
                    <a:cubicBezTo>
                      <a:pt x="481" y="118"/>
                      <a:pt x="444" y="63"/>
                      <a:pt x="391" y="63"/>
                    </a:cubicBezTo>
                    <a:cubicBezTo>
                      <a:pt x="381" y="62"/>
                      <a:pt x="371" y="64"/>
                      <a:pt x="361" y="68"/>
                    </a:cubicBezTo>
                    <a:cubicBezTo>
                      <a:pt x="353" y="71"/>
                      <a:pt x="344" y="68"/>
                      <a:pt x="341" y="60"/>
                    </a:cubicBezTo>
                    <a:cubicBezTo>
                      <a:pt x="314" y="1"/>
                      <a:pt x="229" y="0"/>
                      <a:pt x="201" y="59"/>
                    </a:cubicBezTo>
                    <a:cubicBezTo>
                      <a:pt x="198" y="67"/>
                      <a:pt x="189" y="70"/>
                      <a:pt x="181" y="67"/>
                    </a:cubicBezTo>
                    <a:cubicBezTo>
                      <a:pt x="173" y="64"/>
                      <a:pt x="163" y="63"/>
                      <a:pt x="154" y="63"/>
                    </a:cubicBezTo>
                    <a:cubicBezTo>
                      <a:pt x="112" y="63"/>
                      <a:pt x="78" y="98"/>
                      <a:pt x="78" y="140"/>
                    </a:cubicBezTo>
                    <a:cubicBezTo>
                      <a:pt x="78" y="149"/>
                      <a:pt x="80" y="158"/>
                      <a:pt x="83" y="167"/>
                    </a:cubicBezTo>
                    <a:cubicBezTo>
                      <a:pt x="86" y="175"/>
                      <a:pt x="82" y="184"/>
                      <a:pt x="75" y="187"/>
                    </a:cubicBezTo>
                    <a:cubicBezTo>
                      <a:pt x="0" y="225"/>
                      <a:pt x="26" y="332"/>
                      <a:pt x="109" y="334"/>
                    </a:cubicBezTo>
                    <a:cubicBezTo>
                      <a:pt x="177" y="334"/>
                      <a:pt x="177" y="334"/>
                      <a:pt x="177" y="334"/>
                    </a:cubicBezTo>
                    <a:cubicBezTo>
                      <a:pt x="271" y="330"/>
                      <a:pt x="271" y="196"/>
                      <a:pt x="177" y="192"/>
                    </a:cubicBezTo>
                    <a:cubicBezTo>
                      <a:pt x="168" y="192"/>
                      <a:pt x="161" y="185"/>
                      <a:pt x="161" y="176"/>
                    </a:cubicBezTo>
                    <a:cubicBezTo>
                      <a:pt x="161" y="167"/>
                      <a:pt x="168" y="160"/>
                      <a:pt x="177" y="160"/>
                    </a:cubicBezTo>
                    <a:cubicBezTo>
                      <a:pt x="228" y="160"/>
                      <a:pt x="271" y="198"/>
                      <a:pt x="278" y="247"/>
                    </a:cubicBezTo>
                    <a:cubicBezTo>
                      <a:pt x="353" y="247"/>
                      <a:pt x="353" y="247"/>
                      <a:pt x="353" y="247"/>
                    </a:cubicBezTo>
                    <a:cubicBezTo>
                      <a:pt x="367" y="247"/>
                      <a:pt x="379" y="235"/>
                      <a:pt x="379" y="221"/>
                    </a:cubicBezTo>
                    <a:cubicBezTo>
                      <a:pt x="379" y="207"/>
                      <a:pt x="367" y="195"/>
                      <a:pt x="353" y="195"/>
                    </a:cubicBezTo>
                    <a:cubicBezTo>
                      <a:pt x="332" y="194"/>
                      <a:pt x="332" y="164"/>
                      <a:pt x="353" y="163"/>
                    </a:cubicBezTo>
                    <a:cubicBezTo>
                      <a:pt x="430" y="166"/>
                      <a:pt x="430" y="276"/>
                      <a:pt x="353" y="279"/>
                    </a:cubicBezTo>
                    <a:cubicBezTo>
                      <a:pt x="278" y="279"/>
                      <a:pt x="278" y="279"/>
                      <a:pt x="278" y="279"/>
                    </a:cubicBezTo>
                    <a:cubicBezTo>
                      <a:pt x="275" y="300"/>
                      <a:pt x="265" y="319"/>
                      <a:pt x="251" y="334"/>
                    </a:cubicBezTo>
                    <a:cubicBezTo>
                      <a:pt x="257" y="334"/>
                      <a:pt x="257" y="334"/>
                      <a:pt x="257" y="334"/>
                    </a:cubicBezTo>
                    <a:cubicBezTo>
                      <a:pt x="258" y="334"/>
                      <a:pt x="258" y="334"/>
                      <a:pt x="259" y="334"/>
                    </a:cubicBezTo>
                    <a:cubicBezTo>
                      <a:pt x="432" y="334"/>
                      <a:pt x="432" y="334"/>
                      <a:pt x="432" y="334"/>
                    </a:cubicBezTo>
                    <a:cubicBezTo>
                      <a:pt x="453" y="334"/>
                      <a:pt x="473" y="326"/>
                      <a:pt x="488" y="311"/>
                    </a:cubicBezTo>
                    <a:cubicBezTo>
                      <a:pt x="503" y="296"/>
                      <a:pt x="511" y="276"/>
                      <a:pt x="511" y="255"/>
                    </a:cubicBezTo>
                    <a:cubicBezTo>
                      <a:pt x="511" y="226"/>
                      <a:pt x="495" y="200"/>
                      <a:pt x="470" y="187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47" name="Google Shape;164;p7"/>
              <p:cNvSpPr/>
              <p:nvPr/>
            </p:nvSpPr>
            <p:spPr>
              <a:xfrm>
                <a:off x="412560" y="1293480"/>
                <a:ext cx="46800" cy="48960"/>
              </a:xfrm>
              <a:custGeom>
                <a:avLst/>
                <a:gdLst>
                  <a:gd name="textAreaLeft" fmla="*/ 0 w 46800"/>
                  <a:gd name="textAreaRight" fmla="*/ 47160 w 46800"/>
                  <a:gd name="textAreaTop" fmla="*/ 0 h 48960"/>
                  <a:gd name="textAreaBottom" fmla="*/ 49320 h 48960"/>
                </a:gdLst>
                <a:ahLst/>
                <a:cxnLst/>
                <a:rect l="textAreaLeft" t="textAreaTop" r="textAreaRight" b="textAreaBottom"/>
                <a:pathLst>
                  <a:path w="64" h="67">
                    <a:moveTo>
                      <a:pt x="63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35"/>
                      <a:pt x="0" y="35"/>
                      <a:pt x="0" y="35"/>
                    </a:cubicBezTo>
                    <a:cubicBezTo>
                      <a:pt x="0" y="52"/>
                      <a:pt x="14" y="67"/>
                      <a:pt x="32" y="67"/>
                    </a:cubicBezTo>
                    <a:cubicBezTo>
                      <a:pt x="57" y="67"/>
                      <a:pt x="57" y="67"/>
                      <a:pt x="57" y="67"/>
                    </a:cubicBezTo>
                    <a:cubicBezTo>
                      <a:pt x="61" y="67"/>
                      <a:pt x="64" y="63"/>
                      <a:pt x="64" y="59"/>
                    </a:cubicBezTo>
                    <a:cubicBezTo>
                      <a:pt x="64" y="0"/>
                      <a:pt x="64" y="0"/>
                      <a:pt x="64" y="0"/>
                    </a:cubicBezTo>
                    <a:cubicBezTo>
                      <a:pt x="64" y="0"/>
                      <a:pt x="64" y="0"/>
                      <a:pt x="63" y="0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4480" bIns="2448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48" name="Google Shape;165;p7"/>
              <p:cNvSpPr/>
              <p:nvPr/>
            </p:nvSpPr>
            <p:spPr>
              <a:xfrm>
                <a:off x="352800" y="1218240"/>
                <a:ext cx="142920" cy="51480"/>
              </a:xfrm>
              <a:custGeom>
                <a:avLst/>
                <a:gdLst>
                  <a:gd name="textAreaLeft" fmla="*/ 0 w 142920"/>
                  <a:gd name="textAreaRight" fmla="*/ 143280 w 142920"/>
                  <a:gd name="textAreaTop" fmla="*/ 0 h 51480"/>
                  <a:gd name="textAreaBottom" fmla="*/ 51840 h 51480"/>
                </a:gdLst>
                <a:ahLst/>
                <a:cxnLst/>
                <a:rect l="textAreaLeft" t="textAreaTop" r="textAreaRight" b="textAreaBottom"/>
                <a:pathLst>
                  <a:path w="195" h="70">
                    <a:moveTo>
                      <a:pt x="195" y="19"/>
                    </a:moveTo>
                    <a:cubicBezTo>
                      <a:pt x="195" y="0"/>
                      <a:pt x="195" y="0"/>
                      <a:pt x="195" y="0"/>
                    </a:cubicBezTo>
                    <a:cubicBezTo>
                      <a:pt x="183" y="5"/>
                      <a:pt x="170" y="7"/>
                      <a:pt x="156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7" y="43"/>
                      <a:pt x="39" y="70"/>
                      <a:pt x="77" y="70"/>
                    </a:cubicBezTo>
                    <a:cubicBezTo>
                      <a:pt x="144" y="70"/>
                      <a:pt x="144" y="70"/>
                      <a:pt x="144" y="70"/>
                    </a:cubicBezTo>
                    <a:cubicBezTo>
                      <a:pt x="172" y="70"/>
                      <a:pt x="195" y="47"/>
                      <a:pt x="195" y="19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5920" bIns="2592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sp>
        <p:nvSpPr>
          <p:cNvPr id="649" name="PlaceHolder 1"/>
          <p:cNvSpPr>
            <a:spLocks noGrp="1"/>
          </p:cNvSpPr>
          <p:nvPr>
            <p:ph type="title"/>
          </p:nvPr>
        </p:nvSpPr>
        <p:spPr>
          <a:xfrm>
            <a:off x="713160" y="878760"/>
            <a:ext cx="3983400" cy="1027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650" name="PlaceHolder 2"/>
          <p:cNvSpPr>
            <a:spLocks noGrp="1"/>
          </p:cNvSpPr>
          <p:nvPr>
            <p:ph type="body"/>
          </p:nvPr>
        </p:nvSpPr>
        <p:spPr>
          <a:xfrm>
            <a:off x="5163840" y="539640"/>
            <a:ext cx="3266640" cy="40640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 fontScale="700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  <p:transition spd="slow">
    <p:push dir="u"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APTION_ONLY"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PlaceHolder 1"/>
          <p:cNvSpPr>
            <a:spLocks noGrp="1"/>
          </p:cNvSpPr>
          <p:nvPr>
            <p:ph type="body"/>
          </p:nvPr>
        </p:nvSpPr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724" name="PlaceHolder 2"/>
          <p:cNvSpPr>
            <a:spLocks noGrp="1"/>
          </p:cNvSpPr>
          <p:nvPr>
            <p:ph type="title"/>
          </p:nvPr>
        </p:nvSpPr>
        <p:spPr>
          <a:xfrm>
            <a:off x="1948680" y="4014360"/>
            <a:ext cx="5245920" cy="441360"/>
          </a:xfrm>
          <a:prstGeom prst="rect">
            <a:avLst/>
          </a:prstGeom>
          <a:solidFill>
            <a:schemeClr val="dk2"/>
          </a:solidFill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  <p:transition spd="slow">
    <p:push dir="u"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"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oogle Shape;9;p2"/>
          <p:cNvPicPr/>
          <p:nvPr/>
        </p:nvPicPr>
        <p:blipFill>
          <a:blip r:embed="rId2"/>
          <a:srcRect t="1844" r="1844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" name="Google Shape;10;p2"/>
          <p:cNvPicPr/>
          <p:nvPr/>
        </p:nvPicPr>
        <p:blipFill>
          <a:blip r:embed="rId3">
            <a:alphaModFix amt="60000"/>
          </a:blip>
          <a:srcRect b="1681"/>
          <a:stretch/>
        </p:blipFill>
        <p:spPr>
          <a:xfrm>
            <a:off x="0" y="0"/>
            <a:ext cx="2740680" cy="514332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2" name="Google Shape;11;p2"/>
          <p:cNvGrpSpPr/>
          <p:nvPr/>
        </p:nvGrpSpPr>
        <p:grpSpPr>
          <a:xfrm>
            <a:off x="-2166480" y="-2744640"/>
            <a:ext cx="13380120" cy="9878400"/>
            <a:chOff x="-2166480" y="-2744640"/>
            <a:chExt cx="13380120" cy="9878400"/>
          </a:xfrm>
        </p:grpSpPr>
        <p:pic>
          <p:nvPicPr>
            <p:cNvPr id="3" name="Google Shape;12;p2"/>
            <p:cNvPicPr/>
            <p:nvPr/>
          </p:nvPicPr>
          <p:blipFill>
            <a:blip r:embed="rId4">
              <a:alphaModFix amt="50000"/>
            </a:blip>
            <a:stretch/>
          </p:blipFill>
          <p:spPr>
            <a:xfrm rot="7507200">
              <a:off x="7163280" y="3111480"/>
              <a:ext cx="3409920" cy="333576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4" name="Google Shape;13;p2"/>
            <p:cNvPicPr/>
            <p:nvPr/>
          </p:nvPicPr>
          <p:blipFill>
            <a:blip r:embed="rId4">
              <a:alphaModFix amt="50000"/>
            </a:blip>
            <a:stretch/>
          </p:blipFill>
          <p:spPr>
            <a:xfrm rot="3138600">
              <a:off x="-1483560" y="-2016360"/>
              <a:ext cx="3541680" cy="346464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2007720" y="1080720"/>
            <a:ext cx="6719400" cy="14968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3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  <p:extLst>
      <p:ext uri="{BB962C8B-B14F-4D97-AF65-F5344CB8AC3E}">
        <p14:creationId xmlns:p14="http://schemas.microsoft.com/office/powerpoint/2010/main" val="314506370"/>
      </p:ext>
    </p:extLst>
  </p:cSld>
  <p:clrMapOvr>
    <a:masterClrMapping/>
  </p:clrMapOvr>
  <p:transition spd="slow">
    <p:push dir="u"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SECTION_HEADER"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8" name="Google Shape;17;p3"/>
          <p:cNvPicPr/>
          <p:nvPr/>
        </p:nvPicPr>
        <p:blipFill>
          <a:blip r:embed="rId2"/>
          <a:srcRect t="1844" r="1844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49" name="Google Shape;18;p3"/>
          <p:cNvPicPr/>
          <p:nvPr/>
        </p:nvPicPr>
        <p:blipFill>
          <a:blip r:embed="rId3">
            <a:alphaModFix amt="60000"/>
          </a:blip>
          <a:srcRect b="1681"/>
          <a:stretch/>
        </p:blipFill>
        <p:spPr>
          <a:xfrm>
            <a:off x="0" y="0"/>
            <a:ext cx="2740680" cy="514332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350" name="Google Shape;19;p3"/>
          <p:cNvGrpSpPr/>
          <p:nvPr/>
        </p:nvGrpSpPr>
        <p:grpSpPr>
          <a:xfrm>
            <a:off x="-1317240" y="-1764360"/>
            <a:ext cx="12139560" cy="8643960"/>
            <a:chOff x="-1317240" y="-1764360"/>
            <a:chExt cx="12139560" cy="8643960"/>
          </a:xfrm>
        </p:grpSpPr>
        <p:pic>
          <p:nvPicPr>
            <p:cNvPr id="351" name="Google Shape;20;p3"/>
            <p:cNvPicPr/>
            <p:nvPr/>
          </p:nvPicPr>
          <p:blipFill>
            <a:blip r:embed="rId4">
              <a:alphaModFix amt="50000"/>
            </a:blip>
            <a:stretch/>
          </p:blipFill>
          <p:spPr>
            <a:xfrm rot="1120800">
              <a:off x="6818760" y="-1288440"/>
              <a:ext cx="3541680" cy="34646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352" name="Google Shape;21;p3"/>
            <p:cNvPicPr/>
            <p:nvPr/>
          </p:nvPicPr>
          <p:blipFill>
            <a:blip r:embed="rId4">
              <a:alphaModFix amt="50000"/>
            </a:blip>
            <a:stretch/>
          </p:blipFill>
          <p:spPr>
            <a:xfrm rot="4680600">
              <a:off x="-1025640" y="3054960"/>
              <a:ext cx="3541680" cy="346464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353" name="Google Shape;22;p3"/>
          <p:cNvGrpSpPr/>
          <p:nvPr/>
        </p:nvGrpSpPr>
        <p:grpSpPr>
          <a:xfrm>
            <a:off x="-812520" y="-464040"/>
            <a:ext cx="10246680" cy="6233040"/>
            <a:chOff x="-812520" y="-464040"/>
            <a:chExt cx="10246680" cy="6233040"/>
          </a:xfrm>
        </p:grpSpPr>
        <p:grpSp>
          <p:nvGrpSpPr>
            <p:cNvPr id="354" name="Google Shape;23;p3"/>
            <p:cNvGrpSpPr/>
            <p:nvPr/>
          </p:nvGrpSpPr>
          <p:grpSpPr>
            <a:xfrm>
              <a:off x="-812520" y="-464040"/>
              <a:ext cx="1963080" cy="2007000"/>
              <a:chOff x="-812520" y="-464040"/>
              <a:chExt cx="1963080" cy="2007000"/>
            </a:xfrm>
          </p:grpSpPr>
          <p:pic>
            <p:nvPicPr>
              <p:cNvPr id="355" name="Google Shape;24;p3"/>
              <p:cNvPicPr/>
              <p:nvPr/>
            </p:nvPicPr>
            <p:blipFill>
              <a:blip r:embed="rId5">
                <a:alphaModFix amt="50000"/>
              </a:blip>
              <a:stretch/>
            </p:blipFill>
            <p:spPr>
              <a:xfrm rot="5400000">
                <a:off x="-834480" y="-442080"/>
                <a:ext cx="2007000" cy="196308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grpSp>
            <p:nvGrpSpPr>
              <p:cNvPr id="356" name="Google Shape;25;p3"/>
              <p:cNvGrpSpPr/>
              <p:nvPr/>
            </p:nvGrpSpPr>
            <p:grpSpPr>
              <a:xfrm>
                <a:off x="432360" y="425520"/>
                <a:ext cx="326880" cy="318240"/>
                <a:chOff x="432360" y="425520"/>
                <a:chExt cx="326880" cy="318240"/>
              </a:xfrm>
            </p:grpSpPr>
            <p:sp>
              <p:nvSpPr>
                <p:cNvPr id="357" name="Google Shape;26;p3"/>
                <p:cNvSpPr/>
                <p:nvPr/>
              </p:nvSpPr>
              <p:spPr>
                <a:xfrm>
                  <a:off x="558720" y="722160"/>
                  <a:ext cx="115920" cy="21600"/>
                </a:xfrm>
                <a:custGeom>
                  <a:avLst/>
                  <a:gdLst>
                    <a:gd name="textAreaLeft" fmla="*/ 0 w 115920"/>
                    <a:gd name="textAreaRight" fmla="*/ 116280 w 115920"/>
                    <a:gd name="textAreaTop" fmla="*/ 0 h 21600"/>
                    <a:gd name="textAreaBottom" fmla="*/ 21960 h 21600"/>
                  </a:gdLst>
                  <a:ahLst/>
                  <a:cxnLst/>
                  <a:rect l="textAreaLeft" t="textAreaTop" r="textAreaRight" b="textAreaBottom"/>
                  <a:pathLst>
                    <a:path w="190" h="36">
                      <a:moveTo>
                        <a:pt x="1" y="14"/>
                      </a:moveTo>
                      <a:cubicBezTo>
                        <a:pt x="0" y="16"/>
                        <a:pt x="2" y="19"/>
                        <a:pt x="4" y="19"/>
                      </a:cubicBezTo>
                      <a:cubicBezTo>
                        <a:pt x="65" y="36"/>
                        <a:pt x="135" y="29"/>
                        <a:pt x="190" y="0"/>
                      </a:cubicBezTo>
                      <a:cubicBezTo>
                        <a:pt x="6" y="0"/>
                        <a:pt x="6" y="0"/>
                        <a:pt x="6" y="0"/>
                      </a:cubicBezTo>
                      <a:lnTo>
                        <a:pt x="1" y="14"/>
                      </a:ln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0800" bIns="1080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58" name="Google Shape;27;p3"/>
                <p:cNvSpPr/>
                <p:nvPr/>
              </p:nvSpPr>
              <p:spPr>
                <a:xfrm>
                  <a:off x="432360" y="543960"/>
                  <a:ext cx="155880" cy="181080"/>
                </a:xfrm>
                <a:custGeom>
                  <a:avLst/>
                  <a:gdLst>
                    <a:gd name="textAreaLeft" fmla="*/ 0 w 155880"/>
                    <a:gd name="textAreaRight" fmla="*/ 156240 w 155880"/>
                    <a:gd name="textAreaTop" fmla="*/ 0 h 181080"/>
                    <a:gd name="textAreaBottom" fmla="*/ 181440 h 181080"/>
                  </a:gdLst>
                  <a:ahLst/>
                  <a:cxnLst/>
                  <a:rect l="textAreaLeft" t="textAreaTop" r="textAreaRight" b="textAreaBottom"/>
                  <a:pathLst>
                    <a:path w="255" h="296">
                      <a:moveTo>
                        <a:pt x="251" y="72"/>
                      </a:moveTo>
                      <a:cubicBezTo>
                        <a:pt x="34" y="1"/>
                        <a:pt x="34" y="1"/>
                        <a:pt x="34" y="1"/>
                      </a:cubicBezTo>
                      <a:cubicBezTo>
                        <a:pt x="32" y="0"/>
                        <a:pt x="29" y="2"/>
                        <a:pt x="28" y="5"/>
                      </a:cubicBezTo>
                      <a:cubicBezTo>
                        <a:pt x="0" y="121"/>
                        <a:pt x="60" y="245"/>
                        <a:pt x="169" y="295"/>
                      </a:cubicBezTo>
                      <a:cubicBezTo>
                        <a:pt x="171" y="296"/>
                        <a:pt x="174" y="295"/>
                        <a:pt x="175" y="292"/>
                      </a:cubicBezTo>
                      <a:cubicBezTo>
                        <a:pt x="254" y="78"/>
                        <a:pt x="254" y="78"/>
                        <a:pt x="254" y="78"/>
                      </a:cubicBezTo>
                      <a:cubicBezTo>
                        <a:pt x="255" y="76"/>
                        <a:pt x="254" y="73"/>
                        <a:pt x="251" y="72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59" name="Google Shape;28;p3"/>
                <p:cNvSpPr/>
                <p:nvPr/>
              </p:nvSpPr>
              <p:spPr>
                <a:xfrm>
                  <a:off x="570240" y="678240"/>
                  <a:ext cx="156960" cy="23040"/>
                </a:xfrm>
                <a:custGeom>
                  <a:avLst/>
                  <a:gdLst>
                    <a:gd name="textAreaLeft" fmla="*/ 0 w 156960"/>
                    <a:gd name="textAreaRight" fmla="*/ 157320 w 156960"/>
                    <a:gd name="textAreaTop" fmla="*/ 0 h 23040"/>
                    <a:gd name="textAreaBottom" fmla="*/ 23400 h 23040"/>
                  </a:gdLst>
                  <a:ahLst/>
                  <a:cxnLst/>
                  <a:rect l="textAreaLeft" t="textAreaTop" r="textAreaRight" b="textAreaBottom"/>
                  <a:pathLst>
                    <a:path w="257" h="38">
                      <a:moveTo>
                        <a:pt x="0" y="38"/>
                      </a:moveTo>
                      <a:cubicBezTo>
                        <a:pt x="221" y="38"/>
                        <a:pt x="221" y="38"/>
                        <a:pt x="221" y="38"/>
                      </a:cubicBezTo>
                      <a:cubicBezTo>
                        <a:pt x="234" y="26"/>
                        <a:pt x="246" y="13"/>
                        <a:pt x="257" y="0"/>
                      </a:cubicBezTo>
                      <a:cubicBezTo>
                        <a:pt x="14" y="0"/>
                        <a:pt x="14" y="0"/>
                        <a:pt x="14" y="0"/>
                      </a:cubicBezTo>
                      <a:lnTo>
                        <a:pt x="0" y="38"/>
                      </a:ln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1520" bIns="1152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60" name="Google Shape;29;p3"/>
                <p:cNvSpPr/>
                <p:nvPr/>
              </p:nvSpPr>
              <p:spPr>
                <a:xfrm>
                  <a:off x="457560" y="425520"/>
                  <a:ext cx="134280" cy="141480"/>
                </a:xfrm>
                <a:custGeom>
                  <a:avLst/>
                  <a:gdLst>
                    <a:gd name="textAreaLeft" fmla="*/ 0 w 134280"/>
                    <a:gd name="textAreaRight" fmla="*/ 134640 w 134280"/>
                    <a:gd name="textAreaTop" fmla="*/ 0 h 141480"/>
                    <a:gd name="textAreaBottom" fmla="*/ 141840 h 141480"/>
                  </a:gdLst>
                  <a:ahLst/>
                  <a:cxnLst/>
                  <a:rect l="textAreaLeft" t="textAreaTop" r="textAreaRight" b="textAreaBottom"/>
                  <a:pathLst>
                    <a:path w="220" h="231">
                      <a:moveTo>
                        <a:pt x="4" y="162"/>
                      </a:moveTo>
                      <a:cubicBezTo>
                        <a:pt x="214" y="230"/>
                        <a:pt x="214" y="230"/>
                        <a:pt x="214" y="230"/>
                      </a:cubicBezTo>
                      <a:cubicBezTo>
                        <a:pt x="217" y="231"/>
                        <a:pt x="220" y="229"/>
                        <a:pt x="220" y="226"/>
                      </a:cubicBezTo>
                      <a:cubicBezTo>
                        <a:pt x="220" y="5"/>
                        <a:pt x="220" y="5"/>
                        <a:pt x="220" y="5"/>
                      </a:cubicBezTo>
                      <a:cubicBezTo>
                        <a:pt x="220" y="2"/>
                        <a:pt x="217" y="0"/>
                        <a:pt x="215" y="0"/>
                      </a:cubicBezTo>
                      <a:cubicBezTo>
                        <a:pt x="155" y="6"/>
                        <a:pt x="99" y="31"/>
                        <a:pt x="56" y="75"/>
                      </a:cubicBezTo>
                      <a:cubicBezTo>
                        <a:pt x="32" y="98"/>
                        <a:pt x="14" y="125"/>
                        <a:pt x="1" y="155"/>
                      </a:cubicBezTo>
                      <a:cubicBezTo>
                        <a:pt x="0" y="158"/>
                        <a:pt x="1" y="161"/>
                        <a:pt x="4" y="162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61" name="Google Shape;30;p3"/>
                <p:cNvSpPr/>
                <p:nvPr/>
              </p:nvSpPr>
              <p:spPr>
                <a:xfrm>
                  <a:off x="586080" y="635760"/>
                  <a:ext cx="164160" cy="21240"/>
                </a:xfrm>
                <a:custGeom>
                  <a:avLst/>
                  <a:gdLst>
                    <a:gd name="textAreaLeft" fmla="*/ 0 w 164160"/>
                    <a:gd name="textAreaRight" fmla="*/ 164520 w 164160"/>
                    <a:gd name="textAreaTop" fmla="*/ 0 h 21240"/>
                    <a:gd name="textAreaBottom" fmla="*/ 21600 h 21240"/>
                  </a:gdLst>
                  <a:ahLst/>
                  <a:cxnLst/>
                  <a:rect l="textAreaLeft" t="textAreaTop" r="textAreaRight" b="textAreaBottom"/>
                  <a:pathLst>
                    <a:path w="268" h="35">
                      <a:moveTo>
                        <a:pt x="0" y="35"/>
                      </a:moveTo>
                      <a:cubicBezTo>
                        <a:pt x="253" y="35"/>
                        <a:pt x="253" y="35"/>
                        <a:pt x="253" y="35"/>
                      </a:cubicBezTo>
                      <a:cubicBezTo>
                        <a:pt x="259" y="24"/>
                        <a:pt x="264" y="12"/>
                        <a:pt x="268" y="0"/>
                      </a:cubicBezTo>
                      <a:cubicBezTo>
                        <a:pt x="13" y="0"/>
                        <a:pt x="13" y="0"/>
                        <a:pt x="13" y="0"/>
                      </a:cubicBezTo>
                      <a:lnTo>
                        <a:pt x="0" y="35"/>
                      </a:ln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0800" bIns="1080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62" name="Google Shape;31;p3"/>
                <p:cNvSpPr/>
                <p:nvPr/>
              </p:nvSpPr>
              <p:spPr>
                <a:xfrm>
                  <a:off x="601560" y="592920"/>
                  <a:ext cx="157680" cy="21600"/>
                </a:xfrm>
                <a:custGeom>
                  <a:avLst/>
                  <a:gdLst>
                    <a:gd name="textAreaLeft" fmla="*/ 0 w 157680"/>
                    <a:gd name="textAreaRight" fmla="*/ 158040 w 157680"/>
                    <a:gd name="textAreaTop" fmla="*/ 0 h 21600"/>
                    <a:gd name="textAreaBottom" fmla="*/ 21960 h 21600"/>
                  </a:gdLst>
                  <a:ahLst/>
                  <a:cxnLst/>
                  <a:rect l="textAreaLeft" t="textAreaTop" r="textAreaRight" b="textAreaBottom"/>
                  <a:pathLst>
                    <a:path w="258" h="36">
                      <a:moveTo>
                        <a:pt x="253" y="0"/>
                      </a:moveTo>
                      <a:cubicBezTo>
                        <a:pt x="16" y="0"/>
                        <a:pt x="16" y="0"/>
                        <a:pt x="16" y="0"/>
                      </a:cubicBezTo>
                      <a:cubicBezTo>
                        <a:pt x="15" y="0"/>
                        <a:pt x="14" y="1"/>
                        <a:pt x="13" y="2"/>
                      </a:cubicBezTo>
                      <a:cubicBezTo>
                        <a:pt x="0" y="36"/>
                        <a:pt x="0" y="36"/>
                        <a:pt x="0" y="36"/>
                      </a:cubicBezTo>
                      <a:cubicBezTo>
                        <a:pt x="253" y="36"/>
                        <a:pt x="253" y="36"/>
                        <a:pt x="253" y="36"/>
                      </a:cubicBezTo>
                      <a:cubicBezTo>
                        <a:pt x="255" y="26"/>
                        <a:pt x="257" y="16"/>
                        <a:pt x="257" y="5"/>
                      </a:cubicBezTo>
                      <a:cubicBezTo>
                        <a:pt x="258" y="2"/>
                        <a:pt x="255" y="0"/>
                        <a:pt x="253" y="0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0800" bIns="1080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63" name="Google Shape;32;p3"/>
                <p:cNvSpPr/>
                <p:nvPr/>
              </p:nvSpPr>
              <p:spPr>
                <a:xfrm>
                  <a:off x="631080" y="501120"/>
                  <a:ext cx="18360" cy="54720"/>
                </a:xfrm>
                <a:custGeom>
                  <a:avLst/>
                  <a:gdLst>
                    <a:gd name="textAreaLeft" fmla="*/ 0 w 18360"/>
                    <a:gd name="textAreaRight" fmla="*/ 18720 w 18360"/>
                    <a:gd name="textAreaTop" fmla="*/ 0 h 54720"/>
                    <a:gd name="textAreaBottom" fmla="*/ 55080 h 54720"/>
                  </a:gdLst>
                  <a:ahLst/>
                  <a:cxnLst/>
                  <a:rect l="textAreaLeft" t="textAreaTop" r="textAreaRight" b="textAreaBottom"/>
                  <a:pathLst>
                    <a:path w="31" h="90">
                      <a:moveTo>
                        <a:pt x="16" y="90"/>
                      </a:moveTo>
                      <a:cubicBezTo>
                        <a:pt x="24" y="90"/>
                        <a:pt x="31" y="84"/>
                        <a:pt x="31" y="75"/>
                      </a:cubicBezTo>
                      <a:cubicBezTo>
                        <a:pt x="31" y="20"/>
                        <a:pt x="31" y="20"/>
                        <a:pt x="31" y="20"/>
                      </a:cubicBezTo>
                      <a:cubicBezTo>
                        <a:pt x="30" y="0"/>
                        <a:pt x="1" y="0"/>
                        <a:pt x="0" y="20"/>
                      </a:cubicBezTo>
                      <a:cubicBezTo>
                        <a:pt x="0" y="75"/>
                        <a:pt x="0" y="75"/>
                        <a:pt x="0" y="75"/>
                      </a:cubicBezTo>
                      <a:cubicBezTo>
                        <a:pt x="0" y="84"/>
                        <a:pt x="7" y="90"/>
                        <a:pt x="16" y="90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7360" bIns="2736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64" name="Google Shape;33;p3"/>
                <p:cNvSpPr/>
                <p:nvPr/>
              </p:nvSpPr>
              <p:spPr>
                <a:xfrm>
                  <a:off x="668520" y="480240"/>
                  <a:ext cx="18000" cy="75600"/>
                </a:xfrm>
                <a:custGeom>
                  <a:avLst/>
                  <a:gdLst>
                    <a:gd name="textAreaLeft" fmla="*/ 0 w 18000"/>
                    <a:gd name="textAreaRight" fmla="*/ 18360 w 18000"/>
                    <a:gd name="textAreaTop" fmla="*/ 0 h 75600"/>
                    <a:gd name="textAreaBottom" fmla="*/ 75960 h 75600"/>
                  </a:gdLst>
                  <a:ahLst/>
                  <a:cxnLst/>
                  <a:rect l="textAreaLeft" t="textAreaTop" r="textAreaRight" b="textAreaBottom"/>
                  <a:pathLst>
                    <a:path w="30" h="124">
                      <a:moveTo>
                        <a:pt x="15" y="124"/>
                      </a:moveTo>
                      <a:cubicBezTo>
                        <a:pt x="24" y="124"/>
                        <a:pt x="30" y="118"/>
                        <a:pt x="30" y="109"/>
                      </a:cubicBezTo>
                      <a:cubicBezTo>
                        <a:pt x="30" y="20"/>
                        <a:pt x="30" y="20"/>
                        <a:pt x="30" y="20"/>
                      </a:cubicBezTo>
                      <a:cubicBezTo>
                        <a:pt x="30" y="0"/>
                        <a:pt x="1" y="0"/>
                        <a:pt x="0" y="20"/>
                      </a:cubicBezTo>
                      <a:cubicBezTo>
                        <a:pt x="0" y="109"/>
                        <a:pt x="0" y="109"/>
                        <a:pt x="0" y="109"/>
                      </a:cubicBezTo>
                      <a:cubicBezTo>
                        <a:pt x="0" y="118"/>
                        <a:pt x="7" y="124"/>
                        <a:pt x="15" y="124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7800" bIns="3780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65" name="Google Shape;34;p3"/>
                <p:cNvSpPr/>
                <p:nvPr/>
              </p:nvSpPr>
              <p:spPr>
                <a:xfrm>
                  <a:off x="705600" y="451080"/>
                  <a:ext cx="18360" cy="104400"/>
                </a:xfrm>
                <a:custGeom>
                  <a:avLst/>
                  <a:gdLst>
                    <a:gd name="textAreaLeft" fmla="*/ 0 w 18360"/>
                    <a:gd name="textAreaRight" fmla="*/ 18720 w 18360"/>
                    <a:gd name="textAreaTop" fmla="*/ 0 h 104400"/>
                    <a:gd name="textAreaBottom" fmla="*/ 104760 h 104400"/>
                  </a:gdLst>
                  <a:ahLst/>
                  <a:cxnLst/>
                  <a:rect l="textAreaLeft" t="textAreaTop" r="textAreaRight" b="textAreaBottom"/>
                  <a:pathLst>
                    <a:path w="30" h="171">
                      <a:moveTo>
                        <a:pt x="15" y="171"/>
                      </a:moveTo>
                      <a:cubicBezTo>
                        <a:pt x="23" y="171"/>
                        <a:pt x="30" y="165"/>
                        <a:pt x="30" y="156"/>
                      </a:cubicBezTo>
                      <a:cubicBezTo>
                        <a:pt x="30" y="20"/>
                        <a:pt x="30" y="20"/>
                        <a:pt x="30" y="20"/>
                      </a:cubicBezTo>
                      <a:cubicBezTo>
                        <a:pt x="29" y="0"/>
                        <a:pt x="1" y="0"/>
                        <a:pt x="0" y="20"/>
                      </a:cubicBezTo>
                      <a:cubicBezTo>
                        <a:pt x="0" y="156"/>
                        <a:pt x="0" y="156"/>
                        <a:pt x="0" y="156"/>
                      </a:cubicBezTo>
                      <a:cubicBezTo>
                        <a:pt x="0" y="165"/>
                        <a:pt x="7" y="171"/>
                        <a:pt x="15" y="171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366" name="Google Shape;35;p3"/>
              <p:cNvGrpSpPr/>
              <p:nvPr/>
            </p:nvGrpSpPr>
            <p:grpSpPr>
              <a:xfrm>
                <a:off x="475920" y="1088640"/>
                <a:ext cx="268200" cy="268560"/>
                <a:chOff x="475920" y="1088640"/>
                <a:chExt cx="268200" cy="268560"/>
              </a:xfrm>
            </p:grpSpPr>
            <p:sp>
              <p:nvSpPr>
                <p:cNvPr id="367" name="Google Shape;36;p3"/>
                <p:cNvSpPr/>
                <p:nvPr/>
              </p:nvSpPr>
              <p:spPr>
                <a:xfrm>
                  <a:off x="534240" y="1247040"/>
                  <a:ext cx="51480" cy="51480"/>
                </a:xfrm>
                <a:custGeom>
                  <a:avLst/>
                  <a:gdLst>
                    <a:gd name="textAreaLeft" fmla="*/ 0 w 51480"/>
                    <a:gd name="textAreaRight" fmla="*/ 51840 w 51480"/>
                    <a:gd name="textAreaTop" fmla="*/ 0 h 51480"/>
                    <a:gd name="textAreaBottom" fmla="*/ 51840 h 51480"/>
                  </a:gdLst>
                  <a:ahLst/>
                  <a:cxnLst/>
                  <a:rect l="textAreaLeft" t="textAreaTop" r="textAreaRight" b="textAreaBottom"/>
                  <a:pathLst>
                    <a:path w="99" h="99">
                      <a:moveTo>
                        <a:pt x="0" y="2"/>
                      </a:moveTo>
                      <a:cubicBezTo>
                        <a:pt x="7" y="24"/>
                        <a:pt x="19" y="45"/>
                        <a:pt x="37" y="62"/>
                      </a:cubicBezTo>
                      <a:cubicBezTo>
                        <a:pt x="54" y="80"/>
                        <a:pt x="75" y="92"/>
                        <a:pt x="97" y="99"/>
                      </a:cubicBezTo>
                      <a:cubicBezTo>
                        <a:pt x="99" y="53"/>
                        <a:pt x="46" y="0"/>
                        <a:pt x="0" y="2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5920" bIns="2592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68" name="Google Shape;37;p3"/>
                <p:cNvSpPr/>
                <p:nvPr/>
              </p:nvSpPr>
              <p:spPr>
                <a:xfrm>
                  <a:off x="633600" y="1247760"/>
                  <a:ext cx="50760" cy="50760"/>
                </a:xfrm>
                <a:custGeom>
                  <a:avLst/>
                  <a:gdLst>
                    <a:gd name="textAreaLeft" fmla="*/ 0 w 50760"/>
                    <a:gd name="textAreaRight" fmla="*/ 51120 w 50760"/>
                    <a:gd name="textAreaTop" fmla="*/ 0 h 50760"/>
                    <a:gd name="textAreaBottom" fmla="*/ 51120 h 50760"/>
                  </a:gdLst>
                  <a:ahLst/>
                  <a:cxnLst/>
                  <a:rect l="textAreaLeft" t="textAreaTop" r="textAreaRight" b="textAreaBottom"/>
                  <a:pathLst>
                    <a:path w="98" h="98">
                      <a:moveTo>
                        <a:pt x="31" y="32"/>
                      </a:moveTo>
                      <a:cubicBezTo>
                        <a:pt x="11" y="52"/>
                        <a:pt x="0" y="77"/>
                        <a:pt x="0" y="98"/>
                      </a:cubicBezTo>
                      <a:cubicBezTo>
                        <a:pt x="22" y="91"/>
                        <a:pt x="43" y="79"/>
                        <a:pt x="61" y="61"/>
                      </a:cubicBezTo>
                      <a:cubicBezTo>
                        <a:pt x="78" y="44"/>
                        <a:pt x="91" y="23"/>
                        <a:pt x="98" y="1"/>
                      </a:cubicBezTo>
                      <a:cubicBezTo>
                        <a:pt x="76" y="0"/>
                        <a:pt x="51" y="11"/>
                        <a:pt x="31" y="32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5560" bIns="2556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69" name="Google Shape;38;p3"/>
                <p:cNvSpPr/>
                <p:nvPr/>
              </p:nvSpPr>
              <p:spPr>
                <a:xfrm>
                  <a:off x="534240" y="1148400"/>
                  <a:ext cx="50400" cy="50760"/>
                </a:xfrm>
                <a:custGeom>
                  <a:avLst/>
                  <a:gdLst>
                    <a:gd name="textAreaLeft" fmla="*/ 0 w 50400"/>
                    <a:gd name="textAreaRight" fmla="*/ 50760 w 50400"/>
                    <a:gd name="textAreaTop" fmla="*/ 0 h 50760"/>
                    <a:gd name="textAreaBottom" fmla="*/ 51120 h 50760"/>
                  </a:gdLst>
                  <a:ahLst/>
                  <a:cxnLst/>
                  <a:rect l="textAreaLeft" t="textAreaTop" r="textAreaRight" b="textAreaBottom"/>
                  <a:pathLst>
                    <a:path w="97" h="98">
                      <a:moveTo>
                        <a:pt x="66" y="67"/>
                      </a:moveTo>
                      <a:cubicBezTo>
                        <a:pt x="86" y="47"/>
                        <a:pt x="97" y="22"/>
                        <a:pt x="97" y="0"/>
                      </a:cubicBezTo>
                      <a:cubicBezTo>
                        <a:pt x="52" y="14"/>
                        <a:pt x="13" y="53"/>
                        <a:pt x="0" y="98"/>
                      </a:cubicBezTo>
                      <a:cubicBezTo>
                        <a:pt x="21" y="98"/>
                        <a:pt x="46" y="87"/>
                        <a:pt x="66" y="67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5560" bIns="2556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70" name="Google Shape;39;p3"/>
                <p:cNvSpPr/>
                <p:nvPr/>
              </p:nvSpPr>
              <p:spPr>
                <a:xfrm>
                  <a:off x="632520" y="1148400"/>
                  <a:ext cx="51840" cy="51840"/>
                </a:xfrm>
                <a:custGeom>
                  <a:avLst/>
                  <a:gdLst>
                    <a:gd name="textAreaLeft" fmla="*/ 0 w 51840"/>
                    <a:gd name="textAreaRight" fmla="*/ 52200 w 51840"/>
                    <a:gd name="textAreaTop" fmla="*/ 0 h 51840"/>
                    <a:gd name="textAreaBottom" fmla="*/ 52200 h 51840"/>
                  </a:gdLst>
                  <a:ahLst/>
                  <a:cxnLst/>
                  <a:rect l="textAreaLeft" t="textAreaTop" r="textAreaRight" b="textAreaBottom"/>
                  <a:pathLst>
                    <a:path w="100" h="100">
                      <a:moveTo>
                        <a:pt x="100" y="98"/>
                      </a:moveTo>
                      <a:cubicBezTo>
                        <a:pt x="86" y="53"/>
                        <a:pt x="47" y="14"/>
                        <a:pt x="2" y="0"/>
                      </a:cubicBezTo>
                      <a:cubicBezTo>
                        <a:pt x="0" y="46"/>
                        <a:pt x="54" y="100"/>
                        <a:pt x="100" y="98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5920" bIns="2592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71" name="Google Shape;40;p3"/>
                <p:cNvSpPr/>
                <p:nvPr/>
              </p:nvSpPr>
              <p:spPr>
                <a:xfrm>
                  <a:off x="595440" y="1211040"/>
                  <a:ext cx="27000" cy="26640"/>
                </a:xfrm>
                <a:custGeom>
                  <a:avLst/>
                  <a:gdLst>
                    <a:gd name="textAreaLeft" fmla="*/ 0 w 27000"/>
                    <a:gd name="textAreaRight" fmla="*/ 27360 w 27000"/>
                    <a:gd name="textAreaTop" fmla="*/ 0 h 26640"/>
                    <a:gd name="textAreaBottom" fmla="*/ 27000 h 26640"/>
                  </a:gdLst>
                  <a:ahLst/>
                  <a:cxnLst/>
                  <a:rect l="textAreaLeft" t="textAreaTop" r="textAreaRight" b="textAreaBottom"/>
                  <a:pathLst>
                    <a:path w="53" h="51">
                      <a:moveTo>
                        <a:pt x="27" y="0"/>
                      </a:moveTo>
                      <a:cubicBezTo>
                        <a:pt x="21" y="0"/>
                        <a:pt x="14" y="3"/>
                        <a:pt x="10" y="7"/>
                      </a:cubicBezTo>
                      <a:cubicBezTo>
                        <a:pt x="0" y="17"/>
                        <a:pt x="0" y="32"/>
                        <a:pt x="10" y="41"/>
                      </a:cubicBezTo>
                      <a:cubicBezTo>
                        <a:pt x="19" y="51"/>
                        <a:pt x="34" y="51"/>
                        <a:pt x="44" y="41"/>
                      </a:cubicBezTo>
                      <a:cubicBezTo>
                        <a:pt x="53" y="32"/>
                        <a:pt x="53" y="17"/>
                        <a:pt x="44" y="7"/>
                      </a:cubicBezTo>
                      <a:cubicBezTo>
                        <a:pt x="39" y="3"/>
                        <a:pt x="33" y="0"/>
                        <a:pt x="27" y="0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3320" bIns="1332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72" name="Google Shape;41;p3"/>
                <p:cNvSpPr/>
                <p:nvPr/>
              </p:nvSpPr>
              <p:spPr>
                <a:xfrm>
                  <a:off x="530280" y="1144800"/>
                  <a:ext cx="157680" cy="157680"/>
                </a:xfrm>
                <a:custGeom>
                  <a:avLst/>
                  <a:gdLst>
                    <a:gd name="textAreaLeft" fmla="*/ 0 w 157680"/>
                    <a:gd name="textAreaRight" fmla="*/ 158040 w 157680"/>
                    <a:gd name="textAreaTop" fmla="*/ 0 h 157680"/>
                    <a:gd name="textAreaBottom" fmla="*/ 158040 h 157680"/>
                  </a:gdLst>
                  <a:ahLst/>
                  <a:cxnLst/>
                  <a:rect l="textAreaLeft" t="textAreaTop" r="textAreaRight" b="textAreaBottom"/>
                  <a:pathLst>
                    <a:path w="303" h="303">
                      <a:moveTo>
                        <a:pt x="295" y="135"/>
                      </a:moveTo>
                      <a:cubicBezTo>
                        <a:pt x="265" y="135"/>
                        <a:pt x="233" y="120"/>
                        <a:pt x="208" y="95"/>
                      </a:cubicBezTo>
                      <a:cubicBezTo>
                        <a:pt x="192" y="79"/>
                        <a:pt x="180" y="61"/>
                        <a:pt x="174" y="41"/>
                      </a:cubicBezTo>
                      <a:cubicBezTo>
                        <a:pt x="169" y="27"/>
                        <a:pt x="168" y="14"/>
                        <a:pt x="169" y="1"/>
                      </a:cubicBezTo>
                      <a:cubicBezTo>
                        <a:pt x="158" y="0"/>
                        <a:pt x="146" y="0"/>
                        <a:pt x="135" y="1"/>
                      </a:cubicBezTo>
                      <a:cubicBezTo>
                        <a:pt x="140" y="52"/>
                        <a:pt x="93" y="114"/>
                        <a:pt x="41" y="129"/>
                      </a:cubicBezTo>
                      <a:cubicBezTo>
                        <a:pt x="28" y="134"/>
                        <a:pt x="15" y="135"/>
                        <a:pt x="1" y="134"/>
                      </a:cubicBezTo>
                      <a:cubicBezTo>
                        <a:pt x="0" y="146"/>
                        <a:pt x="0" y="157"/>
                        <a:pt x="1" y="168"/>
                      </a:cubicBezTo>
                      <a:cubicBezTo>
                        <a:pt x="68" y="161"/>
                        <a:pt x="142" y="235"/>
                        <a:pt x="135" y="302"/>
                      </a:cubicBezTo>
                      <a:cubicBezTo>
                        <a:pt x="146" y="303"/>
                        <a:pt x="157" y="303"/>
                        <a:pt x="169" y="302"/>
                      </a:cubicBezTo>
                      <a:cubicBezTo>
                        <a:pt x="166" y="270"/>
                        <a:pt x="180" y="235"/>
                        <a:pt x="208" y="207"/>
                      </a:cubicBezTo>
                      <a:cubicBezTo>
                        <a:pt x="224" y="191"/>
                        <a:pt x="242" y="180"/>
                        <a:pt x="262" y="173"/>
                      </a:cubicBezTo>
                      <a:cubicBezTo>
                        <a:pt x="275" y="169"/>
                        <a:pt x="289" y="167"/>
                        <a:pt x="302" y="168"/>
                      </a:cubicBezTo>
                      <a:cubicBezTo>
                        <a:pt x="303" y="157"/>
                        <a:pt x="303" y="146"/>
                        <a:pt x="302" y="134"/>
                      </a:cubicBezTo>
                      <a:cubicBezTo>
                        <a:pt x="300" y="134"/>
                        <a:pt x="297" y="135"/>
                        <a:pt x="295" y="135"/>
                      </a:cubicBezTo>
                      <a:close/>
                      <a:moveTo>
                        <a:pt x="190" y="190"/>
                      </a:moveTo>
                      <a:cubicBezTo>
                        <a:pt x="190" y="190"/>
                        <a:pt x="190" y="190"/>
                        <a:pt x="190" y="190"/>
                      </a:cubicBezTo>
                      <a:cubicBezTo>
                        <a:pt x="169" y="211"/>
                        <a:pt x="135" y="211"/>
                        <a:pt x="114" y="190"/>
                      </a:cubicBezTo>
                      <a:cubicBezTo>
                        <a:pt x="92" y="169"/>
                        <a:pt x="92" y="134"/>
                        <a:pt x="114" y="113"/>
                      </a:cubicBezTo>
                      <a:cubicBezTo>
                        <a:pt x="135" y="92"/>
                        <a:pt x="169" y="92"/>
                        <a:pt x="190" y="113"/>
                      </a:cubicBezTo>
                      <a:cubicBezTo>
                        <a:pt x="211" y="134"/>
                        <a:pt x="211" y="169"/>
                        <a:pt x="190" y="190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73" name="Google Shape;42;p3"/>
                <p:cNvSpPr/>
                <p:nvPr/>
              </p:nvSpPr>
              <p:spPr>
                <a:xfrm>
                  <a:off x="475920" y="1088640"/>
                  <a:ext cx="268200" cy="268560"/>
                </a:xfrm>
                <a:custGeom>
                  <a:avLst/>
                  <a:gdLst>
                    <a:gd name="textAreaLeft" fmla="*/ 0 w 268200"/>
                    <a:gd name="textAreaRight" fmla="*/ 268560 w 268200"/>
                    <a:gd name="textAreaTop" fmla="*/ 0 h 268560"/>
                    <a:gd name="textAreaBottom" fmla="*/ 268920 h 268560"/>
                  </a:gdLst>
                  <a:ahLst/>
                  <a:cxnLst/>
                  <a:rect l="textAreaLeft" t="textAreaTop" r="textAreaRight" b="textAreaBottom"/>
                  <a:pathLst>
                    <a:path w="514" h="515">
                      <a:moveTo>
                        <a:pt x="507" y="209"/>
                      </a:moveTo>
                      <a:cubicBezTo>
                        <a:pt x="506" y="200"/>
                        <a:pt x="499" y="193"/>
                        <a:pt x="490" y="192"/>
                      </a:cubicBezTo>
                      <a:cubicBezTo>
                        <a:pt x="469" y="188"/>
                        <a:pt x="469" y="188"/>
                        <a:pt x="469" y="188"/>
                      </a:cubicBezTo>
                      <a:cubicBezTo>
                        <a:pt x="467" y="188"/>
                        <a:pt x="465" y="186"/>
                        <a:pt x="464" y="184"/>
                      </a:cubicBezTo>
                      <a:cubicBezTo>
                        <a:pt x="461" y="177"/>
                        <a:pt x="458" y="170"/>
                        <a:pt x="455" y="163"/>
                      </a:cubicBezTo>
                      <a:cubicBezTo>
                        <a:pt x="454" y="161"/>
                        <a:pt x="454" y="158"/>
                        <a:pt x="456" y="157"/>
                      </a:cubicBezTo>
                      <a:cubicBezTo>
                        <a:pt x="468" y="139"/>
                        <a:pt x="468" y="139"/>
                        <a:pt x="468" y="139"/>
                      </a:cubicBezTo>
                      <a:cubicBezTo>
                        <a:pt x="473" y="132"/>
                        <a:pt x="473" y="122"/>
                        <a:pt x="468" y="115"/>
                      </a:cubicBezTo>
                      <a:cubicBezTo>
                        <a:pt x="459" y="101"/>
                        <a:pt x="448" y="89"/>
                        <a:pt x="437" y="77"/>
                      </a:cubicBezTo>
                      <a:cubicBezTo>
                        <a:pt x="424" y="64"/>
                        <a:pt x="409" y="53"/>
                        <a:pt x="394" y="43"/>
                      </a:cubicBezTo>
                      <a:cubicBezTo>
                        <a:pt x="389" y="39"/>
                        <a:pt x="382" y="39"/>
                        <a:pt x="377" y="43"/>
                      </a:cubicBezTo>
                      <a:cubicBezTo>
                        <a:pt x="357" y="58"/>
                        <a:pt x="357" y="58"/>
                        <a:pt x="357" y="58"/>
                      </a:cubicBezTo>
                      <a:cubicBezTo>
                        <a:pt x="355" y="59"/>
                        <a:pt x="352" y="60"/>
                        <a:pt x="350" y="59"/>
                      </a:cubicBezTo>
                      <a:cubicBezTo>
                        <a:pt x="343" y="55"/>
                        <a:pt x="336" y="53"/>
                        <a:pt x="329" y="50"/>
                      </a:cubicBezTo>
                      <a:cubicBezTo>
                        <a:pt x="327" y="49"/>
                        <a:pt x="326" y="47"/>
                        <a:pt x="325" y="45"/>
                      </a:cubicBezTo>
                      <a:cubicBezTo>
                        <a:pt x="321" y="20"/>
                        <a:pt x="321" y="20"/>
                        <a:pt x="321" y="20"/>
                      </a:cubicBezTo>
                      <a:cubicBezTo>
                        <a:pt x="320" y="14"/>
                        <a:pt x="315" y="9"/>
                        <a:pt x="309" y="8"/>
                      </a:cubicBezTo>
                      <a:cubicBezTo>
                        <a:pt x="274" y="0"/>
                        <a:pt x="237" y="1"/>
                        <a:pt x="201" y="8"/>
                      </a:cubicBezTo>
                      <a:cubicBezTo>
                        <a:pt x="195" y="9"/>
                        <a:pt x="191" y="14"/>
                        <a:pt x="190" y="20"/>
                      </a:cubicBezTo>
                      <a:cubicBezTo>
                        <a:pt x="186" y="45"/>
                        <a:pt x="186" y="45"/>
                        <a:pt x="186" y="45"/>
                      </a:cubicBezTo>
                      <a:cubicBezTo>
                        <a:pt x="185" y="48"/>
                        <a:pt x="184" y="49"/>
                        <a:pt x="181" y="50"/>
                      </a:cubicBezTo>
                      <a:cubicBezTo>
                        <a:pt x="174" y="53"/>
                        <a:pt x="167" y="56"/>
                        <a:pt x="160" y="59"/>
                      </a:cubicBezTo>
                      <a:cubicBezTo>
                        <a:pt x="158" y="60"/>
                        <a:pt x="156" y="60"/>
                        <a:pt x="154" y="58"/>
                      </a:cubicBezTo>
                      <a:cubicBezTo>
                        <a:pt x="133" y="44"/>
                        <a:pt x="133" y="44"/>
                        <a:pt x="133" y="44"/>
                      </a:cubicBezTo>
                      <a:cubicBezTo>
                        <a:pt x="128" y="40"/>
                        <a:pt x="121" y="40"/>
                        <a:pt x="116" y="43"/>
                      </a:cubicBezTo>
                      <a:cubicBezTo>
                        <a:pt x="101" y="53"/>
                        <a:pt x="87" y="65"/>
                        <a:pt x="75" y="77"/>
                      </a:cubicBezTo>
                      <a:cubicBezTo>
                        <a:pt x="63" y="89"/>
                        <a:pt x="52" y="102"/>
                        <a:pt x="43" y="116"/>
                      </a:cubicBezTo>
                      <a:cubicBezTo>
                        <a:pt x="38" y="123"/>
                        <a:pt x="38" y="133"/>
                        <a:pt x="43" y="140"/>
                      </a:cubicBezTo>
                      <a:cubicBezTo>
                        <a:pt x="55" y="157"/>
                        <a:pt x="55" y="157"/>
                        <a:pt x="55" y="157"/>
                      </a:cubicBezTo>
                      <a:cubicBezTo>
                        <a:pt x="57" y="159"/>
                        <a:pt x="57" y="162"/>
                        <a:pt x="56" y="164"/>
                      </a:cubicBezTo>
                      <a:cubicBezTo>
                        <a:pt x="53" y="171"/>
                        <a:pt x="50" y="178"/>
                        <a:pt x="47" y="185"/>
                      </a:cubicBezTo>
                      <a:cubicBezTo>
                        <a:pt x="47" y="187"/>
                        <a:pt x="45" y="188"/>
                        <a:pt x="42" y="189"/>
                      </a:cubicBezTo>
                      <a:cubicBezTo>
                        <a:pt x="17" y="193"/>
                        <a:pt x="17" y="193"/>
                        <a:pt x="17" y="193"/>
                      </a:cubicBezTo>
                      <a:cubicBezTo>
                        <a:pt x="11" y="194"/>
                        <a:pt x="6" y="199"/>
                        <a:pt x="5" y="205"/>
                      </a:cubicBezTo>
                      <a:cubicBezTo>
                        <a:pt x="1" y="222"/>
                        <a:pt x="0" y="240"/>
                        <a:pt x="0" y="258"/>
                      </a:cubicBezTo>
                      <a:cubicBezTo>
                        <a:pt x="0" y="275"/>
                        <a:pt x="1" y="292"/>
                        <a:pt x="4" y="308"/>
                      </a:cubicBezTo>
                      <a:cubicBezTo>
                        <a:pt x="6" y="317"/>
                        <a:pt x="13" y="324"/>
                        <a:pt x="22" y="325"/>
                      </a:cubicBezTo>
                      <a:cubicBezTo>
                        <a:pt x="43" y="329"/>
                        <a:pt x="43" y="329"/>
                        <a:pt x="43" y="329"/>
                      </a:cubicBezTo>
                      <a:cubicBezTo>
                        <a:pt x="45" y="329"/>
                        <a:pt x="47" y="331"/>
                        <a:pt x="47" y="333"/>
                      </a:cubicBezTo>
                      <a:cubicBezTo>
                        <a:pt x="50" y="340"/>
                        <a:pt x="53" y="347"/>
                        <a:pt x="56" y="353"/>
                      </a:cubicBezTo>
                      <a:cubicBezTo>
                        <a:pt x="57" y="356"/>
                        <a:pt x="57" y="358"/>
                        <a:pt x="56" y="360"/>
                      </a:cubicBezTo>
                      <a:cubicBezTo>
                        <a:pt x="43" y="377"/>
                        <a:pt x="43" y="377"/>
                        <a:pt x="43" y="377"/>
                      </a:cubicBezTo>
                      <a:cubicBezTo>
                        <a:pt x="38" y="384"/>
                        <a:pt x="38" y="394"/>
                        <a:pt x="43" y="402"/>
                      </a:cubicBezTo>
                      <a:cubicBezTo>
                        <a:pt x="62" y="430"/>
                        <a:pt x="88" y="455"/>
                        <a:pt x="117" y="474"/>
                      </a:cubicBezTo>
                      <a:cubicBezTo>
                        <a:pt x="122" y="477"/>
                        <a:pt x="129" y="477"/>
                        <a:pt x="134" y="474"/>
                      </a:cubicBezTo>
                      <a:cubicBezTo>
                        <a:pt x="154" y="459"/>
                        <a:pt x="154" y="459"/>
                        <a:pt x="154" y="459"/>
                      </a:cubicBezTo>
                      <a:cubicBezTo>
                        <a:pt x="156" y="457"/>
                        <a:pt x="159" y="457"/>
                        <a:pt x="161" y="458"/>
                      </a:cubicBezTo>
                      <a:cubicBezTo>
                        <a:pt x="168" y="461"/>
                        <a:pt x="175" y="464"/>
                        <a:pt x="182" y="467"/>
                      </a:cubicBezTo>
                      <a:cubicBezTo>
                        <a:pt x="184" y="468"/>
                        <a:pt x="186" y="469"/>
                        <a:pt x="186" y="472"/>
                      </a:cubicBezTo>
                      <a:cubicBezTo>
                        <a:pt x="190" y="493"/>
                        <a:pt x="190" y="493"/>
                        <a:pt x="190" y="493"/>
                      </a:cubicBezTo>
                      <a:cubicBezTo>
                        <a:pt x="191" y="501"/>
                        <a:pt x="198" y="508"/>
                        <a:pt x="207" y="510"/>
                      </a:cubicBezTo>
                      <a:cubicBezTo>
                        <a:pt x="223" y="513"/>
                        <a:pt x="239" y="515"/>
                        <a:pt x="256" y="515"/>
                      </a:cubicBezTo>
                      <a:cubicBezTo>
                        <a:pt x="272" y="515"/>
                        <a:pt x="289" y="513"/>
                        <a:pt x="305" y="510"/>
                      </a:cubicBezTo>
                      <a:cubicBezTo>
                        <a:pt x="314" y="508"/>
                        <a:pt x="321" y="501"/>
                        <a:pt x="322" y="492"/>
                      </a:cubicBezTo>
                      <a:cubicBezTo>
                        <a:pt x="326" y="472"/>
                        <a:pt x="326" y="472"/>
                        <a:pt x="326" y="472"/>
                      </a:cubicBezTo>
                      <a:cubicBezTo>
                        <a:pt x="326" y="469"/>
                        <a:pt x="328" y="467"/>
                        <a:pt x="330" y="467"/>
                      </a:cubicBezTo>
                      <a:cubicBezTo>
                        <a:pt x="337" y="464"/>
                        <a:pt x="344" y="461"/>
                        <a:pt x="351" y="458"/>
                      </a:cubicBezTo>
                      <a:cubicBezTo>
                        <a:pt x="353" y="457"/>
                        <a:pt x="355" y="457"/>
                        <a:pt x="357" y="458"/>
                      </a:cubicBezTo>
                      <a:cubicBezTo>
                        <a:pt x="378" y="473"/>
                        <a:pt x="378" y="473"/>
                        <a:pt x="378" y="473"/>
                      </a:cubicBezTo>
                      <a:cubicBezTo>
                        <a:pt x="383" y="477"/>
                        <a:pt x="390" y="477"/>
                        <a:pt x="395" y="474"/>
                      </a:cubicBezTo>
                      <a:cubicBezTo>
                        <a:pt x="410" y="464"/>
                        <a:pt x="424" y="452"/>
                        <a:pt x="437" y="440"/>
                      </a:cubicBezTo>
                      <a:cubicBezTo>
                        <a:pt x="449" y="428"/>
                        <a:pt x="459" y="415"/>
                        <a:pt x="469" y="401"/>
                      </a:cubicBezTo>
                      <a:cubicBezTo>
                        <a:pt x="474" y="394"/>
                        <a:pt x="474" y="384"/>
                        <a:pt x="468" y="377"/>
                      </a:cubicBezTo>
                      <a:cubicBezTo>
                        <a:pt x="456" y="360"/>
                        <a:pt x="456" y="360"/>
                        <a:pt x="456" y="360"/>
                      </a:cubicBezTo>
                      <a:cubicBezTo>
                        <a:pt x="455" y="358"/>
                        <a:pt x="454" y="355"/>
                        <a:pt x="455" y="353"/>
                      </a:cubicBezTo>
                      <a:cubicBezTo>
                        <a:pt x="459" y="346"/>
                        <a:pt x="462" y="339"/>
                        <a:pt x="464" y="332"/>
                      </a:cubicBezTo>
                      <a:cubicBezTo>
                        <a:pt x="465" y="330"/>
                        <a:pt x="467" y="328"/>
                        <a:pt x="469" y="328"/>
                      </a:cubicBezTo>
                      <a:cubicBezTo>
                        <a:pt x="494" y="324"/>
                        <a:pt x="494" y="324"/>
                        <a:pt x="494" y="324"/>
                      </a:cubicBezTo>
                      <a:cubicBezTo>
                        <a:pt x="500" y="323"/>
                        <a:pt x="505" y="318"/>
                        <a:pt x="506" y="312"/>
                      </a:cubicBezTo>
                      <a:cubicBezTo>
                        <a:pt x="513" y="278"/>
                        <a:pt x="514" y="243"/>
                        <a:pt x="507" y="209"/>
                      </a:cubicBezTo>
                      <a:close/>
                      <a:moveTo>
                        <a:pt x="384" y="387"/>
                      </a:moveTo>
                      <a:cubicBezTo>
                        <a:pt x="339" y="431"/>
                        <a:pt x="279" y="448"/>
                        <a:pt x="220" y="436"/>
                      </a:cubicBezTo>
                      <a:cubicBezTo>
                        <a:pt x="219" y="436"/>
                        <a:pt x="218" y="436"/>
                        <a:pt x="217" y="436"/>
                      </a:cubicBezTo>
                      <a:cubicBezTo>
                        <a:pt x="217" y="436"/>
                        <a:pt x="217" y="436"/>
                        <a:pt x="217" y="436"/>
                      </a:cubicBezTo>
                      <a:cubicBezTo>
                        <a:pt x="151" y="423"/>
                        <a:pt x="91" y="363"/>
                        <a:pt x="79" y="297"/>
                      </a:cubicBezTo>
                      <a:cubicBezTo>
                        <a:pt x="79" y="297"/>
                        <a:pt x="79" y="297"/>
                        <a:pt x="79" y="297"/>
                      </a:cubicBezTo>
                      <a:cubicBezTo>
                        <a:pt x="78" y="296"/>
                        <a:pt x="78" y="295"/>
                        <a:pt x="78" y="294"/>
                      </a:cubicBezTo>
                      <a:cubicBezTo>
                        <a:pt x="73" y="271"/>
                        <a:pt x="73" y="246"/>
                        <a:pt x="78" y="222"/>
                      </a:cubicBezTo>
                      <a:cubicBezTo>
                        <a:pt x="78" y="221"/>
                        <a:pt x="78" y="220"/>
                        <a:pt x="79" y="219"/>
                      </a:cubicBezTo>
                      <a:cubicBezTo>
                        <a:pt x="79" y="219"/>
                        <a:pt x="79" y="219"/>
                        <a:pt x="79" y="219"/>
                      </a:cubicBezTo>
                      <a:cubicBezTo>
                        <a:pt x="108" y="81"/>
                        <a:pt x="283" y="29"/>
                        <a:pt x="384" y="130"/>
                      </a:cubicBezTo>
                      <a:cubicBezTo>
                        <a:pt x="409" y="155"/>
                        <a:pt x="425" y="186"/>
                        <a:pt x="433" y="219"/>
                      </a:cubicBezTo>
                      <a:cubicBezTo>
                        <a:pt x="433" y="219"/>
                        <a:pt x="433" y="219"/>
                        <a:pt x="433" y="219"/>
                      </a:cubicBezTo>
                      <a:cubicBezTo>
                        <a:pt x="433" y="221"/>
                        <a:pt x="433" y="222"/>
                        <a:pt x="433" y="223"/>
                      </a:cubicBezTo>
                      <a:cubicBezTo>
                        <a:pt x="445" y="280"/>
                        <a:pt x="428" y="342"/>
                        <a:pt x="384" y="387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374" name="Google Shape;43;p3"/>
              <p:cNvGrpSpPr/>
              <p:nvPr/>
            </p:nvGrpSpPr>
            <p:grpSpPr>
              <a:xfrm>
                <a:off x="-163800" y="693720"/>
                <a:ext cx="399240" cy="412560"/>
                <a:chOff x="-163800" y="693720"/>
                <a:chExt cx="399240" cy="412560"/>
              </a:xfrm>
            </p:grpSpPr>
            <p:sp>
              <p:nvSpPr>
                <p:cNvPr id="375" name="Google Shape;44;p3"/>
                <p:cNvSpPr/>
                <p:nvPr/>
              </p:nvSpPr>
              <p:spPr>
                <a:xfrm>
                  <a:off x="-163800" y="693720"/>
                  <a:ext cx="399240" cy="261000"/>
                </a:xfrm>
                <a:custGeom>
                  <a:avLst/>
                  <a:gdLst>
                    <a:gd name="textAreaLeft" fmla="*/ 0 w 399240"/>
                    <a:gd name="textAreaRight" fmla="*/ 399600 w 399240"/>
                    <a:gd name="textAreaTop" fmla="*/ 0 h 261000"/>
                    <a:gd name="textAreaBottom" fmla="*/ 261360 h 261000"/>
                  </a:gdLst>
                  <a:ahLst/>
                  <a:cxnLst/>
                  <a:rect l="textAreaLeft" t="textAreaTop" r="textAreaRight" b="textAreaBottom"/>
                  <a:pathLst>
                    <a:path w="511" h="334">
                      <a:moveTo>
                        <a:pt x="470" y="187"/>
                      </a:moveTo>
                      <a:cubicBezTo>
                        <a:pt x="462" y="183"/>
                        <a:pt x="459" y="175"/>
                        <a:pt x="462" y="167"/>
                      </a:cubicBezTo>
                      <a:cubicBezTo>
                        <a:pt x="481" y="118"/>
                        <a:pt x="444" y="63"/>
                        <a:pt x="391" y="63"/>
                      </a:cubicBezTo>
                      <a:cubicBezTo>
                        <a:pt x="381" y="62"/>
                        <a:pt x="371" y="64"/>
                        <a:pt x="361" y="68"/>
                      </a:cubicBezTo>
                      <a:cubicBezTo>
                        <a:pt x="353" y="71"/>
                        <a:pt x="344" y="68"/>
                        <a:pt x="341" y="60"/>
                      </a:cubicBezTo>
                      <a:cubicBezTo>
                        <a:pt x="314" y="1"/>
                        <a:pt x="229" y="0"/>
                        <a:pt x="201" y="59"/>
                      </a:cubicBezTo>
                      <a:cubicBezTo>
                        <a:pt x="198" y="67"/>
                        <a:pt x="189" y="70"/>
                        <a:pt x="181" y="67"/>
                      </a:cubicBezTo>
                      <a:cubicBezTo>
                        <a:pt x="173" y="64"/>
                        <a:pt x="163" y="63"/>
                        <a:pt x="154" y="63"/>
                      </a:cubicBezTo>
                      <a:cubicBezTo>
                        <a:pt x="112" y="63"/>
                        <a:pt x="78" y="98"/>
                        <a:pt x="78" y="140"/>
                      </a:cubicBezTo>
                      <a:cubicBezTo>
                        <a:pt x="78" y="149"/>
                        <a:pt x="80" y="158"/>
                        <a:pt x="83" y="167"/>
                      </a:cubicBezTo>
                      <a:cubicBezTo>
                        <a:pt x="86" y="175"/>
                        <a:pt x="82" y="184"/>
                        <a:pt x="75" y="187"/>
                      </a:cubicBezTo>
                      <a:cubicBezTo>
                        <a:pt x="0" y="225"/>
                        <a:pt x="26" y="332"/>
                        <a:pt x="109" y="334"/>
                      </a:cubicBezTo>
                      <a:cubicBezTo>
                        <a:pt x="177" y="334"/>
                        <a:pt x="177" y="334"/>
                        <a:pt x="177" y="334"/>
                      </a:cubicBezTo>
                      <a:cubicBezTo>
                        <a:pt x="271" y="330"/>
                        <a:pt x="271" y="196"/>
                        <a:pt x="177" y="192"/>
                      </a:cubicBezTo>
                      <a:cubicBezTo>
                        <a:pt x="168" y="192"/>
                        <a:pt x="161" y="185"/>
                        <a:pt x="161" y="176"/>
                      </a:cubicBezTo>
                      <a:cubicBezTo>
                        <a:pt x="161" y="167"/>
                        <a:pt x="168" y="160"/>
                        <a:pt x="177" y="160"/>
                      </a:cubicBezTo>
                      <a:cubicBezTo>
                        <a:pt x="228" y="160"/>
                        <a:pt x="271" y="198"/>
                        <a:pt x="278" y="247"/>
                      </a:cubicBezTo>
                      <a:cubicBezTo>
                        <a:pt x="353" y="247"/>
                        <a:pt x="353" y="247"/>
                        <a:pt x="353" y="247"/>
                      </a:cubicBezTo>
                      <a:cubicBezTo>
                        <a:pt x="367" y="247"/>
                        <a:pt x="379" y="235"/>
                        <a:pt x="379" y="221"/>
                      </a:cubicBezTo>
                      <a:cubicBezTo>
                        <a:pt x="379" y="207"/>
                        <a:pt x="367" y="195"/>
                        <a:pt x="353" y="195"/>
                      </a:cubicBezTo>
                      <a:cubicBezTo>
                        <a:pt x="332" y="194"/>
                        <a:pt x="332" y="164"/>
                        <a:pt x="353" y="163"/>
                      </a:cubicBezTo>
                      <a:cubicBezTo>
                        <a:pt x="430" y="166"/>
                        <a:pt x="430" y="276"/>
                        <a:pt x="353" y="279"/>
                      </a:cubicBezTo>
                      <a:cubicBezTo>
                        <a:pt x="278" y="279"/>
                        <a:pt x="278" y="279"/>
                        <a:pt x="278" y="279"/>
                      </a:cubicBezTo>
                      <a:cubicBezTo>
                        <a:pt x="275" y="300"/>
                        <a:pt x="265" y="319"/>
                        <a:pt x="251" y="334"/>
                      </a:cubicBezTo>
                      <a:cubicBezTo>
                        <a:pt x="257" y="334"/>
                        <a:pt x="257" y="334"/>
                        <a:pt x="257" y="334"/>
                      </a:cubicBezTo>
                      <a:cubicBezTo>
                        <a:pt x="258" y="334"/>
                        <a:pt x="258" y="334"/>
                        <a:pt x="259" y="334"/>
                      </a:cubicBezTo>
                      <a:cubicBezTo>
                        <a:pt x="432" y="334"/>
                        <a:pt x="432" y="334"/>
                        <a:pt x="432" y="334"/>
                      </a:cubicBezTo>
                      <a:cubicBezTo>
                        <a:pt x="453" y="334"/>
                        <a:pt x="473" y="326"/>
                        <a:pt x="488" y="311"/>
                      </a:cubicBezTo>
                      <a:cubicBezTo>
                        <a:pt x="503" y="296"/>
                        <a:pt x="511" y="276"/>
                        <a:pt x="511" y="255"/>
                      </a:cubicBezTo>
                      <a:cubicBezTo>
                        <a:pt x="511" y="226"/>
                        <a:pt x="495" y="200"/>
                        <a:pt x="470" y="187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76" name="Google Shape;45;p3"/>
                <p:cNvSpPr/>
                <p:nvPr/>
              </p:nvSpPr>
              <p:spPr>
                <a:xfrm>
                  <a:off x="115560" y="1054440"/>
                  <a:ext cx="49680" cy="51840"/>
                </a:xfrm>
                <a:custGeom>
                  <a:avLst/>
                  <a:gdLst>
                    <a:gd name="textAreaLeft" fmla="*/ 0 w 49680"/>
                    <a:gd name="textAreaRight" fmla="*/ 50040 w 49680"/>
                    <a:gd name="textAreaTop" fmla="*/ 0 h 51840"/>
                    <a:gd name="textAreaBottom" fmla="*/ 52200 h 51840"/>
                  </a:gdLst>
                  <a:ahLst/>
                  <a:cxnLst/>
                  <a:rect l="textAreaLeft" t="textAreaTop" r="textAreaRight" b="textAreaBottom"/>
                  <a:pathLst>
                    <a:path w="64" h="67">
                      <a:moveTo>
                        <a:pt x="63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35"/>
                        <a:pt x="0" y="35"/>
                        <a:pt x="0" y="35"/>
                      </a:cubicBezTo>
                      <a:cubicBezTo>
                        <a:pt x="0" y="52"/>
                        <a:pt x="14" y="67"/>
                        <a:pt x="32" y="67"/>
                      </a:cubicBezTo>
                      <a:cubicBezTo>
                        <a:pt x="57" y="67"/>
                        <a:pt x="57" y="67"/>
                        <a:pt x="57" y="67"/>
                      </a:cubicBezTo>
                      <a:cubicBezTo>
                        <a:pt x="61" y="67"/>
                        <a:pt x="64" y="63"/>
                        <a:pt x="64" y="59"/>
                      </a:cubicBezTo>
                      <a:cubicBezTo>
                        <a:pt x="64" y="0"/>
                        <a:pt x="64" y="0"/>
                        <a:pt x="64" y="0"/>
                      </a:cubicBezTo>
                      <a:cubicBezTo>
                        <a:pt x="64" y="0"/>
                        <a:pt x="64" y="0"/>
                        <a:pt x="63" y="0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5920" bIns="2592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77" name="Google Shape;46;p3"/>
                <p:cNvSpPr/>
                <p:nvPr/>
              </p:nvSpPr>
              <p:spPr>
                <a:xfrm>
                  <a:off x="51840" y="974520"/>
                  <a:ext cx="152280" cy="54720"/>
                </a:xfrm>
                <a:custGeom>
                  <a:avLst/>
                  <a:gdLst>
                    <a:gd name="textAreaLeft" fmla="*/ 0 w 152280"/>
                    <a:gd name="textAreaRight" fmla="*/ 152640 w 152280"/>
                    <a:gd name="textAreaTop" fmla="*/ 0 h 54720"/>
                    <a:gd name="textAreaBottom" fmla="*/ 55080 h 54720"/>
                  </a:gdLst>
                  <a:ahLst/>
                  <a:cxnLst/>
                  <a:rect l="textAreaLeft" t="textAreaTop" r="textAreaRight" b="textAreaBottom"/>
                  <a:pathLst>
                    <a:path w="195" h="70">
                      <a:moveTo>
                        <a:pt x="195" y="19"/>
                      </a:moveTo>
                      <a:cubicBezTo>
                        <a:pt x="195" y="0"/>
                        <a:pt x="195" y="0"/>
                        <a:pt x="195" y="0"/>
                      </a:cubicBezTo>
                      <a:cubicBezTo>
                        <a:pt x="183" y="5"/>
                        <a:pt x="170" y="7"/>
                        <a:pt x="156" y="7"/>
                      </a:cubicBezTo>
                      <a:cubicBezTo>
                        <a:pt x="0" y="7"/>
                        <a:pt x="0" y="7"/>
                        <a:pt x="0" y="7"/>
                      </a:cubicBezTo>
                      <a:cubicBezTo>
                        <a:pt x="7" y="43"/>
                        <a:pt x="39" y="70"/>
                        <a:pt x="77" y="70"/>
                      </a:cubicBezTo>
                      <a:cubicBezTo>
                        <a:pt x="144" y="70"/>
                        <a:pt x="144" y="70"/>
                        <a:pt x="144" y="70"/>
                      </a:cubicBezTo>
                      <a:cubicBezTo>
                        <a:pt x="172" y="70"/>
                        <a:pt x="195" y="47"/>
                        <a:pt x="195" y="19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7360" bIns="2736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</p:grpSp>
        <p:grpSp>
          <p:nvGrpSpPr>
            <p:cNvPr id="378" name="Google Shape;47;p3"/>
            <p:cNvGrpSpPr/>
            <p:nvPr/>
          </p:nvGrpSpPr>
          <p:grpSpPr>
            <a:xfrm>
              <a:off x="7427160" y="3805920"/>
              <a:ext cx="2007000" cy="1963080"/>
              <a:chOff x="7427160" y="3805920"/>
              <a:chExt cx="2007000" cy="1963080"/>
            </a:xfrm>
          </p:grpSpPr>
          <p:pic>
            <p:nvPicPr>
              <p:cNvPr id="379" name="Google Shape;48;p3"/>
              <p:cNvPicPr/>
              <p:nvPr/>
            </p:nvPicPr>
            <p:blipFill>
              <a:blip r:embed="rId5">
                <a:alphaModFix amt="50000"/>
              </a:blip>
              <a:stretch/>
            </p:blipFill>
            <p:spPr>
              <a:xfrm>
                <a:off x="7427160" y="3805920"/>
                <a:ext cx="2007000" cy="196308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grpSp>
            <p:nvGrpSpPr>
              <p:cNvPr id="380" name="Google Shape;49;p3"/>
              <p:cNvGrpSpPr/>
              <p:nvPr/>
            </p:nvGrpSpPr>
            <p:grpSpPr>
              <a:xfrm>
                <a:off x="7684560" y="4187160"/>
                <a:ext cx="344160" cy="317160"/>
                <a:chOff x="7684560" y="4187160"/>
                <a:chExt cx="344160" cy="317160"/>
              </a:xfrm>
            </p:grpSpPr>
            <p:sp>
              <p:nvSpPr>
                <p:cNvPr id="381" name="Google Shape;50;p3"/>
                <p:cNvSpPr/>
                <p:nvPr/>
              </p:nvSpPr>
              <p:spPr>
                <a:xfrm>
                  <a:off x="7799400" y="4240800"/>
                  <a:ext cx="148320" cy="149040"/>
                </a:xfrm>
                <a:custGeom>
                  <a:avLst/>
                  <a:gdLst>
                    <a:gd name="textAreaLeft" fmla="*/ 0 w 148320"/>
                    <a:gd name="textAreaRight" fmla="*/ 148680 w 148320"/>
                    <a:gd name="textAreaTop" fmla="*/ 0 h 149040"/>
                    <a:gd name="textAreaBottom" fmla="*/ 149400 h 149040"/>
                  </a:gdLst>
                  <a:ahLst/>
                  <a:cxnLst/>
                  <a:rect l="textAreaLeft" t="textAreaTop" r="textAreaRight" b="textAreaBottom"/>
                  <a:pathLst>
                    <a:path w="251" h="252">
                      <a:moveTo>
                        <a:pt x="197" y="142"/>
                      </a:moveTo>
                      <a:cubicBezTo>
                        <a:pt x="176" y="141"/>
                        <a:pt x="176" y="110"/>
                        <a:pt x="197" y="110"/>
                      </a:cubicBezTo>
                      <a:cubicBezTo>
                        <a:pt x="251" y="109"/>
                        <a:pt x="251" y="109"/>
                        <a:pt x="251" y="109"/>
                      </a:cubicBezTo>
                      <a:cubicBezTo>
                        <a:pt x="245" y="55"/>
                        <a:pt x="197" y="6"/>
                        <a:pt x="142" y="0"/>
                      </a:cubicBezTo>
                      <a:cubicBezTo>
                        <a:pt x="141" y="54"/>
                        <a:pt x="141" y="54"/>
                        <a:pt x="141" y="54"/>
                      </a:cubicBezTo>
                      <a:cubicBezTo>
                        <a:pt x="141" y="63"/>
                        <a:pt x="134" y="70"/>
                        <a:pt x="125" y="70"/>
                      </a:cubicBezTo>
                      <a:cubicBezTo>
                        <a:pt x="125" y="70"/>
                        <a:pt x="125" y="70"/>
                        <a:pt x="125" y="70"/>
                      </a:cubicBezTo>
                      <a:cubicBezTo>
                        <a:pt x="116" y="70"/>
                        <a:pt x="109" y="63"/>
                        <a:pt x="109" y="54"/>
                      </a:cubicBezTo>
                      <a:cubicBezTo>
                        <a:pt x="109" y="0"/>
                        <a:pt x="109" y="0"/>
                        <a:pt x="109" y="0"/>
                      </a:cubicBezTo>
                      <a:cubicBezTo>
                        <a:pt x="53" y="6"/>
                        <a:pt x="5" y="55"/>
                        <a:pt x="0" y="110"/>
                      </a:cubicBezTo>
                      <a:cubicBezTo>
                        <a:pt x="53" y="110"/>
                        <a:pt x="53" y="110"/>
                        <a:pt x="53" y="110"/>
                      </a:cubicBezTo>
                      <a:cubicBezTo>
                        <a:pt x="53" y="110"/>
                        <a:pt x="53" y="110"/>
                        <a:pt x="53" y="110"/>
                      </a:cubicBezTo>
                      <a:cubicBezTo>
                        <a:pt x="74" y="111"/>
                        <a:pt x="74" y="141"/>
                        <a:pt x="53" y="142"/>
                      </a:cubicBezTo>
                      <a:cubicBezTo>
                        <a:pt x="0" y="142"/>
                        <a:pt x="0" y="142"/>
                        <a:pt x="0" y="142"/>
                      </a:cubicBezTo>
                      <a:cubicBezTo>
                        <a:pt x="5" y="197"/>
                        <a:pt x="53" y="246"/>
                        <a:pt x="109" y="252"/>
                      </a:cubicBezTo>
                      <a:cubicBezTo>
                        <a:pt x="109" y="198"/>
                        <a:pt x="109" y="198"/>
                        <a:pt x="109" y="198"/>
                      </a:cubicBezTo>
                      <a:cubicBezTo>
                        <a:pt x="109" y="189"/>
                        <a:pt x="116" y="182"/>
                        <a:pt x="125" y="182"/>
                      </a:cubicBezTo>
                      <a:cubicBezTo>
                        <a:pt x="125" y="182"/>
                        <a:pt x="125" y="182"/>
                        <a:pt x="125" y="182"/>
                      </a:cubicBezTo>
                      <a:cubicBezTo>
                        <a:pt x="134" y="182"/>
                        <a:pt x="141" y="189"/>
                        <a:pt x="141" y="198"/>
                      </a:cubicBezTo>
                      <a:cubicBezTo>
                        <a:pt x="141" y="252"/>
                        <a:pt x="141" y="252"/>
                        <a:pt x="141" y="252"/>
                      </a:cubicBezTo>
                      <a:cubicBezTo>
                        <a:pt x="197" y="246"/>
                        <a:pt x="245" y="197"/>
                        <a:pt x="251" y="142"/>
                      </a:cubicBezTo>
                      <a:cubicBezTo>
                        <a:pt x="197" y="142"/>
                        <a:pt x="197" y="142"/>
                        <a:pt x="197" y="142"/>
                      </a:cubicBezTo>
                      <a:cubicBezTo>
                        <a:pt x="197" y="142"/>
                        <a:pt x="197" y="142"/>
                        <a:pt x="197" y="142"/>
                      </a:cubicBezTo>
                      <a:close/>
                      <a:moveTo>
                        <a:pt x="125" y="142"/>
                      </a:moveTo>
                      <a:cubicBezTo>
                        <a:pt x="104" y="141"/>
                        <a:pt x="104" y="111"/>
                        <a:pt x="125" y="110"/>
                      </a:cubicBezTo>
                      <a:cubicBezTo>
                        <a:pt x="147" y="110"/>
                        <a:pt x="147" y="141"/>
                        <a:pt x="125" y="142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82" name="Google Shape;51;p3"/>
                <p:cNvSpPr/>
                <p:nvPr/>
              </p:nvSpPr>
              <p:spPr>
                <a:xfrm>
                  <a:off x="7684560" y="4425840"/>
                  <a:ext cx="77760" cy="78480"/>
                </a:xfrm>
                <a:custGeom>
                  <a:avLst/>
                  <a:gdLst>
                    <a:gd name="textAreaLeft" fmla="*/ 0 w 77760"/>
                    <a:gd name="textAreaRight" fmla="*/ 78120 w 77760"/>
                    <a:gd name="textAreaTop" fmla="*/ 0 h 78480"/>
                    <a:gd name="textAreaBottom" fmla="*/ 78840 h 78480"/>
                  </a:gdLst>
                  <a:ahLst/>
                  <a:cxnLst/>
                  <a:rect l="textAreaLeft" t="textAreaTop" r="textAreaRight" b="textAreaBottom"/>
                  <a:pathLst>
                    <a:path w="132" h="133">
                      <a:moveTo>
                        <a:pt x="75" y="0"/>
                      </a:moveTo>
                      <a:cubicBezTo>
                        <a:pt x="15" y="60"/>
                        <a:pt x="15" y="60"/>
                        <a:pt x="15" y="60"/>
                      </a:cubicBezTo>
                      <a:cubicBezTo>
                        <a:pt x="0" y="76"/>
                        <a:pt x="0" y="101"/>
                        <a:pt x="15" y="117"/>
                      </a:cubicBezTo>
                      <a:cubicBezTo>
                        <a:pt x="31" y="133"/>
                        <a:pt x="56" y="133"/>
                        <a:pt x="72" y="117"/>
                      </a:cubicBezTo>
                      <a:cubicBezTo>
                        <a:pt x="132" y="57"/>
                        <a:pt x="132" y="57"/>
                        <a:pt x="132" y="57"/>
                      </a:cubicBezTo>
                      <a:cubicBezTo>
                        <a:pt x="132" y="57"/>
                        <a:pt x="132" y="57"/>
                        <a:pt x="132" y="57"/>
                      </a:cubicBezTo>
                      <a:lnTo>
                        <a:pt x="75" y="0"/>
                      </a:ln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9240" bIns="3924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83" name="Google Shape;52;p3"/>
                <p:cNvSpPr/>
                <p:nvPr/>
              </p:nvSpPr>
              <p:spPr>
                <a:xfrm>
                  <a:off x="7717680" y="4187160"/>
                  <a:ext cx="311040" cy="245520"/>
                </a:xfrm>
                <a:custGeom>
                  <a:avLst/>
                  <a:gdLst>
                    <a:gd name="textAreaLeft" fmla="*/ 0 w 311040"/>
                    <a:gd name="textAreaRight" fmla="*/ 311400 w 311040"/>
                    <a:gd name="textAreaTop" fmla="*/ 0 h 245520"/>
                    <a:gd name="textAreaBottom" fmla="*/ 245880 h 245520"/>
                  </a:gdLst>
                  <a:ahLst/>
                  <a:cxnLst/>
                  <a:rect l="textAreaLeft" t="textAreaTop" r="textAreaRight" b="textAreaBottom"/>
                  <a:pathLst>
                    <a:path w="526" h="415">
                      <a:moveTo>
                        <a:pt x="402" y="77"/>
                      </a:moveTo>
                      <a:cubicBezTo>
                        <a:pt x="329" y="1"/>
                        <a:pt x="197" y="0"/>
                        <a:pt x="124" y="77"/>
                      </a:cubicBezTo>
                      <a:cubicBezTo>
                        <a:pt x="0" y="200"/>
                        <a:pt x="89" y="415"/>
                        <a:pt x="263" y="414"/>
                      </a:cubicBezTo>
                      <a:cubicBezTo>
                        <a:pt x="437" y="415"/>
                        <a:pt x="526" y="200"/>
                        <a:pt x="402" y="77"/>
                      </a:cubicBezTo>
                      <a:close/>
                      <a:moveTo>
                        <a:pt x="376" y="329"/>
                      </a:moveTo>
                      <a:cubicBezTo>
                        <a:pt x="312" y="393"/>
                        <a:pt x="211" y="390"/>
                        <a:pt x="151" y="329"/>
                      </a:cubicBezTo>
                      <a:cubicBezTo>
                        <a:pt x="120" y="299"/>
                        <a:pt x="105" y="259"/>
                        <a:pt x="104" y="219"/>
                      </a:cubicBezTo>
                      <a:cubicBezTo>
                        <a:pt x="104" y="218"/>
                        <a:pt x="104" y="218"/>
                        <a:pt x="104" y="217"/>
                      </a:cubicBezTo>
                      <a:cubicBezTo>
                        <a:pt x="104" y="216"/>
                        <a:pt x="104" y="216"/>
                        <a:pt x="104" y="215"/>
                      </a:cubicBezTo>
                      <a:cubicBezTo>
                        <a:pt x="103" y="131"/>
                        <a:pt x="177" y="56"/>
                        <a:pt x="263" y="57"/>
                      </a:cubicBezTo>
                      <a:cubicBezTo>
                        <a:pt x="409" y="60"/>
                        <a:pt x="473" y="231"/>
                        <a:pt x="376" y="329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84" name="Google Shape;53;p3"/>
                <p:cNvSpPr/>
                <p:nvPr/>
              </p:nvSpPr>
              <p:spPr>
                <a:xfrm>
                  <a:off x="7742520" y="4393080"/>
                  <a:ext cx="52560" cy="52560"/>
                </a:xfrm>
                <a:custGeom>
                  <a:avLst/>
                  <a:gdLst>
                    <a:gd name="textAreaLeft" fmla="*/ 0 w 52560"/>
                    <a:gd name="textAreaRight" fmla="*/ 52920 w 52560"/>
                    <a:gd name="textAreaTop" fmla="*/ 0 h 52560"/>
                    <a:gd name="textAreaBottom" fmla="*/ 52920 h 52560"/>
                  </a:gdLst>
                  <a:ahLst/>
                  <a:cxnLst/>
                  <a:rect l="textAreaLeft" t="textAreaTop" r="textAreaRight" b="textAreaBottom"/>
                  <a:pathLst>
                    <a:path w="89" h="89">
                      <a:moveTo>
                        <a:pt x="33" y="0"/>
                      </a:moveTo>
                      <a:cubicBezTo>
                        <a:pt x="0" y="32"/>
                        <a:pt x="0" y="32"/>
                        <a:pt x="0" y="32"/>
                      </a:cubicBezTo>
                      <a:cubicBezTo>
                        <a:pt x="57" y="89"/>
                        <a:pt x="57" y="89"/>
                        <a:pt x="57" y="89"/>
                      </a:cubicBezTo>
                      <a:cubicBezTo>
                        <a:pt x="89" y="57"/>
                        <a:pt x="89" y="57"/>
                        <a:pt x="89" y="57"/>
                      </a:cubicBezTo>
                      <a:cubicBezTo>
                        <a:pt x="67" y="41"/>
                        <a:pt x="48" y="22"/>
                        <a:pt x="33" y="0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6280" bIns="2628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385" name="Google Shape;54;p3"/>
              <p:cNvGrpSpPr/>
              <p:nvPr/>
            </p:nvGrpSpPr>
            <p:grpSpPr>
              <a:xfrm>
                <a:off x="8322120" y="4188240"/>
                <a:ext cx="314280" cy="314640"/>
                <a:chOff x="8322120" y="4188240"/>
                <a:chExt cx="314280" cy="314640"/>
              </a:xfrm>
            </p:grpSpPr>
            <p:sp>
              <p:nvSpPr>
                <p:cNvPr id="386" name="Google Shape;55;p3"/>
                <p:cNvSpPr/>
                <p:nvPr/>
              </p:nvSpPr>
              <p:spPr>
                <a:xfrm>
                  <a:off x="8361720" y="4218480"/>
                  <a:ext cx="185760" cy="186480"/>
                </a:xfrm>
                <a:custGeom>
                  <a:avLst/>
                  <a:gdLst>
                    <a:gd name="textAreaLeft" fmla="*/ 0 w 185760"/>
                    <a:gd name="textAreaRight" fmla="*/ 186120 w 185760"/>
                    <a:gd name="textAreaTop" fmla="*/ 0 h 186480"/>
                    <a:gd name="textAreaBottom" fmla="*/ 186840 h 186480"/>
                  </a:gdLst>
                  <a:ahLst/>
                  <a:cxnLst/>
                  <a:rect l="textAreaLeft" t="textAreaTop" r="textAreaRight" b="textAreaBottom"/>
                  <a:pathLst>
                    <a:path w="306" h="307">
                      <a:moveTo>
                        <a:pt x="23" y="169"/>
                      </a:moveTo>
                      <a:cubicBezTo>
                        <a:pt x="0" y="169"/>
                        <a:pt x="0" y="169"/>
                        <a:pt x="0" y="169"/>
                      </a:cubicBezTo>
                      <a:cubicBezTo>
                        <a:pt x="7" y="242"/>
                        <a:pt x="65" y="299"/>
                        <a:pt x="137" y="307"/>
                      </a:cubicBezTo>
                      <a:cubicBezTo>
                        <a:pt x="137" y="284"/>
                        <a:pt x="137" y="284"/>
                        <a:pt x="137" y="284"/>
                      </a:cubicBezTo>
                      <a:cubicBezTo>
                        <a:pt x="138" y="263"/>
                        <a:pt x="168" y="263"/>
                        <a:pt x="168" y="284"/>
                      </a:cubicBezTo>
                      <a:cubicBezTo>
                        <a:pt x="168" y="307"/>
                        <a:pt x="168" y="307"/>
                        <a:pt x="168" y="307"/>
                      </a:cubicBezTo>
                      <a:cubicBezTo>
                        <a:pt x="241" y="299"/>
                        <a:pt x="299" y="242"/>
                        <a:pt x="306" y="169"/>
                      </a:cubicBezTo>
                      <a:cubicBezTo>
                        <a:pt x="283" y="169"/>
                        <a:pt x="283" y="169"/>
                        <a:pt x="283" y="169"/>
                      </a:cubicBezTo>
                      <a:cubicBezTo>
                        <a:pt x="262" y="168"/>
                        <a:pt x="262" y="139"/>
                        <a:pt x="283" y="138"/>
                      </a:cubicBezTo>
                      <a:cubicBezTo>
                        <a:pt x="306" y="138"/>
                        <a:pt x="306" y="138"/>
                        <a:pt x="306" y="138"/>
                      </a:cubicBezTo>
                      <a:cubicBezTo>
                        <a:pt x="299" y="65"/>
                        <a:pt x="241" y="8"/>
                        <a:pt x="168" y="0"/>
                      </a:cubicBezTo>
                      <a:cubicBezTo>
                        <a:pt x="168" y="24"/>
                        <a:pt x="168" y="24"/>
                        <a:pt x="168" y="24"/>
                      </a:cubicBezTo>
                      <a:cubicBezTo>
                        <a:pt x="167" y="44"/>
                        <a:pt x="138" y="44"/>
                        <a:pt x="137" y="24"/>
                      </a:cubicBezTo>
                      <a:cubicBezTo>
                        <a:pt x="137" y="0"/>
                        <a:pt x="137" y="0"/>
                        <a:pt x="137" y="0"/>
                      </a:cubicBezTo>
                      <a:cubicBezTo>
                        <a:pt x="65" y="8"/>
                        <a:pt x="7" y="65"/>
                        <a:pt x="0" y="138"/>
                      </a:cubicBezTo>
                      <a:cubicBezTo>
                        <a:pt x="23" y="138"/>
                        <a:pt x="23" y="138"/>
                        <a:pt x="23" y="138"/>
                      </a:cubicBezTo>
                      <a:cubicBezTo>
                        <a:pt x="43" y="139"/>
                        <a:pt x="43" y="168"/>
                        <a:pt x="23" y="169"/>
                      </a:cubicBezTo>
                      <a:close/>
                      <a:moveTo>
                        <a:pt x="103" y="138"/>
                      </a:moveTo>
                      <a:cubicBezTo>
                        <a:pt x="109" y="138"/>
                        <a:pt x="109" y="138"/>
                        <a:pt x="109" y="138"/>
                      </a:cubicBezTo>
                      <a:cubicBezTo>
                        <a:pt x="116" y="107"/>
                        <a:pt x="144" y="84"/>
                        <a:pt x="177" y="84"/>
                      </a:cubicBezTo>
                      <a:cubicBezTo>
                        <a:pt x="186" y="84"/>
                        <a:pt x="193" y="91"/>
                        <a:pt x="193" y="99"/>
                      </a:cubicBezTo>
                      <a:cubicBezTo>
                        <a:pt x="193" y="108"/>
                        <a:pt x="186" y="115"/>
                        <a:pt x="177" y="115"/>
                      </a:cubicBezTo>
                      <a:cubicBezTo>
                        <a:pt x="161" y="115"/>
                        <a:pt x="147" y="124"/>
                        <a:pt x="141" y="138"/>
                      </a:cubicBezTo>
                      <a:cubicBezTo>
                        <a:pt x="177" y="138"/>
                        <a:pt x="177" y="138"/>
                        <a:pt x="177" y="138"/>
                      </a:cubicBezTo>
                      <a:cubicBezTo>
                        <a:pt x="198" y="139"/>
                        <a:pt x="198" y="169"/>
                        <a:pt x="177" y="170"/>
                      </a:cubicBezTo>
                      <a:cubicBezTo>
                        <a:pt x="141" y="170"/>
                        <a:pt x="141" y="170"/>
                        <a:pt x="141" y="170"/>
                      </a:cubicBezTo>
                      <a:cubicBezTo>
                        <a:pt x="147" y="183"/>
                        <a:pt x="161" y="193"/>
                        <a:pt x="177" y="193"/>
                      </a:cubicBezTo>
                      <a:cubicBezTo>
                        <a:pt x="186" y="193"/>
                        <a:pt x="193" y="200"/>
                        <a:pt x="193" y="209"/>
                      </a:cubicBezTo>
                      <a:cubicBezTo>
                        <a:pt x="193" y="217"/>
                        <a:pt x="186" y="224"/>
                        <a:pt x="177" y="224"/>
                      </a:cubicBezTo>
                      <a:cubicBezTo>
                        <a:pt x="144" y="224"/>
                        <a:pt x="116" y="201"/>
                        <a:pt x="109" y="170"/>
                      </a:cubicBezTo>
                      <a:cubicBezTo>
                        <a:pt x="103" y="170"/>
                        <a:pt x="103" y="170"/>
                        <a:pt x="103" y="170"/>
                      </a:cubicBezTo>
                      <a:cubicBezTo>
                        <a:pt x="82" y="169"/>
                        <a:pt x="82" y="139"/>
                        <a:pt x="103" y="138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87" name="Google Shape;56;p3"/>
                <p:cNvSpPr/>
                <p:nvPr/>
              </p:nvSpPr>
              <p:spPr>
                <a:xfrm>
                  <a:off x="8322120" y="4188240"/>
                  <a:ext cx="314280" cy="314640"/>
                </a:xfrm>
                <a:custGeom>
                  <a:avLst/>
                  <a:gdLst>
                    <a:gd name="textAreaLeft" fmla="*/ 0 w 314280"/>
                    <a:gd name="textAreaRight" fmla="*/ 314640 w 314280"/>
                    <a:gd name="textAreaTop" fmla="*/ 0 h 314640"/>
                    <a:gd name="textAreaBottom" fmla="*/ 315000 h 314640"/>
                  </a:gdLst>
                  <a:ahLst/>
                  <a:cxnLst/>
                  <a:rect l="textAreaLeft" t="textAreaTop" r="textAreaRight" b="textAreaBottom"/>
                  <a:pathLst>
                    <a:path w="517" h="517">
                      <a:moveTo>
                        <a:pt x="497" y="487"/>
                      </a:moveTo>
                      <a:cubicBezTo>
                        <a:pt x="30" y="487"/>
                        <a:pt x="30" y="487"/>
                        <a:pt x="30" y="487"/>
                      </a:cubicBezTo>
                      <a:cubicBezTo>
                        <a:pt x="30" y="453"/>
                        <a:pt x="30" y="453"/>
                        <a:pt x="30" y="453"/>
                      </a:cubicBezTo>
                      <a:cubicBezTo>
                        <a:pt x="208" y="453"/>
                        <a:pt x="208" y="453"/>
                        <a:pt x="208" y="453"/>
                      </a:cubicBezTo>
                      <a:cubicBezTo>
                        <a:pt x="350" y="453"/>
                        <a:pt x="468" y="342"/>
                        <a:pt x="475" y="200"/>
                      </a:cubicBezTo>
                      <a:cubicBezTo>
                        <a:pt x="479" y="129"/>
                        <a:pt x="479" y="129"/>
                        <a:pt x="479" y="129"/>
                      </a:cubicBezTo>
                      <a:cubicBezTo>
                        <a:pt x="485" y="136"/>
                        <a:pt x="485" y="136"/>
                        <a:pt x="485" y="136"/>
                      </a:cubicBezTo>
                      <a:cubicBezTo>
                        <a:pt x="488" y="140"/>
                        <a:pt x="492" y="141"/>
                        <a:pt x="497" y="141"/>
                      </a:cubicBezTo>
                      <a:cubicBezTo>
                        <a:pt x="500" y="141"/>
                        <a:pt x="504" y="140"/>
                        <a:pt x="506" y="137"/>
                      </a:cubicBezTo>
                      <a:cubicBezTo>
                        <a:pt x="513" y="132"/>
                        <a:pt x="513" y="122"/>
                        <a:pt x="508" y="116"/>
                      </a:cubicBezTo>
                      <a:cubicBezTo>
                        <a:pt x="477" y="82"/>
                        <a:pt x="477" y="82"/>
                        <a:pt x="477" y="82"/>
                      </a:cubicBezTo>
                      <a:cubicBezTo>
                        <a:pt x="472" y="77"/>
                        <a:pt x="462" y="75"/>
                        <a:pt x="456" y="81"/>
                      </a:cubicBezTo>
                      <a:cubicBezTo>
                        <a:pt x="424" y="110"/>
                        <a:pt x="424" y="110"/>
                        <a:pt x="424" y="110"/>
                      </a:cubicBezTo>
                      <a:cubicBezTo>
                        <a:pt x="410" y="124"/>
                        <a:pt x="429" y="145"/>
                        <a:pt x="444" y="132"/>
                      </a:cubicBezTo>
                      <a:cubicBezTo>
                        <a:pt x="449" y="128"/>
                        <a:pt x="449" y="128"/>
                        <a:pt x="449" y="128"/>
                      </a:cubicBezTo>
                      <a:cubicBezTo>
                        <a:pt x="445" y="198"/>
                        <a:pt x="445" y="198"/>
                        <a:pt x="445" y="198"/>
                      </a:cubicBezTo>
                      <a:cubicBezTo>
                        <a:pt x="439" y="324"/>
                        <a:pt x="334" y="423"/>
                        <a:pt x="208" y="423"/>
                      </a:cubicBezTo>
                      <a:cubicBezTo>
                        <a:pt x="30" y="423"/>
                        <a:pt x="30" y="423"/>
                        <a:pt x="30" y="423"/>
                      </a:cubicBezTo>
                      <a:cubicBezTo>
                        <a:pt x="30" y="20"/>
                        <a:pt x="30" y="20"/>
                        <a:pt x="30" y="20"/>
                      </a:cubicBezTo>
                      <a:cubicBezTo>
                        <a:pt x="29" y="0"/>
                        <a:pt x="0" y="0"/>
                        <a:pt x="0" y="20"/>
                      </a:cubicBezTo>
                      <a:cubicBezTo>
                        <a:pt x="0" y="502"/>
                        <a:pt x="0" y="502"/>
                        <a:pt x="0" y="502"/>
                      </a:cubicBezTo>
                      <a:cubicBezTo>
                        <a:pt x="0" y="510"/>
                        <a:pt x="6" y="517"/>
                        <a:pt x="15" y="517"/>
                      </a:cubicBezTo>
                      <a:cubicBezTo>
                        <a:pt x="497" y="517"/>
                        <a:pt x="497" y="517"/>
                        <a:pt x="497" y="517"/>
                      </a:cubicBezTo>
                      <a:cubicBezTo>
                        <a:pt x="517" y="516"/>
                        <a:pt x="517" y="487"/>
                        <a:pt x="497" y="487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388" name="Google Shape;57;p3"/>
              <p:cNvGrpSpPr/>
              <p:nvPr/>
            </p:nvGrpSpPr>
            <p:grpSpPr>
              <a:xfrm>
                <a:off x="7958160" y="4710240"/>
                <a:ext cx="405360" cy="405000"/>
                <a:chOff x="7958160" y="4710240"/>
                <a:chExt cx="405360" cy="405000"/>
              </a:xfrm>
            </p:grpSpPr>
            <p:sp>
              <p:nvSpPr>
                <p:cNvPr id="389" name="Google Shape;58;p3"/>
                <p:cNvSpPr/>
                <p:nvPr/>
              </p:nvSpPr>
              <p:spPr>
                <a:xfrm>
                  <a:off x="8060400" y="4710240"/>
                  <a:ext cx="201240" cy="204480"/>
                </a:xfrm>
                <a:custGeom>
                  <a:avLst/>
                  <a:gdLst>
                    <a:gd name="textAreaLeft" fmla="*/ 0 w 201240"/>
                    <a:gd name="textAreaRight" fmla="*/ 201600 w 201240"/>
                    <a:gd name="textAreaTop" fmla="*/ 0 h 204480"/>
                    <a:gd name="textAreaBottom" fmla="*/ 204840 h 204480"/>
                  </a:gdLst>
                  <a:ahLst/>
                  <a:cxnLst/>
                  <a:rect l="textAreaLeft" t="textAreaTop" r="textAreaRight" b="textAreaBottom"/>
                  <a:pathLst>
                    <a:path w="255" h="259">
                      <a:moveTo>
                        <a:pt x="227" y="210"/>
                      </a:moveTo>
                      <a:cubicBezTo>
                        <a:pt x="230" y="210"/>
                        <a:pt x="232" y="208"/>
                        <a:pt x="233" y="206"/>
                      </a:cubicBezTo>
                      <a:cubicBezTo>
                        <a:pt x="253" y="167"/>
                        <a:pt x="253" y="167"/>
                        <a:pt x="253" y="167"/>
                      </a:cubicBezTo>
                      <a:cubicBezTo>
                        <a:pt x="255" y="163"/>
                        <a:pt x="253" y="160"/>
                        <a:pt x="250" y="158"/>
                      </a:cubicBezTo>
                      <a:cubicBezTo>
                        <a:pt x="229" y="148"/>
                        <a:pt x="229" y="148"/>
                        <a:pt x="229" y="148"/>
                      </a:cubicBezTo>
                      <a:cubicBezTo>
                        <a:pt x="227" y="146"/>
                        <a:pt x="226" y="144"/>
                        <a:pt x="226" y="141"/>
                      </a:cubicBezTo>
                      <a:cubicBezTo>
                        <a:pt x="227" y="131"/>
                        <a:pt x="227" y="120"/>
                        <a:pt x="225" y="109"/>
                      </a:cubicBezTo>
                      <a:cubicBezTo>
                        <a:pt x="224" y="107"/>
                        <a:pt x="226" y="104"/>
                        <a:pt x="228" y="103"/>
                      </a:cubicBezTo>
                      <a:cubicBezTo>
                        <a:pt x="248" y="91"/>
                        <a:pt x="248" y="91"/>
                        <a:pt x="248" y="91"/>
                      </a:cubicBezTo>
                      <a:cubicBezTo>
                        <a:pt x="251" y="89"/>
                        <a:pt x="252" y="85"/>
                        <a:pt x="250" y="82"/>
                      </a:cubicBezTo>
                      <a:cubicBezTo>
                        <a:pt x="228" y="44"/>
                        <a:pt x="228" y="44"/>
                        <a:pt x="228" y="44"/>
                      </a:cubicBezTo>
                      <a:cubicBezTo>
                        <a:pt x="227" y="42"/>
                        <a:pt x="224" y="41"/>
                        <a:pt x="222" y="41"/>
                      </a:cubicBezTo>
                      <a:cubicBezTo>
                        <a:pt x="221" y="41"/>
                        <a:pt x="220" y="41"/>
                        <a:pt x="219" y="42"/>
                      </a:cubicBezTo>
                      <a:cubicBezTo>
                        <a:pt x="199" y="53"/>
                        <a:pt x="199" y="53"/>
                        <a:pt x="199" y="53"/>
                      </a:cubicBezTo>
                      <a:cubicBezTo>
                        <a:pt x="197" y="55"/>
                        <a:pt x="194" y="54"/>
                        <a:pt x="191" y="53"/>
                      </a:cubicBezTo>
                      <a:cubicBezTo>
                        <a:pt x="182" y="45"/>
                        <a:pt x="172" y="39"/>
                        <a:pt x="160" y="35"/>
                      </a:cubicBezTo>
                      <a:cubicBezTo>
                        <a:pt x="158" y="34"/>
                        <a:pt x="156" y="31"/>
                        <a:pt x="156" y="29"/>
                      </a:cubicBezTo>
                      <a:cubicBezTo>
                        <a:pt x="156" y="7"/>
                        <a:pt x="156" y="7"/>
                        <a:pt x="156" y="7"/>
                      </a:cubicBezTo>
                      <a:cubicBezTo>
                        <a:pt x="156" y="3"/>
                        <a:pt x="153" y="0"/>
                        <a:pt x="149" y="0"/>
                      </a:cubicBezTo>
                      <a:cubicBezTo>
                        <a:pt x="105" y="0"/>
                        <a:pt x="105" y="0"/>
                        <a:pt x="105" y="0"/>
                      </a:cubicBezTo>
                      <a:cubicBezTo>
                        <a:pt x="101" y="0"/>
                        <a:pt x="98" y="3"/>
                        <a:pt x="98" y="7"/>
                      </a:cubicBezTo>
                      <a:cubicBezTo>
                        <a:pt x="98" y="29"/>
                        <a:pt x="98" y="29"/>
                        <a:pt x="98" y="29"/>
                      </a:cubicBezTo>
                      <a:cubicBezTo>
                        <a:pt x="98" y="31"/>
                        <a:pt x="97" y="34"/>
                        <a:pt x="94" y="35"/>
                      </a:cubicBezTo>
                      <a:cubicBezTo>
                        <a:pt x="81" y="40"/>
                        <a:pt x="68" y="47"/>
                        <a:pt x="58" y="57"/>
                      </a:cubicBezTo>
                      <a:cubicBezTo>
                        <a:pt x="56" y="59"/>
                        <a:pt x="53" y="59"/>
                        <a:pt x="51" y="58"/>
                      </a:cubicBezTo>
                      <a:cubicBezTo>
                        <a:pt x="30" y="48"/>
                        <a:pt x="30" y="48"/>
                        <a:pt x="30" y="48"/>
                      </a:cubicBezTo>
                      <a:cubicBezTo>
                        <a:pt x="27" y="46"/>
                        <a:pt x="23" y="47"/>
                        <a:pt x="21" y="50"/>
                      </a:cubicBezTo>
                      <a:cubicBezTo>
                        <a:pt x="1" y="90"/>
                        <a:pt x="1" y="90"/>
                        <a:pt x="1" y="90"/>
                      </a:cubicBezTo>
                      <a:cubicBezTo>
                        <a:pt x="0" y="93"/>
                        <a:pt x="1" y="97"/>
                        <a:pt x="4" y="99"/>
                      </a:cubicBezTo>
                      <a:cubicBezTo>
                        <a:pt x="25" y="109"/>
                        <a:pt x="25" y="109"/>
                        <a:pt x="25" y="109"/>
                      </a:cubicBezTo>
                      <a:cubicBezTo>
                        <a:pt x="27" y="110"/>
                        <a:pt x="29" y="113"/>
                        <a:pt x="28" y="116"/>
                      </a:cubicBezTo>
                      <a:cubicBezTo>
                        <a:pt x="27" y="126"/>
                        <a:pt x="27" y="137"/>
                        <a:pt x="29" y="147"/>
                      </a:cubicBezTo>
                      <a:cubicBezTo>
                        <a:pt x="30" y="150"/>
                        <a:pt x="29" y="153"/>
                        <a:pt x="26" y="154"/>
                      </a:cubicBezTo>
                      <a:cubicBezTo>
                        <a:pt x="6" y="166"/>
                        <a:pt x="6" y="166"/>
                        <a:pt x="6" y="166"/>
                      </a:cubicBezTo>
                      <a:cubicBezTo>
                        <a:pt x="3" y="167"/>
                        <a:pt x="2" y="171"/>
                        <a:pt x="4" y="175"/>
                      </a:cubicBezTo>
                      <a:cubicBezTo>
                        <a:pt x="26" y="213"/>
                        <a:pt x="26" y="213"/>
                        <a:pt x="26" y="213"/>
                      </a:cubicBezTo>
                      <a:cubicBezTo>
                        <a:pt x="28" y="216"/>
                        <a:pt x="32" y="217"/>
                        <a:pt x="35" y="215"/>
                      </a:cubicBezTo>
                      <a:cubicBezTo>
                        <a:pt x="55" y="203"/>
                        <a:pt x="55" y="203"/>
                        <a:pt x="55" y="203"/>
                      </a:cubicBezTo>
                      <a:cubicBezTo>
                        <a:pt x="58" y="202"/>
                        <a:pt x="61" y="202"/>
                        <a:pt x="63" y="204"/>
                      </a:cubicBezTo>
                      <a:cubicBezTo>
                        <a:pt x="72" y="212"/>
                        <a:pt x="82" y="218"/>
                        <a:pt x="94" y="222"/>
                      </a:cubicBezTo>
                      <a:cubicBezTo>
                        <a:pt x="97" y="223"/>
                        <a:pt x="98" y="225"/>
                        <a:pt x="98" y="228"/>
                      </a:cubicBezTo>
                      <a:cubicBezTo>
                        <a:pt x="98" y="252"/>
                        <a:pt x="98" y="252"/>
                        <a:pt x="98" y="252"/>
                      </a:cubicBezTo>
                      <a:cubicBezTo>
                        <a:pt x="98" y="256"/>
                        <a:pt x="101" y="259"/>
                        <a:pt x="105" y="259"/>
                      </a:cubicBezTo>
                      <a:cubicBezTo>
                        <a:pt x="149" y="259"/>
                        <a:pt x="149" y="259"/>
                        <a:pt x="149" y="259"/>
                      </a:cubicBezTo>
                      <a:cubicBezTo>
                        <a:pt x="153" y="259"/>
                        <a:pt x="156" y="256"/>
                        <a:pt x="156" y="252"/>
                      </a:cubicBezTo>
                      <a:cubicBezTo>
                        <a:pt x="156" y="228"/>
                        <a:pt x="156" y="228"/>
                        <a:pt x="156" y="228"/>
                      </a:cubicBezTo>
                      <a:cubicBezTo>
                        <a:pt x="156" y="225"/>
                        <a:pt x="158" y="223"/>
                        <a:pt x="160" y="222"/>
                      </a:cubicBezTo>
                      <a:cubicBezTo>
                        <a:pt x="174" y="217"/>
                        <a:pt x="186" y="209"/>
                        <a:pt x="196" y="200"/>
                      </a:cubicBezTo>
                      <a:cubicBezTo>
                        <a:pt x="198" y="198"/>
                        <a:pt x="201" y="197"/>
                        <a:pt x="204" y="199"/>
                      </a:cubicBezTo>
                      <a:cubicBezTo>
                        <a:pt x="224" y="209"/>
                        <a:pt x="224" y="209"/>
                        <a:pt x="224" y="209"/>
                      </a:cubicBezTo>
                      <a:cubicBezTo>
                        <a:pt x="225" y="209"/>
                        <a:pt x="226" y="210"/>
                        <a:pt x="227" y="210"/>
                      </a:cubicBezTo>
                      <a:close/>
                      <a:moveTo>
                        <a:pt x="127" y="172"/>
                      </a:moveTo>
                      <a:cubicBezTo>
                        <a:pt x="104" y="172"/>
                        <a:pt x="84" y="153"/>
                        <a:pt x="84" y="130"/>
                      </a:cubicBezTo>
                      <a:cubicBezTo>
                        <a:pt x="87" y="73"/>
                        <a:pt x="168" y="73"/>
                        <a:pt x="170" y="130"/>
                      </a:cubicBezTo>
                      <a:cubicBezTo>
                        <a:pt x="170" y="153"/>
                        <a:pt x="151" y="172"/>
                        <a:pt x="127" y="172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90" name="Google Shape;59;p3"/>
                <p:cNvSpPr/>
                <p:nvPr/>
              </p:nvSpPr>
              <p:spPr>
                <a:xfrm>
                  <a:off x="8150760" y="4802760"/>
                  <a:ext cx="20160" cy="22680"/>
                </a:xfrm>
                <a:custGeom>
                  <a:avLst/>
                  <a:gdLst>
                    <a:gd name="textAreaLeft" fmla="*/ 0 w 20160"/>
                    <a:gd name="textAreaRight" fmla="*/ 20520 w 20160"/>
                    <a:gd name="textAreaTop" fmla="*/ 0 h 22680"/>
                    <a:gd name="textAreaBottom" fmla="*/ 23040 h 22680"/>
                  </a:gdLst>
                  <a:ahLst/>
                  <a:cxnLst/>
                  <a:rect l="textAreaLeft" t="textAreaTop" r="textAreaRight" b="textAreaBottom"/>
                  <a:pathLst>
                    <a:path w="26" h="29">
                      <a:moveTo>
                        <a:pt x="13" y="0"/>
                      </a:moveTo>
                      <a:cubicBezTo>
                        <a:pt x="6" y="0"/>
                        <a:pt x="0" y="6"/>
                        <a:pt x="0" y="13"/>
                      </a:cubicBezTo>
                      <a:cubicBezTo>
                        <a:pt x="1" y="29"/>
                        <a:pt x="25" y="29"/>
                        <a:pt x="26" y="13"/>
                      </a:cubicBezTo>
                      <a:cubicBezTo>
                        <a:pt x="26" y="6"/>
                        <a:pt x="20" y="0"/>
                        <a:pt x="13" y="0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1520" bIns="1152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91" name="Google Shape;60;p3"/>
                <p:cNvSpPr/>
                <p:nvPr/>
              </p:nvSpPr>
              <p:spPr>
                <a:xfrm>
                  <a:off x="8119080" y="4937760"/>
                  <a:ext cx="82440" cy="177480"/>
                </a:xfrm>
                <a:custGeom>
                  <a:avLst/>
                  <a:gdLst>
                    <a:gd name="textAreaLeft" fmla="*/ 0 w 82440"/>
                    <a:gd name="textAreaRight" fmla="*/ 82800 w 82440"/>
                    <a:gd name="textAreaTop" fmla="*/ 0 h 177480"/>
                    <a:gd name="textAreaBottom" fmla="*/ 177840 h 177480"/>
                  </a:gdLst>
                  <a:ahLst/>
                  <a:cxnLst/>
                  <a:rect l="textAreaLeft" t="textAreaTop" r="textAreaRight" b="textAreaBottom"/>
                  <a:pathLst>
                    <a:path w="105" h="225">
                      <a:moveTo>
                        <a:pt x="99" y="145"/>
                      </a:moveTo>
                      <a:cubicBezTo>
                        <a:pt x="85" y="145"/>
                        <a:pt x="85" y="145"/>
                        <a:pt x="85" y="145"/>
                      </a:cubicBezTo>
                      <a:cubicBezTo>
                        <a:pt x="82" y="145"/>
                        <a:pt x="80" y="143"/>
                        <a:pt x="80" y="141"/>
                      </a:cubicBezTo>
                      <a:cubicBezTo>
                        <a:pt x="80" y="0"/>
                        <a:pt x="80" y="0"/>
                        <a:pt x="80" y="0"/>
                      </a:cubicBezTo>
                      <a:cubicBezTo>
                        <a:pt x="79" y="0"/>
                        <a:pt x="77" y="1"/>
                        <a:pt x="75" y="1"/>
                      </a:cubicBezTo>
                      <a:cubicBezTo>
                        <a:pt x="31" y="1"/>
                        <a:pt x="31" y="1"/>
                        <a:pt x="31" y="1"/>
                      </a:cubicBezTo>
                      <a:cubicBezTo>
                        <a:pt x="29" y="1"/>
                        <a:pt x="28" y="0"/>
                        <a:pt x="26" y="0"/>
                      </a:cubicBezTo>
                      <a:cubicBezTo>
                        <a:pt x="26" y="141"/>
                        <a:pt x="26" y="141"/>
                        <a:pt x="26" y="141"/>
                      </a:cubicBezTo>
                      <a:cubicBezTo>
                        <a:pt x="26" y="143"/>
                        <a:pt x="24" y="145"/>
                        <a:pt x="21" y="145"/>
                      </a:cubicBezTo>
                      <a:cubicBezTo>
                        <a:pt x="7" y="145"/>
                        <a:pt x="7" y="145"/>
                        <a:pt x="7" y="145"/>
                      </a:cubicBezTo>
                      <a:cubicBezTo>
                        <a:pt x="3" y="145"/>
                        <a:pt x="0" y="148"/>
                        <a:pt x="0" y="152"/>
                      </a:cubicBezTo>
                      <a:cubicBezTo>
                        <a:pt x="0" y="177"/>
                        <a:pt x="0" y="177"/>
                        <a:pt x="0" y="177"/>
                      </a:cubicBezTo>
                      <a:cubicBezTo>
                        <a:pt x="0" y="179"/>
                        <a:pt x="1" y="180"/>
                        <a:pt x="3" y="182"/>
                      </a:cubicBezTo>
                      <a:cubicBezTo>
                        <a:pt x="49" y="223"/>
                        <a:pt x="49" y="223"/>
                        <a:pt x="49" y="223"/>
                      </a:cubicBezTo>
                      <a:cubicBezTo>
                        <a:pt x="51" y="225"/>
                        <a:pt x="55" y="225"/>
                        <a:pt x="57" y="223"/>
                      </a:cubicBezTo>
                      <a:cubicBezTo>
                        <a:pt x="103" y="182"/>
                        <a:pt x="103" y="182"/>
                        <a:pt x="103" y="182"/>
                      </a:cubicBezTo>
                      <a:cubicBezTo>
                        <a:pt x="104" y="180"/>
                        <a:pt x="105" y="179"/>
                        <a:pt x="105" y="177"/>
                      </a:cubicBezTo>
                      <a:cubicBezTo>
                        <a:pt x="105" y="152"/>
                        <a:pt x="105" y="152"/>
                        <a:pt x="105" y="152"/>
                      </a:cubicBezTo>
                      <a:cubicBezTo>
                        <a:pt x="105" y="148"/>
                        <a:pt x="102" y="145"/>
                        <a:pt x="99" y="145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92" name="Google Shape;61;p3"/>
                <p:cNvSpPr/>
                <p:nvPr/>
              </p:nvSpPr>
              <p:spPr>
                <a:xfrm>
                  <a:off x="7958160" y="4897440"/>
                  <a:ext cx="163440" cy="102240"/>
                </a:xfrm>
                <a:custGeom>
                  <a:avLst/>
                  <a:gdLst>
                    <a:gd name="textAreaLeft" fmla="*/ 0 w 163440"/>
                    <a:gd name="textAreaRight" fmla="*/ 163800 w 163440"/>
                    <a:gd name="textAreaTop" fmla="*/ 0 h 102240"/>
                    <a:gd name="textAreaBottom" fmla="*/ 102600 h 102240"/>
                  </a:gdLst>
                  <a:ahLst/>
                  <a:cxnLst/>
                  <a:rect l="textAreaLeft" t="textAreaTop" r="textAreaRight" b="textAreaBottom"/>
                  <a:pathLst>
                    <a:path w="208" h="130">
                      <a:moveTo>
                        <a:pt x="198" y="15"/>
                      </a:moveTo>
                      <a:cubicBezTo>
                        <a:pt x="198" y="6"/>
                        <a:pt x="198" y="6"/>
                        <a:pt x="198" y="6"/>
                      </a:cubicBezTo>
                      <a:cubicBezTo>
                        <a:pt x="194" y="4"/>
                        <a:pt x="191" y="2"/>
                        <a:pt x="187" y="0"/>
                      </a:cubicBezTo>
                      <a:cubicBezTo>
                        <a:pt x="180" y="4"/>
                        <a:pt x="180" y="4"/>
                        <a:pt x="180" y="4"/>
                      </a:cubicBezTo>
                      <a:cubicBezTo>
                        <a:pt x="174" y="8"/>
                        <a:pt x="166" y="9"/>
                        <a:pt x="158" y="8"/>
                      </a:cubicBezTo>
                      <a:cubicBezTo>
                        <a:pt x="158" y="18"/>
                        <a:pt x="158" y="18"/>
                        <a:pt x="158" y="18"/>
                      </a:cubicBezTo>
                      <a:cubicBezTo>
                        <a:pt x="158" y="36"/>
                        <a:pt x="143" y="51"/>
                        <a:pt x="125" y="51"/>
                      </a:cubicBezTo>
                      <a:cubicBezTo>
                        <a:pt x="85" y="51"/>
                        <a:pt x="85" y="51"/>
                        <a:pt x="85" y="51"/>
                      </a:cubicBezTo>
                      <a:cubicBezTo>
                        <a:pt x="83" y="51"/>
                        <a:pt x="81" y="49"/>
                        <a:pt x="81" y="46"/>
                      </a:cubicBezTo>
                      <a:cubicBezTo>
                        <a:pt x="81" y="32"/>
                        <a:pt x="81" y="32"/>
                        <a:pt x="81" y="32"/>
                      </a:cubicBezTo>
                      <a:cubicBezTo>
                        <a:pt x="81" y="28"/>
                        <a:pt x="78" y="25"/>
                        <a:pt x="74" y="25"/>
                      </a:cubicBezTo>
                      <a:cubicBezTo>
                        <a:pt x="49" y="25"/>
                        <a:pt x="49" y="25"/>
                        <a:pt x="49" y="25"/>
                      </a:cubicBezTo>
                      <a:cubicBezTo>
                        <a:pt x="47" y="25"/>
                        <a:pt x="46" y="26"/>
                        <a:pt x="44" y="28"/>
                      </a:cubicBezTo>
                      <a:cubicBezTo>
                        <a:pt x="3" y="73"/>
                        <a:pt x="3" y="73"/>
                        <a:pt x="3" y="73"/>
                      </a:cubicBezTo>
                      <a:cubicBezTo>
                        <a:pt x="0" y="76"/>
                        <a:pt x="0" y="80"/>
                        <a:pt x="3" y="82"/>
                      </a:cubicBezTo>
                      <a:cubicBezTo>
                        <a:pt x="44" y="128"/>
                        <a:pt x="44" y="128"/>
                        <a:pt x="44" y="128"/>
                      </a:cubicBezTo>
                      <a:cubicBezTo>
                        <a:pt x="46" y="129"/>
                        <a:pt x="47" y="130"/>
                        <a:pt x="49" y="130"/>
                      </a:cubicBezTo>
                      <a:cubicBezTo>
                        <a:pt x="74" y="130"/>
                        <a:pt x="74" y="130"/>
                        <a:pt x="74" y="130"/>
                      </a:cubicBezTo>
                      <a:cubicBezTo>
                        <a:pt x="78" y="130"/>
                        <a:pt x="81" y="127"/>
                        <a:pt x="81" y="123"/>
                      </a:cubicBezTo>
                      <a:cubicBezTo>
                        <a:pt x="81" y="109"/>
                        <a:pt x="81" y="109"/>
                        <a:pt x="81" y="109"/>
                      </a:cubicBezTo>
                      <a:cubicBezTo>
                        <a:pt x="81" y="107"/>
                        <a:pt x="83" y="105"/>
                        <a:pt x="85" y="105"/>
                      </a:cubicBezTo>
                      <a:cubicBezTo>
                        <a:pt x="118" y="105"/>
                        <a:pt x="118" y="105"/>
                        <a:pt x="118" y="105"/>
                      </a:cubicBezTo>
                      <a:cubicBezTo>
                        <a:pt x="160" y="105"/>
                        <a:pt x="196" y="77"/>
                        <a:pt x="208" y="40"/>
                      </a:cubicBezTo>
                      <a:cubicBezTo>
                        <a:pt x="202" y="33"/>
                        <a:pt x="198" y="25"/>
                        <a:pt x="198" y="15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93" name="Google Shape;62;p3"/>
                <p:cNvSpPr/>
                <p:nvPr/>
              </p:nvSpPr>
              <p:spPr>
                <a:xfrm>
                  <a:off x="8199720" y="4893480"/>
                  <a:ext cx="163800" cy="106560"/>
                </a:xfrm>
                <a:custGeom>
                  <a:avLst/>
                  <a:gdLst>
                    <a:gd name="textAreaLeft" fmla="*/ 0 w 163800"/>
                    <a:gd name="textAreaRight" fmla="*/ 164160 w 163800"/>
                    <a:gd name="textAreaTop" fmla="*/ 0 h 106560"/>
                    <a:gd name="textAreaBottom" fmla="*/ 106920 h 106560"/>
                  </a:gdLst>
                  <a:ahLst/>
                  <a:cxnLst/>
                  <a:rect l="textAreaLeft" t="textAreaTop" r="textAreaRight" b="textAreaBottom"/>
                  <a:pathLst>
                    <a:path w="208" h="135">
                      <a:moveTo>
                        <a:pt x="206" y="78"/>
                      </a:moveTo>
                      <a:cubicBezTo>
                        <a:pt x="164" y="33"/>
                        <a:pt x="164" y="33"/>
                        <a:pt x="164" y="33"/>
                      </a:cubicBezTo>
                      <a:cubicBezTo>
                        <a:pt x="163" y="31"/>
                        <a:pt x="161" y="30"/>
                        <a:pt x="159" y="30"/>
                      </a:cubicBezTo>
                      <a:cubicBezTo>
                        <a:pt x="134" y="30"/>
                        <a:pt x="134" y="30"/>
                        <a:pt x="134" y="30"/>
                      </a:cubicBezTo>
                      <a:cubicBezTo>
                        <a:pt x="131" y="30"/>
                        <a:pt x="128" y="33"/>
                        <a:pt x="128" y="37"/>
                      </a:cubicBezTo>
                      <a:cubicBezTo>
                        <a:pt x="128" y="51"/>
                        <a:pt x="128" y="51"/>
                        <a:pt x="128" y="51"/>
                      </a:cubicBezTo>
                      <a:cubicBezTo>
                        <a:pt x="128" y="54"/>
                        <a:pt x="126" y="56"/>
                        <a:pt x="123" y="56"/>
                      </a:cubicBezTo>
                      <a:cubicBezTo>
                        <a:pt x="84" y="56"/>
                        <a:pt x="84" y="56"/>
                        <a:pt x="84" y="56"/>
                      </a:cubicBezTo>
                      <a:cubicBezTo>
                        <a:pt x="65" y="56"/>
                        <a:pt x="50" y="41"/>
                        <a:pt x="50" y="23"/>
                      </a:cubicBezTo>
                      <a:cubicBezTo>
                        <a:pt x="50" y="7"/>
                        <a:pt x="50" y="7"/>
                        <a:pt x="50" y="7"/>
                      </a:cubicBezTo>
                      <a:cubicBezTo>
                        <a:pt x="45" y="7"/>
                        <a:pt x="40" y="6"/>
                        <a:pt x="35" y="4"/>
                      </a:cubicBezTo>
                      <a:cubicBezTo>
                        <a:pt x="28" y="0"/>
                        <a:pt x="28" y="0"/>
                        <a:pt x="28" y="0"/>
                      </a:cubicBezTo>
                      <a:cubicBezTo>
                        <a:pt x="22" y="4"/>
                        <a:pt x="16" y="8"/>
                        <a:pt x="10" y="11"/>
                      </a:cubicBezTo>
                      <a:cubicBezTo>
                        <a:pt x="10" y="20"/>
                        <a:pt x="10" y="20"/>
                        <a:pt x="10" y="20"/>
                      </a:cubicBezTo>
                      <a:cubicBezTo>
                        <a:pt x="10" y="30"/>
                        <a:pt x="6" y="38"/>
                        <a:pt x="0" y="45"/>
                      </a:cubicBezTo>
                      <a:cubicBezTo>
                        <a:pt x="12" y="82"/>
                        <a:pt x="48" y="110"/>
                        <a:pt x="90" y="110"/>
                      </a:cubicBezTo>
                      <a:cubicBezTo>
                        <a:pt x="123" y="110"/>
                        <a:pt x="123" y="110"/>
                        <a:pt x="123" y="110"/>
                      </a:cubicBezTo>
                      <a:cubicBezTo>
                        <a:pt x="126" y="110"/>
                        <a:pt x="128" y="112"/>
                        <a:pt x="128" y="114"/>
                      </a:cubicBezTo>
                      <a:cubicBezTo>
                        <a:pt x="128" y="128"/>
                        <a:pt x="128" y="128"/>
                        <a:pt x="128" y="128"/>
                      </a:cubicBezTo>
                      <a:cubicBezTo>
                        <a:pt x="128" y="132"/>
                        <a:pt x="131" y="135"/>
                        <a:pt x="134" y="135"/>
                      </a:cubicBezTo>
                      <a:cubicBezTo>
                        <a:pt x="159" y="135"/>
                        <a:pt x="159" y="135"/>
                        <a:pt x="159" y="135"/>
                      </a:cubicBezTo>
                      <a:cubicBezTo>
                        <a:pt x="161" y="135"/>
                        <a:pt x="163" y="134"/>
                        <a:pt x="164" y="133"/>
                      </a:cubicBezTo>
                      <a:cubicBezTo>
                        <a:pt x="206" y="87"/>
                        <a:pt x="206" y="87"/>
                        <a:pt x="206" y="87"/>
                      </a:cubicBezTo>
                      <a:cubicBezTo>
                        <a:pt x="208" y="85"/>
                        <a:pt x="208" y="81"/>
                        <a:pt x="206" y="78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</p:grpSp>
      </p:grpSp>
      <p:sp>
        <p:nvSpPr>
          <p:cNvPr id="394" name="PlaceHolder 1"/>
          <p:cNvSpPr>
            <a:spLocks noGrp="1"/>
          </p:cNvSpPr>
          <p:nvPr>
            <p:ph type="title"/>
          </p:nvPr>
        </p:nvSpPr>
        <p:spPr>
          <a:xfrm>
            <a:off x="1864800" y="2179440"/>
            <a:ext cx="5413680" cy="1626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4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95" name="PlaceHolder 2"/>
          <p:cNvSpPr>
            <a:spLocks noGrp="1"/>
          </p:cNvSpPr>
          <p:nvPr>
            <p:ph type="title"/>
          </p:nvPr>
        </p:nvSpPr>
        <p:spPr>
          <a:xfrm>
            <a:off x="1864800" y="1337400"/>
            <a:ext cx="1474200" cy="841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6000" b="0" u="none" strike="noStrike">
                <a:solidFill>
                  <a:schemeClr val="lt1"/>
                </a:solidFill>
                <a:effectLst/>
                <a:uFillTx/>
                <a:latin typeface="Montserrat"/>
                <a:ea typeface="Montserrat"/>
              </a:rPr>
              <a:t>xx%</a:t>
            </a:r>
            <a:endParaRPr lang="fr-FR" sz="6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96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  <p:extLst>
      <p:ext uri="{BB962C8B-B14F-4D97-AF65-F5344CB8AC3E}">
        <p14:creationId xmlns:p14="http://schemas.microsoft.com/office/powerpoint/2010/main" val="3334338546"/>
      </p:ext>
    </p:extLst>
  </p:cSld>
  <p:clrMapOvr>
    <a:masterClrMapping/>
  </p:clrMapOvr>
  <p:transition spd="slow">
    <p:push dir="u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.xml"/><Relationship Id="rId3" Type="http://schemas.openxmlformats.org/officeDocument/2006/relationships/slideLayout" Target="../slideLayouts/slideLayout18.xml"/><Relationship Id="rId7" Type="http://schemas.openxmlformats.org/officeDocument/2006/relationships/slideLayout" Target="../slideLayouts/slideLayout22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5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transition spd="slow">
    <p:push dir="u"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67" r:id="rId3"/>
    <p:sldLayoutId id="2147483668" r:id="rId4"/>
    <p:sldLayoutId id="2147483669" r:id="rId5"/>
    <p:sldLayoutId id="2147483670" r:id="rId6"/>
    <p:sldLayoutId id="2147483671" r:id="rId7"/>
    <p:sldLayoutId id="2147483672" r:id="rId8"/>
    <p:sldLayoutId id="2147483673" r:id="rId9"/>
    <p:sldLayoutId id="2147483674" r:id="rId10"/>
    <p:sldLayoutId id="2147483675" r:id="rId11"/>
  </p:sldLayoutIdLst>
  <p:transition spd="slow">
    <p:push dir="u"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6" name="PlaceHolder 1"/>
          <p:cNvSpPr>
            <a:spLocks noGrp="1"/>
          </p:cNvSpPr>
          <p:nvPr>
            <p:ph type="title"/>
          </p:nvPr>
        </p:nvSpPr>
        <p:spPr>
          <a:xfrm>
            <a:off x="2009880" y="1076400"/>
            <a:ext cx="6714720" cy="14950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800" b="1" u="none" strike="noStrike" dirty="0">
                <a:solidFill>
                  <a:schemeClr val="dk1"/>
                </a:solidFill>
                <a:effectLst/>
                <a:uFillTx/>
                <a:latin typeface="Montserrat"/>
                <a:ea typeface="Montserrat"/>
              </a:rPr>
              <a:t>DBS Data</a:t>
            </a:r>
            <a:r>
              <a:rPr lang="en-US" sz="3800" b="0" u="none" strike="noStrike" dirty="0">
                <a:solidFill>
                  <a:schemeClr val="dk1"/>
                </a:solidFill>
                <a:effectLst/>
                <a:uFillTx/>
                <a:latin typeface="Montserrat"/>
                <a:ea typeface="Montserrat"/>
              </a:rPr>
              <a:t> Analysis</a:t>
            </a:r>
            <a:endParaRPr lang="fr-FR" sz="38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27" name="PlaceHolder 2"/>
          <p:cNvSpPr>
            <a:spLocks noGrp="1"/>
          </p:cNvSpPr>
          <p:nvPr>
            <p:ph type="subTitle"/>
          </p:nvPr>
        </p:nvSpPr>
        <p:spPr>
          <a:xfrm>
            <a:off x="2009880" y="2581200"/>
            <a:ext cx="5362200" cy="4759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800" b="0" u="none" strike="noStrike" dirty="0">
                <a:solidFill>
                  <a:schemeClr val="dk1"/>
                </a:solidFill>
                <a:effectLst/>
                <a:uFillTx/>
                <a:latin typeface="Actor"/>
                <a:ea typeface="Actor"/>
              </a:rPr>
              <a:t>Comprehensive Insights into Bank Transactions</a:t>
            </a:r>
            <a:endParaRPr lang="en-US" sz="18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cxnSp>
        <p:nvCxnSpPr>
          <p:cNvPr id="728" name="Google Shape;813;p29"/>
          <p:cNvCxnSpPr/>
          <p:nvPr/>
        </p:nvCxnSpPr>
        <p:spPr>
          <a:xfrm>
            <a:off x="2104560" y="2577960"/>
            <a:ext cx="6064200" cy="360"/>
          </a:xfrm>
          <a:prstGeom prst="straightConnector1">
            <a:avLst/>
          </a:prstGeom>
          <a:ln w="9525">
            <a:solidFill>
              <a:srgbClr val="FFFFFF"/>
            </a:solidFill>
            <a:round/>
          </a:ln>
        </p:spPr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082E7DA9-7E05-4950-57DF-E08C74B268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03933" y="82233"/>
            <a:ext cx="465137" cy="465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6" grpId="0"/>
      <p:bldP spid="727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PlaceHolder 1"/>
          <p:cNvSpPr>
            <a:spLocks noGrp="1"/>
          </p:cNvSpPr>
          <p:nvPr>
            <p:ph type="title"/>
          </p:nvPr>
        </p:nvSpPr>
        <p:spPr>
          <a:xfrm>
            <a:off x="1647720" y="971640"/>
            <a:ext cx="5419440" cy="10569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00" b="1" u="none" strike="noStrike" dirty="0">
                <a:solidFill>
                  <a:schemeClr val="dk1"/>
                </a:solidFill>
                <a:effectLst/>
                <a:uFillTx/>
                <a:latin typeface="Montserrat"/>
                <a:ea typeface="Montserrat"/>
              </a:rPr>
              <a:t>Introduction</a:t>
            </a:r>
            <a:endParaRPr lang="fr-FR" sz="30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30" name="PlaceHolder 2"/>
          <p:cNvSpPr>
            <a:spLocks noGrp="1"/>
          </p:cNvSpPr>
          <p:nvPr>
            <p:ph type="subTitle"/>
          </p:nvPr>
        </p:nvSpPr>
        <p:spPr>
          <a:xfrm>
            <a:off x="1647720" y="2028960"/>
            <a:ext cx="5419440" cy="2142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v"/>
              <a:tabLst>
                <a:tab pos="0" algn="l"/>
              </a:tabLst>
            </a:pPr>
            <a:r>
              <a:rPr lang="en-US" sz="1600" b="0" u="none" strike="noStrike" dirty="0">
                <a:solidFill>
                  <a:schemeClr val="dk1"/>
                </a:solidFill>
                <a:effectLst/>
                <a:uFillTx/>
                <a:latin typeface="Actor"/>
                <a:ea typeface="Actor"/>
              </a:rPr>
              <a:t>This presentation covers the detailed analysis of DBS Bank’s credit and debit transaction data. </a:t>
            </a:r>
          </a:p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v"/>
              <a:tabLst>
                <a:tab pos="0" algn="l"/>
              </a:tabLst>
            </a:pPr>
            <a:r>
              <a:rPr lang="en-US" sz="1600" b="0" u="none" strike="noStrike" dirty="0">
                <a:solidFill>
                  <a:schemeClr val="dk1"/>
                </a:solidFill>
                <a:effectLst/>
                <a:uFillTx/>
                <a:latin typeface="Actor"/>
                <a:ea typeface="Actor"/>
              </a:rPr>
              <a:t>The focus is on understanding customer spending patterns, branch performance, and transaction trends to support strategic business decisions and operational improvements.</a:t>
            </a:r>
            <a:endParaRPr lang="en-US" sz="16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A02256A-0A00-A34F-876E-10EC5EC864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03933" y="82233"/>
            <a:ext cx="465137" cy="465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9" grpId="0"/>
      <p:bldP spid="730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1" name="PlaceHolder 1"/>
          <p:cNvSpPr>
            <a:spLocks noGrp="1"/>
          </p:cNvSpPr>
          <p:nvPr>
            <p:ph type="title"/>
          </p:nvPr>
        </p:nvSpPr>
        <p:spPr>
          <a:xfrm>
            <a:off x="1866960" y="2181240"/>
            <a:ext cx="5409720" cy="16282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90000"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800" b="1" u="none" strike="noStrike" dirty="0">
                <a:solidFill>
                  <a:schemeClr val="dk1"/>
                </a:solidFill>
                <a:effectLst/>
                <a:uFillTx/>
                <a:latin typeface="Montserrat"/>
                <a:ea typeface="Montserrat"/>
              </a:rPr>
              <a:t>Project</a:t>
            </a:r>
            <a:endParaRPr lang="fr-FR" sz="48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800" b="1" u="none" strike="noStrike" dirty="0">
                <a:solidFill>
                  <a:schemeClr val="dk1"/>
                </a:solidFill>
                <a:effectLst/>
                <a:uFillTx/>
                <a:latin typeface="Montserrat"/>
                <a:ea typeface="Montserrat"/>
              </a:rPr>
              <a:t> Overview</a:t>
            </a:r>
            <a:endParaRPr lang="fr-FR" sz="48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32" name="PlaceHolder 2"/>
          <p:cNvSpPr>
            <a:spLocks noGrp="1"/>
          </p:cNvSpPr>
          <p:nvPr>
            <p:ph type="title"/>
          </p:nvPr>
        </p:nvSpPr>
        <p:spPr>
          <a:xfrm>
            <a:off x="1866960" y="1333440"/>
            <a:ext cx="1476000" cy="837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fontScale="90000"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6000" b="0" u="none" strike="noStrike" dirty="0">
                <a:solidFill>
                  <a:schemeClr val="lt1"/>
                </a:solidFill>
                <a:effectLst/>
                <a:uFillTx/>
                <a:latin typeface="Calibri"/>
                <a:ea typeface="Montserrat"/>
              </a:rPr>
              <a:t>01</a:t>
            </a:r>
            <a:endParaRPr lang="fr-FR" sz="60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038A6BD-AD67-D6D8-CF14-9323D49F53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03933" y="82233"/>
            <a:ext cx="465137" cy="465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1" grpId="0"/>
      <p:bldP spid="73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PlaceHolder 1"/>
          <p:cNvSpPr>
            <a:spLocks noGrp="1"/>
          </p:cNvSpPr>
          <p:nvPr>
            <p:ph type="title"/>
          </p:nvPr>
        </p:nvSpPr>
        <p:spPr>
          <a:xfrm>
            <a:off x="1647720" y="971640"/>
            <a:ext cx="5419440" cy="10569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00" b="1" u="none" strike="noStrike" dirty="0">
                <a:solidFill>
                  <a:schemeClr val="dk1"/>
                </a:solidFill>
                <a:effectLst/>
                <a:uFillTx/>
                <a:latin typeface="Montserrat"/>
                <a:ea typeface="Montserrat"/>
              </a:rPr>
              <a:t>Objective and Impact</a:t>
            </a:r>
            <a:endParaRPr lang="fr-FR" sz="30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34" name="PlaceHolder 2"/>
          <p:cNvSpPr>
            <a:spLocks noGrp="1"/>
          </p:cNvSpPr>
          <p:nvPr>
            <p:ph type="subTitle"/>
          </p:nvPr>
        </p:nvSpPr>
        <p:spPr>
          <a:xfrm>
            <a:off x="1647720" y="2028960"/>
            <a:ext cx="5419440" cy="2142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v"/>
              <a:tabLst>
                <a:tab pos="0" algn="l"/>
              </a:tabLst>
            </a:pPr>
            <a:r>
              <a:rPr lang="en-US" sz="1600" b="0" u="none" strike="noStrike" dirty="0">
                <a:solidFill>
                  <a:schemeClr val="dk1"/>
                </a:solidFill>
                <a:effectLst/>
                <a:uFillTx/>
                <a:latin typeface="Actor"/>
                <a:ea typeface="Actor"/>
              </a:rPr>
              <a:t>The project aims to analyze transaction data to reveal insights about customer behavior and account performance. </a:t>
            </a:r>
          </a:p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v"/>
              <a:tabLst>
                <a:tab pos="0" algn="l"/>
              </a:tabLst>
            </a:pPr>
            <a:r>
              <a:rPr lang="en-US" sz="1600" b="0" u="none" strike="noStrike" dirty="0">
                <a:solidFill>
                  <a:schemeClr val="dk1"/>
                </a:solidFill>
                <a:effectLst/>
                <a:uFillTx/>
                <a:latin typeface="Actor"/>
                <a:ea typeface="Actor"/>
              </a:rPr>
              <a:t>The key goal is to identify high-performing branches and transaction trends that drive better business decisions and enhance customer engagement.</a:t>
            </a:r>
            <a:endParaRPr lang="en-US" sz="16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56D87D6-80BB-F0D6-E967-1E5DF9A3DF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03933" y="82233"/>
            <a:ext cx="465137" cy="465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3" grpId="0"/>
      <p:bldP spid="734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" name="PlaceHolder 1"/>
          <p:cNvSpPr>
            <a:spLocks noGrp="1"/>
          </p:cNvSpPr>
          <p:nvPr>
            <p:ph type="title"/>
          </p:nvPr>
        </p:nvSpPr>
        <p:spPr>
          <a:xfrm>
            <a:off x="1647720" y="971640"/>
            <a:ext cx="5419440" cy="10569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00" b="1" u="none" strike="noStrike" dirty="0">
                <a:solidFill>
                  <a:schemeClr val="dk1"/>
                </a:solidFill>
                <a:effectLst/>
                <a:uFillTx/>
                <a:latin typeface="Montserrat"/>
                <a:ea typeface="Montserrat"/>
              </a:rPr>
              <a:t>Team Members</a:t>
            </a:r>
            <a:endParaRPr lang="fr-FR" sz="30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36" name="PlaceHolder 2"/>
          <p:cNvSpPr>
            <a:spLocks noGrp="1"/>
          </p:cNvSpPr>
          <p:nvPr>
            <p:ph type="subTitle"/>
          </p:nvPr>
        </p:nvSpPr>
        <p:spPr>
          <a:xfrm>
            <a:off x="1647720" y="2301240"/>
            <a:ext cx="5649840" cy="24688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20000"/>
              </a:lnSpc>
              <a:buNone/>
              <a:tabLst>
                <a:tab pos="0" algn="l"/>
              </a:tabLst>
            </a:pPr>
            <a:r>
              <a:rPr lang="en-US" sz="1800" b="0" u="none" strike="noStrike" dirty="0">
                <a:solidFill>
                  <a:srgbClr val="FFFFFF"/>
                </a:solidFill>
                <a:effectLst/>
                <a:uFillTx/>
                <a:latin typeface="Actor"/>
              </a:rPr>
              <a:t>Shravani Dhuri</a:t>
            </a:r>
          </a:p>
          <a:p>
            <a:pPr indent="0">
              <a:lnSpc>
                <a:spcPct val="120000"/>
              </a:lnSpc>
              <a:buNone/>
              <a:tabLst>
                <a:tab pos="0" algn="l"/>
              </a:tabLst>
            </a:pPr>
            <a:r>
              <a:rPr lang="en-US" sz="1800" dirty="0">
                <a:solidFill>
                  <a:srgbClr val="FFFFFF"/>
                </a:solidFill>
                <a:latin typeface="Actor"/>
              </a:rPr>
              <a:t>Purva Dhote</a:t>
            </a:r>
          </a:p>
          <a:p>
            <a:pPr indent="0">
              <a:lnSpc>
                <a:spcPct val="120000"/>
              </a:lnSpc>
              <a:buNone/>
              <a:tabLst>
                <a:tab pos="0" algn="l"/>
              </a:tabLst>
            </a:pPr>
            <a:r>
              <a:rPr lang="en-US" sz="1800" b="0" u="none" strike="noStrike" dirty="0">
                <a:solidFill>
                  <a:srgbClr val="FFFFFF"/>
                </a:solidFill>
                <a:effectLst/>
                <a:uFillTx/>
                <a:latin typeface="Actor"/>
              </a:rPr>
              <a:t>Vrushali Awari</a:t>
            </a:r>
          </a:p>
          <a:p>
            <a:pPr indent="0">
              <a:lnSpc>
                <a:spcPct val="120000"/>
              </a:lnSpc>
              <a:buNone/>
              <a:tabLst>
                <a:tab pos="0" algn="l"/>
              </a:tabLst>
            </a:pPr>
            <a:r>
              <a:rPr lang="en-US" sz="1800" dirty="0">
                <a:solidFill>
                  <a:srgbClr val="FFFFFF"/>
                </a:solidFill>
                <a:latin typeface="Actor"/>
              </a:rPr>
              <a:t>Shivanjali Ahiwale</a:t>
            </a:r>
          </a:p>
          <a:p>
            <a:pPr indent="0">
              <a:lnSpc>
                <a:spcPct val="120000"/>
              </a:lnSpc>
              <a:buNone/>
              <a:tabLst>
                <a:tab pos="0" algn="l"/>
              </a:tabLst>
            </a:pPr>
            <a:r>
              <a:rPr lang="en-US" sz="1800" b="0" u="none" strike="noStrike" dirty="0">
                <a:solidFill>
                  <a:srgbClr val="FFFFFF"/>
                </a:solidFill>
                <a:effectLst/>
                <a:uFillTx/>
                <a:latin typeface="Actor"/>
              </a:rPr>
              <a:t>Nayan Kumar</a:t>
            </a:r>
          </a:p>
          <a:p>
            <a:pPr indent="0">
              <a:lnSpc>
                <a:spcPct val="120000"/>
              </a:lnSpc>
              <a:buNone/>
              <a:tabLst>
                <a:tab pos="0" algn="l"/>
              </a:tabLst>
            </a:pPr>
            <a:r>
              <a:rPr lang="en-US" sz="1800" dirty="0">
                <a:solidFill>
                  <a:srgbClr val="FFFFFF"/>
                </a:solidFill>
                <a:latin typeface="Actor"/>
              </a:rPr>
              <a:t>Rushikesh Pochhi</a:t>
            </a:r>
          </a:p>
          <a:p>
            <a:pPr indent="0">
              <a:lnSpc>
                <a:spcPct val="120000"/>
              </a:lnSpc>
              <a:buNone/>
              <a:tabLst>
                <a:tab pos="0" algn="l"/>
              </a:tabLst>
            </a:pPr>
            <a:r>
              <a:rPr lang="en-US" sz="1800" b="0" u="none" strike="noStrike" dirty="0">
                <a:solidFill>
                  <a:srgbClr val="FFFFFF"/>
                </a:solidFill>
                <a:effectLst/>
                <a:uFillTx/>
                <a:latin typeface="Actor"/>
              </a:rPr>
              <a:t>Saba Attar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52EDF3F-64A1-993B-3747-B50780162C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03933" y="89853"/>
            <a:ext cx="465137" cy="465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3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3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73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73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73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73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73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73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5" grpId="0"/>
      <p:bldP spid="736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PlaceHolder 1"/>
          <p:cNvSpPr>
            <a:spLocks noGrp="1"/>
          </p:cNvSpPr>
          <p:nvPr>
            <p:ph type="title"/>
          </p:nvPr>
        </p:nvSpPr>
        <p:spPr>
          <a:xfrm>
            <a:off x="714240" y="876240"/>
            <a:ext cx="3981240" cy="10285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fontScale="90000"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00" b="1" u="none" strike="noStrike" dirty="0">
                <a:solidFill>
                  <a:schemeClr val="dk1"/>
                </a:solidFill>
                <a:effectLst/>
                <a:uFillTx/>
                <a:latin typeface="Montserrat"/>
                <a:ea typeface="Montserrat"/>
              </a:rPr>
              <a:t>Key Performance Indicators (KPIs)</a:t>
            </a:r>
            <a:endParaRPr lang="fr-FR" sz="30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38" name="PlaceHolder 2"/>
          <p:cNvSpPr>
            <a:spLocks noGrp="1"/>
          </p:cNvSpPr>
          <p:nvPr>
            <p:ph type="subTitle"/>
          </p:nvPr>
        </p:nvSpPr>
        <p:spPr>
          <a:xfrm>
            <a:off x="714240" y="1962000"/>
            <a:ext cx="3981240" cy="22950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lnSpcReduction="10000"/>
          </a:bodyPr>
          <a:lstStyle/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v"/>
              <a:tabLst>
                <a:tab pos="0" algn="l"/>
              </a:tabLst>
            </a:pP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ctor"/>
                <a:ea typeface="Actor"/>
              </a:rPr>
              <a:t>The analysis tracks several crucial </a:t>
            </a:r>
            <a:r>
              <a:rPr lang="en-US" sz="1400" b="1" u="none" strike="noStrike" dirty="0">
                <a:solidFill>
                  <a:schemeClr val="dk1"/>
                </a:solidFill>
                <a:effectLst/>
                <a:uFillTx/>
                <a:latin typeface="Actor"/>
                <a:ea typeface="Actor"/>
              </a:rPr>
              <a:t>KPIs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ctor"/>
                <a:ea typeface="Actor"/>
              </a:rPr>
              <a:t> including total transaction amounts, average transaction value, and number of transactions per branch.</a:t>
            </a:r>
          </a:p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v"/>
              <a:tabLst>
                <a:tab pos="0" algn="l"/>
              </a:tabLst>
            </a:pP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ctor"/>
                <a:ea typeface="Actor"/>
              </a:rPr>
              <a:t>Additional metrics such as customer activity ratio and identification of top-performing branches help measure both operational efficiency and customer engagement. </a:t>
            </a:r>
          </a:p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v"/>
              <a:tabLst>
                <a:tab pos="0" algn="l"/>
              </a:tabLst>
            </a:pP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ctor"/>
                <a:ea typeface="Actor"/>
              </a:rPr>
              <a:t>These KPIs support targeted business decisions and performance benchmarking.</a:t>
            </a:r>
            <a:endParaRPr lang="en-US" sz="14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pic>
        <p:nvPicPr>
          <p:cNvPr id="739" name="Google Shape;846;p32"/>
          <p:cNvPicPr/>
          <p:nvPr/>
        </p:nvPicPr>
        <p:blipFill>
          <a:blip r:embed="rId2"/>
          <a:srcRect t="15165" b="15165"/>
          <a:stretch/>
        </p:blipFill>
        <p:spPr>
          <a:xfrm>
            <a:off x="5009760" y="0"/>
            <a:ext cx="4133880" cy="5143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7C33526B-8F69-1556-4767-52E01340F6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03933" y="82233"/>
            <a:ext cx="465137" cy="465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7" grpId="0"/>
      <p:bldP spid="738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6" name="PlaceHolder 1"/>
          <p:cNvSpPr>
            <a:spLocks noGrp="1"/>
          </p:cNvSpPr>
          <p:nvPr>
            <p:ph type="title"/>
          </p:nvPr>
        </p:nvSpPr>
        <p:spPr>
          <a:xfrm>
            <a:off x="2009880" y="1076400"/>
            <a:ext cx="6714720" cy="14950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800" b="1" u="none" strike="noStrike" dirty="0">
                <a:solidFill>
                  <a:schemeClr val="dk1"/>
                </a:solidFill>
                <a:effectLst/>
                <a:uFillTx/>
                <a:latin typeface="Montserrat"/>
                <a:ea typeface="Montserrat"/>
              </a:rPr>
              <a:t>Key Metrics</a:t>
            </a:r>
            <a:r>
              <a:rPr lang="en-US" sz="3800" b="0" u="none" strike="noStrike" dirty="0">
                <a:solidFill>
                  <a:schemeClr val="dk1"/>
                </a:solidFill>
                <a:effectLst/>
                <a:uFillTx/>
                <a:latin typeface="Montserrat"/>
                <a:ea typeface="Montserrat"/>
              </a:rPr>
              <a:t> Summary</a:t>
            </a:r>
            <a:endParaRPr lang="fr-FR" sz="38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27" name="PlaceHolder 2"/>
          <p:cNvSpPr>
            <a:spLocks noGrp="1"/>
          </p:cNvSpPr>
          <p:nvPr>
            <p:ph type="subTitle"/>
          </p:nvPr>
        </p:nvSpPr>
        <p:spPr>
          <a:xfrm>
            <a:off x="2009880" y="2581200"/>
            <a:ext cx="5362200" cy="4759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800" b="0" u="none" strike="noStrike" dirty="0">
                <a:solidFill>
                  <a:schemeClr val="dk1"/>
                </a:solidFill>
                <a:effectLst/>
                <a:uFillTx/>
                <a:latin typeface="Actor"/>
                <a:ea typeface="Actor"/>
              </a:rPr>
              <a:t>Overview of Transactions, Risk Operations</a:t>
            </a:r>
            <a:endParaRPr lang="en-US" sz="18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cxnSp>
        <p:nvCxnSpPr>
          <p:cNvPr id="728" name="Google Shape;813;p29"/>
          <p:cNvCxnSpPr/>
          <p:nvPr/>
        </p:nvCxnSpPr>
        <p:spPr>
          <a:xfrm>
            <a:off x="2104560" y="2577960"/>
            <a:ext cx="6064200" cy="360"/>
          </a:xfrm>
          <a:prstGeom prst="straightConnector1">
            <a:avLst/>
          </a:prstGeom>
          <a:ln w="9525">
            <a:solidFill>
              <a:srgbClr val="FFFFFF"/>
            </a:solidFill>
            <a:round/>
          </a:ln>
        </p:spPr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3368A90E-3D27-143E-65D8-D78E5B1A33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03933" y="82233"/>
            <a:ext cx="465137" cy="465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6" grpId="0"/>
      <p:bldP spid="727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PlaceHolder 1"/>
          <p:cNvSpPr>
            <a:spLocks noGrp="1"/>
          </p:cNvSpPr>
          <p:nvPr>
            <p:ph type="title"/>
          </p:nvPr>
        </p:nvSpPr>
        <p:spPr>
          <a:xfrm>
            <a:off x="1866960" y="2181240"/>
            <a:ext cx="5409720" cy="16282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90000"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800" b="1" u="none" strike="noStrike" dirty="0">
                <a:solidFill>
                  <a:schemeClr val="dk1"/>
                </a:solidFill>
                <a:effectLst/>
                <a:uFillTx/>
                <a:latin typeface="Montserrat"/>
                <a:ea typeface="Montserrat"/>
              </a:rPr>
              <a:t>Transaction</a:t>
            </a:r>
            <a:endParaRPr lang="fr-FR" sz="48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800" b="1" u="none" strike="noStrike" dirty="0">
                <a:solidFill>
                  <a:schemeClr val="dk1"/>
                </a:solidFill>
                <a:effectLst/>
                <a:uFillTx/>
                <a:latin typeface="Montserrat"/>
                <a:ea typeface="Montserrat"/>
              </a:rPr>
              <a:t> Overview</a:t>
            </a:r>
            <a:endParaRPr lang="fr-FR" sz="48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33" name="PlaceHolder 2"/>
          <p:cNvSpPr>
            <a:spLocks noGrp="1"/>
          </p:cNvSpPr>
          <p:nvPr>
            <p:ph type="title"/>
          </p:nvPr>
        </p:nvSpPr>
        <p:spPr>
          <a:xfrm>
            <a:off x="1866960" y="1333440"/>
            <a:ext cx="1476000" cy="837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fontScale="90000"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6000" b="0" u="none" strike="noStrike" dirty="0">
                <a:solidFill>
                  <a:schemeClr val="lt1"/>
                </a:solidFill>
                <a:effectLst/>
                <a:uFillTx/>
                <a:latin typeface="Calibri"/>
                <a:ea typeface="Montserrat"/>
              </a:rPr>
              <a:t>01</a:t>
            </a:r>
            <a:endParaRPr lang="fr-FR" sz="60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670A70C-79BB-7CC0-D716-84F6E1D6E3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03933" y="82233"/>
            <a:ext cx="465137" cy="465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2" grpId="0"/>
      <p:bldP spid="73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PlaceHolder 1"/>
          <p:cNvSpPr>
            <a:spLocks noGrp="1"/>
          </p:cNvSpPr>
          <p:nvPr>
            <p:ph type="title"/>
          </p:nvPr>
        </p:nvSpPr>
        <p:spPr>
          <a:xfrm>
            <a:off x="1647720" y="971640"/>
            <a:ext cx="5419440" cy="10569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fontScale="90000"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00" b="1" u="none" strike="noStrike" dirty="0">
                <a:solidFill>
                  <a:schemeClr val="dk1"/>
                </a:solidFill>
                <a:effectLst/>
                <a:uFillTx/>
                <a:latin typeface="Montserrat"/>
                <a:ea typeface="Montserrat"/>
              </a:rPr>
              <a:t>Total Transactions Processed</a:t>
            </a:r>
            <a:endParaRPr lang="fr-FR" sz="30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35" name="PlaceHolder 2"/>
          <p:cNvSpPr>
            <a:spLocks noGrp="1"/>
          </p:cNvSpPr>
          <p:nvPr>
            <p:ph type="subTitle"/>
          </p:nvPr>
        </p:nvSpPr>
        <p:spPr>
          <a:xfrm>
            <a:off x="1647720" y="2028960"/>
            <a:ext cx="5419440" cy="973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v"/>
              <a:tabLst>
                <a:tab pos="0" algn="l"/>
              </a:tabLst>
            </a:pP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ctor"/>
                <a:ea typeface="Actor"/>
              </a:rPr>
              <a:t>The total number of transactions processed reached </a:t>
            </a:r>
            <a:r>
              <a:rPr lang="en-US" sz="1400" b="1" u="none" strike="noStrike" dirty="0">
                <a:solidFill>
                  <a:schemeClr val="dk1"/>
                </a:solidFill>
                <a:effectLst/>
                <a:uFillTx/>
                <a:latin typeface="Actor"/>
                <a:ea typeface="Actor"/>
              </a:rPr>
              <a:t>100,000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ctor"/>
                <a:ea typeface="Actor"/>
              </a:rPr>
              <a:t>, reflecting the overall activity level. 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383DB9A-EA00-1DD6-41EE-C3B39C60C0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03933" y="82233"/>
            <a:ext cx="465137" cy="465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4" grpId="0"/>
      <p:bldP spid="735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" name="PlaceHolder 1"/>
          <p:cNvSpPr>
            <a:spLocks noGrp="1"/>
          </p:cNvSpPr>
          <p:nvPr>
            <p:ph type="title"/>
          </p:nvPr>
        </p:nvSpPr>
        <p:spPr>
          <a:xfrm>
            <a:off x="714240" y="876240"/>
            <a:ext cx="3981240" cy="10285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fontScale="90000"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00" b="1" u="none" strike="noStrike" dirty="0">
                <a:solidFill>
                  <a:schemeClr val="dk1"/>
                </a:solidFill>
                <a:effectLst/>
                <a:uFillTx/>
                <a:latin typeface="Montserrat"/>
                <a:ea typeface="Montserrat"/>
              </a:rPr>
              <a:t>Credit vs Debit Transactions</a:t>
            </a:r>
            <a:endParaRPr lang="fr-FR" sz="30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37" name="PlaceHolder 2"/>
          <p:cNvSpPr>
            <a:spLocks noGrp="1"/>
          </p:cNvSpPr>
          <p:nvPr>
            <p:ph type="subTitle"/>
          </p:nvPr>
        </p:nvSpPr>
        <p:spPr>
          <a:xfrm>
            <a:off x="714240" y="1962000"/>
            <a:ext cx="3981240" cy="22950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v"/>
              <a:tabLst>
                <a:tab pos="0" algn="l"/>
              </a:tabLst>
            </a:pP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ctor"/>
                <a:ea typeface="Actor"/>
              </a:rPr>
              <a:t>Credit transactions slightly outnumber debit ones with </a:t>
            </a:r>
            <a:r>
              <a:rPr lang="en-US" sz="1400" b="1" u="none" strike="noStrike" dirty="0">
                <a:solidFill>
                  <a:schemeClr val="dk1"/>
                </a:solidFill>
                <a:effectLst/>
                <a:uFillTx/>
                <a:latin typeface="Actor"/>
                <a:ea typeface="Actor"/>
              </a:rPr>
              <a:t>50,028 inflows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ctor"/>
                <a:ea typeface="Actor"/>
              </a:rPr>
              <a:t> versus </a:t>
            </a:r>
            <a:r>
              <a:rPr lang="en-US" sz="1400" b="1" u="none" strike="noStrike" dirty="0">
                <a:solidFill>
                  <a:schemeClr val="dk1"/>
                </a:solidFill>
                <a:effectLst/>
                <a:uFillTx/>
                <a:latin typeface="Actor"/>
                <a:ea typeface="Actor"/>
              </a:rPr>
              <a:t>49,972 outflows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ctor"/>
                <a:ea typeface="Actor"/>
              </a:rPr>
              <a:t>. </a:t>
            </a:r>
          </a:p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v"/>
              <a:tabLst>
                <a:tab pos="0" algn="l"/>
              </a:tabLst>
            </a:pP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ctor"/>
                <a:ea typeface="Actor"/>
              </a:rPr>
              <a:t>This close balance indicates a stable customer spending and deposit pattern, crucial for maintaining liquidity and operational stability.</a:t>
            </a:r>
            <a:endParaRPr lang="en-US" sz="14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pic>
        <p:nvPicPr>
          <p:cNvPr id="738" name="Google Shape;846;p32"/>
          <p:cNvPicPr/>
          <p:nvPr/>
        </p:nvPicPr>
        <p:blipFill>
          <a:blip r:embed="rId2"/>
          <a:srcRect t="15165" b="15165"/>
          <a:stretch/>
        </p:blipFill>
        <p:spPr>
          <a:xfrm>
            <a:off x="5009760" y="0"/>
            <a:ext cx="4133880" cy="5143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0E2DAC84-52D0-EE74-B4CB-D8654383C6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03933" y="82233"/>
            <a:ext cx="465137" cy="465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3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3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6" grpId="0"/>
      <p:bldP spid="737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9" name="PlaceHolder 1"/>
          <p:cNvSpPr>
            <a:spLocks noGrp="1"/>
          </p:cNvSpPr>
          <p:nvPr>
            <p:ph type="title"/>
          </p:nvPr>
        </p:nvSpPr>
        <p:spPr>
          <a:xfrm>
            <a:off x="1647720" y="971640"/>
            <a:ext cx="5419440" cy="10569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fontScale="90000"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00" b="1" u="none" strike="noStrike" dirty="0">
                <a:solidFill>
                  <a:schemeClr val="dk1"/>
                </a:solidFill>
                <a:effectLst/>
                <a:uFillTx/>
                <a:latin typeface="Montserrat"/>
                <a:ea typeface="Montserrat"/>
              </a:rPr>
              <a:t>Transaction Distribution Insights</a:t>
            </a:r>
            <a:endParaRPr lang="fr-FR" sz="30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40" name="PlaceHolder 2"/>
          <p:cNvSpPr>
            <a:spLocks noGrp="1"/>
          </p:cNvSpPr>
          <p:nvPr>
            <p:ph type="subTitle"/>
          </p:nvPr>
        </p:nvSpPr>
        <p:spPr>
          <a:xfrm>
            <a:off x="1647720" y="2028960"/>
            <a:ext cx="5419440" cy="2142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v"/>
              <a:tabLst>
                <a:tab pos="0" algn="l"/>
              </a:tabLst>
            </a:pP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ctor"/>
                <a:ea typeface="Actor"/>
              </a:rPr>
              <a:t>The distribution of transactions is almost evenly split among the main payment channels: </a:t>
            </a:r>
            <a:r>
              <a:rPr lang="en-US" sz="1400" b="1" u="none" strike="noStrike" dirty="0">
                <a:solidFill>
                  <a:schemeClr val="dk1"/>
                </a:solidFill>
                <a:effectLst/>
                <a:uFillTx/>
                <a:latin typeface="Actor"/>
                <a:ea typeface="Actor"/>
              </a:rPr>
              <a:t>Bank Transfer (33.34%)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ctor"/>
                <a:ea typeface="Actor"/>
              </a:rPr>
              <a:t>, </a:t>
            </a:r>
            <a:r>
              <a:rPr lang="en-US" sz="1400" b="1" u="none" strike="noStrike" dirty="0">
                <a:solidFill>
                  <a:schemeClr val="dk1"/>
                </a:solidFill>
                <a:effectLst/>
                <a:uFillTx/>
                <a:latin typeface="Actor"/>
                <a:ea typeface="Actor"/>
              </a:rPr>
              <a:t>Credit Card (33.31%)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ctor"/>
                <a:ea typeface="Actor"/>
              </a:rPr>
              <a:t>, and </a:t>
            </a:r>
            <a:r>
              <a:rPr lang="en-US" sz="1400" b="1" u="none" strike="noStrike" dirty="0">
                <a:solidFill>
                  <a:schemeClr val="dk1"/>
                </a:solidFill>
                <a:effectLst/>
                <a:uFillTx/>
                <a:latin typeface="Actor"/>
                <a:ea typeface="Actor"/>
              </a:rPr>
              <a:t>Debit Card (33.35%)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ctor"/>
                <a:ea typeface="Actor"/>
              </a:rPr>
              <a:t>. </a:t>
            </a:r>
          </a:p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v"/>
              <a:tabLst>
                <a:tab pos="0" algn="l"/>
              </a:tabLst>
            </a:pP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ctor"/>
                <a:ea typeface="Actor"/>
              </a:rPr>
              <a:t>This balanced distribution reflects diverse customer preferences and strategic channel utilization, an important factor for optimizing transaction processing and customer outreach.</a:t>
            </a:r>
            <a:endParaRPr lang="en-US" sz="14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7096850-A50A-8C8C-1471-BEDF9CA215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03933" y="82233"/>
            <a:ext cx="465137" cy="465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9" grpId="0"/>
      <p:bldP spid="740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PlaceHolder 1"/>
          <p:cNvSpPr>
            <a:spLocks noGrp="1"/>
          </p:cNvSpPr>
          <p:nvPr>
            <p:ph type="title"/>
          </p:nvPr>
        </p:nvSpPr>
        <p:spPr>
          <a:xfrm>
            <a:off x="1866960" y="2181240"/>
            <a:ext cx="5409720" cy="16282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90000"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800" b="1" u="none" strike="noStrike" dirty="0">
                <a:solidFill>
                  <a:schemeClr val="dk1"/>
                </a:solidFill>
                <a:effectLst/>
                <a:uFillTx/>
                <a:latin typeface="Montserrat"/>
                <a:ea typeface="Montserrat"/>
              </a:rPr>
              <a:t>Risk and Operational</a:t>
            </a:r>
            <a:endParaRPr lang="fr-FR" sz="48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800" b="1" u="none" strike="noStrike" dirty="0">
                <a:solidFill>
                  <a:schemeClr val="dk1"/>
                </a:solidFill>
                <a:effectLst/>
                <a:uFillTx/>
                <a:latin typeface="Montserrat"/>
                <a:ea typeface="Montserrat"/>
              </a:rPr>
              <a:t> Metrics</a:t>
            </a:r>
            <a:endParaRPr lang="fr-FR" sz="48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42" name="PlaceHolder 2"/>
          <p:cNvSpPr>
            <a:spLocks noGrp="1"/>
          </p:cNvSpPr>
          <p:nvPr>
            <p:ph type="title"/>
          </p:nvPr>
        </p:nvSpPr>
        <p:spPr>
          <a:xfrm>
            <a:off x="1866960" y="1333440"/>
            <a:ext cx="1476000" cy="837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fontScale="90000"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6000" b="0" u="none" strike="noStrike" dirty="0">
                <a:solidFill>
                  <a:schemeClr val="lt1"/>
                </a:solidFill>
                <a:effectLst/>
                <a:uFillTx/>
                <a:latin typeface="Calibri"/>
                <a:ea typeface="Montserrat"/>
              </a:rPr>
              <a:t>02</a:t>
            </a:r>
            <a:endParaRPr lang="fr-FR" sz="60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A6F7A8B-DDB7-D385-EE18-D575C1EC86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03933" y="82233"/>
            <a:ext cx="465137" cy="465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1" grpId="0"/>
      <p:bldP spid="74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PlaceHolder 1"/>
          <p:cNvSpPr>
            <a:spLocks noGrp="1"/>
          </p:cNvSpPr>
          <p:nvPr>
            <p:ph type="title"/>
          </p:nvPr>
        </p:nvSpPr>
        <p:spPr>
          <a:xfrm>
            <a:off x="714240" y="876240"/>
            <a:ext cx="3981240" cy="10285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fontScale="90000"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00" b="1" u="none" strike="noStrike" dirty="0">
                <a:solidFill>
                  <a:schemeClr val="dk1"/>
                </a:solidFill>
                <a:effectLst/>
                <a:uFillTx/>
                <a:latin typeface="Montserrat"/>
                <a:ea typeface="Montserrat"/>
              </a:rPr>
              <a:t>Risky Customer and Suspicious Transactions</a:t>
            </a:r>
            <a:endParaRPr lang="fr-FR" sz="30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44" name="PlaceHolder 2"/>
          <p:cNvSpPr>
            <a:spLocks noGrp="1"/>
          </p:cNvSpPr>
          <p:nvPr>
            <p:ph type="subTitle"/>
          </p:nvPr>
        </p:nvSpPr>
        <p:spPr>
          <a:xfrm>
            <a:off x="714240" y="1962000"/>
            <a:ext cx="3981240" cy="22950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v"/>
              <a:tabLst>
                <a:tab pos="0" algn="l"/>
              </a:tabLst>
            </a:pP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ctor"/>
                <a:ea typeface="Actor"/>
              </a:rPr>
              <a:t>A total of </a:t>
            </a:r>
            <a:r>
              <a:rPr lang="en-US" sz="1400" b="1" u="none" strike="noStrike" dirty="0">
                <a:solidFill>
                  <a:schemeClr val="dk1"/>
                </a:solidFill>
                <a:effectLst/>
                <a:uFillTx/>
                <a:latin typeface="Actor"/>
                <a:ea typeface="Actor"/>
              </a:rPr>
              <a:t>4,239 customers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ctor"/>
                <a:ea typeface="Actor"/>
              </a:rPr>
              <a:t> have been flagged as risky, indicating potential exposure to fraud or non-compliance. </a:t>
            </a:r>
          </a:p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v"/>
              <a:tabLst>
                <a:tab pos="0" algn="l"/>
              </a:tabLst>
            </a:pP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ctor"/>
                <a:ea typeface="Actor"/>
              </a:rPr>
              <a:t>Additionally, </a:t>
            </a:r>
            <a:r>
              <a:rPr lang="en-US" sz="1400" b="1" u="none" strike="noStrike" dirty="0">
                <a:solidFill>
                  <a:schemeClr val="dk1"/>
                </a:solidFill>
                <a:effectLst/>
                <a:uFillTx/>
                <a:latin typeface="Actor"/>
                <a:ea typeface="Actor"/>
              </a:rPr>
              <a:t>40,796 transactions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ctor"/>
                <a:ea typeface="Actor"/>
              </a:rPr>
              <a:t> were identified as suspicious with high-risk indicators, highlighting the critical need for robust monitoring and security protocols to mitigate financial risks.</a:t>
            </a:r>
            <a:endParaRPr lang="en-US" sz="14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pic>
        <p:nvPicPr>
          <p:cNvPr id="745" name="Google Shape;846;p32"/>
          <p:cNvPicPr/>
          <p:nvPr/>
        </p:nvPicPr>
        <p:blipFill>
          <a:blip r:embed="rId2"/>
          <a:srcRect t="15165" b="15165"/>
          <a:stretch/>
        </p:blipFill>
        <p:spPr>
          <a:xfrm>
            <a:off x="5009760" y="0"/>
            <a:ext cx="4133880" cy="5143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BFA2A57C-BC49-4792-4D62-86B9EAFA45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03933" y="82233"/>
            <a:ext cx="465137" cy="465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3" grpId="0"/>
      <p:bldP spid="744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6" name="PlaceHolder 1"/>
          <p:cNvSpPr>
            <a:spLocks noGrp="1"/>
          </p:cNvSpPr>
          <p:nvPr>
            <p:ph type="title"/>
          </p:nvPr>
        </p:nvSpPr>
        <p:spPr>
          <a:xfrm>
            <a:off x="1647720" y="971640"/>
            <a:ext cx="5419440" cy="10569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fontScale="90000"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00" b="1" u="none" strike="noStrike" dirty="0">
                <a:solidFill>
                  <a:schemeClr val="dk1"/>
                </a:solidFill>
                <a:effectLst/>
                <a:uFillTx/>
                <a:latin typeface="Montserrat"/>
                <a:ea typeface="Montserrat"/>
              </a:rPr>
              <a:t>High Debit Customer Activity</a:t>
            </a:r>
            <a:endParaRPr lang="fr-FR" sz="30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47" name="PlaceHolder 2"/>
          <p:cNvSpPr>
            <a:spLocks noGrp="1"/>
          </p:cNvSpPr>
          <p:nvPr>
            <p:ph type="subTitle"/>
          </p:nvPr>
        </p:nvSpPr>
        <p:spPr>
          <a:xfrm>
            <a:off x="1647720" y="2028960"/>
            <a:ext cx="5419440" cy="2142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v"/>
              <a:tabLst>
                <a:tab pos="0" algn="l"/>
              </a:tabLst>
            </a:pP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ctor"/>
                <a:ea typeface="Actor"/>
              </a:rPr>
              <a:t>There are </a:t>
            </a:r>
            <a:r>
              <a:rPr lang="en-US" sz="1400" b="1" u="none" strike="noStrike" dirty="0">
                <a:solidFill>
                  <a:schemeClr val="dk1"/>
                </a:solidFill>
                <a:effectLst/>
                <a:uFillTx/>
                <a:latin typeface="Actor"/>
                <a:ea typeface="Actor"/>
              </a:rPr>
              <a:t>40,796 customers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ctor"/>
                <a:ea typeface="Actor"/>
              </a:rPr>
              <a:t> exhibiting high debit activity, which may suggest increased spending or withdrawal behaviors. </a:t>
            </a:r>
          </a:p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v"/>
              <a:tabLst>
                <a:tab pos="0" algn="l"/>
              </a:tabLst>
            </a:pP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ctor"/>
                <a:ea typeface="Actor"/>
              </a:rPr>
              <a:t>Monitoring this segment is essential to identify unusual patterns, manage liquidity, and prevent potential abuse or fraudulent activity within operational parameters.</a:t>
            </a:r>
            <a:endParaRPr lang="en-US" sz="14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B1E266C-C06B-353B-D28B-D396E9FFCE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03933" y="82233"/>
            <a:ext cx="465137" cy="465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6" grpId="0"/>
      <p:bldP spid="747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8" name="PlaceHolder 1"/>
          <p:cNvSpPr>
            <a:spLocks noGrp="1"/>
          </p:cNvSpPr>
          <p:nvPr>
            <p:ph type="title"/>
          </p:nvPr>
        </p:nvSpPr>
        <p:spPr>
          <a:xfrm>
            <a:off x="1647720" y="971640"/>
            <a:ext cx="5419440" cy="10569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fontScale="90000"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00" b="1" u="none" strike="noStrike" dirty="0">
                <a:solidFill>
                  <a:schemeClr val="dk1"/>
                </a:solidFill>
                <a:effectLst/>
                <a:uFillTx/>
                <a:latin typeface="Montserrat"/>
                <a:ea typeface="Montserrat"/>
              </a:rPr>
              <a:t>Payment Method Volume Breakdown</a:t>
            </a:r>
            <a:endParaRPr lang="fr-FR" sz="30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49" name="PlaceHolder 2"/>
          <p:cNvSpPr>
            <a:spLocks noGrp="1"/>
          </p:cNvSpPr>
          <p:nvPr>
            <p:ph type="subTitle"/>
          </p:nvPr>
        </p:nvSpPr>
        <p:spPr>
          <a:xfrm>
            <a:off x="1647720" y="2028960"/>
            <a:ext cx="5419440" cy="2142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v"/>
              <a:tabLst>
                <a:tab pos="0" algn="l"/>
              </a:tabLst>
            </a:pP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ctor"/>
                <a:ea typeface="Actor"/>
              </a:rPr>
              <a:t>Transaction volumes across payment methods are highly consistent: </a:t>
            </a:r>
            <a:r>
              <a:rPr lang="en-US" sz="1400" b="1" u="none" strike="noStrike" dirty="0">
                <a:solidFill>
                  <a:schemeClr val="dk1"/>
                </a:solidFill>
                <a:effectLst/>
                <a:uFillTx/>
                <a:latin typeface="Actor"/>
                <a:ea typeface="Actor"/>
              </a:rPr>
              <a:t>33,338 via Bank Transfer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ctor"/>
                <a:ea typeface="Actor"/>
              </a:rPr>
              <a:t>, </a:t>
            </a:r>
            <a:r>
              <a:rPr lang="en-US" sz="1400" b="1" u="none" strike="noStrike" dirty="0">
                <a:solidFill>
                  <a:schemeClr val="dk1"/>
                </a:solidFill>
                <a:effectLst/>
                <a:uFillTx/>
                <a:latin typeface="Actor"/>
                <a:ea typeface="Actor"/>
              </a:rPr>
              <a:t>33,310 Credit Card transactions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ctor"/>
                <a:ea typeface="Actor"/>
              </a:rPr>
              <a:t>, and </a:t>
            </a:r>
            <a:r>
              <a:rPr lang="en-US" sz="1400" b="1" u="none" strike="noStrike" dirty="0">
                <a:solidFill>
                  <a:schemeClr val="dk1"/>
                </a:solidFill>
                <a:effectLst/>
                <a:uFillTx/>
                <a:latin typeface="Actor"/>
                <a:ea typeface="Actor"/>
              </a:rPr>
              <a:t>33,352 Debit Card transactions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ctor"/>
                <a:ea typeface="Actor"/>
              </a:rPr>
              <a:t>. </a:t>
            </a:r>
          </a:p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v"/>
              <a:tabLst>
                <a:tab pos="0" algn="l"/>
              </a:tabLst>
            </a:pP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ctor"/>
                <a:ea typeface="Actor"/>
              </a:rPr>
              <a:t>This equivalence suggests a well-diversified transaction portfolio, enabling balanced risk exposure and operational flexibility across payment channels.</a:t>
            </a:r>
            <a:endParaRPr lang="en-US" sz="14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377DB8C-6121-779F-5F78-5B6ECB0D5C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03933" y="82233"/>
            <a:ext cx="465137" cy="465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4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4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8" grpId="0"/>
      <p:bldP spid="749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PlaceHolder 1"/>
          <p:cNvSpPr>
            <a:spLocks noGrp="1"/>
          </p:cNvSpPr>
          <p:nvPr>
            <p:ph type="title"/>
          </p:nvPr>
        </p:nvSpPr>
        <p:spPr>
          <a:xfrm>
            <a:off x="1866960" y="2181240"/>
            <a:ext cx="5409720" cy="16282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90000"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800" b="1" u="none" strike="noStrike" dirty="0">
                <a:solidFill>
                  <a:schemeClr val="dk1"/>
                </a:solidFill>
                <a:effectLst/>
                <a:uFillTx/>
                <a:latin typeface="Montserrat"/>
                <a:ea typeface="Montserrat"/>
              </a:rPr>
              <a:t>Data Analysis and</a:t>
            </a:r>
            <a:endParaRPr lang="fr-FR" sz="48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800" b="1" u="none" strike="noStrike" dirty="0">
                <a:solidFill>
                  <a:schemeClr val="dk1"/>
                </a:solidFill>
                <a:effectLst/>
                <a:uFillTx/>
                <a:latin typeface="Montserrat"/>
                <a:ea typeface="Montserrat"/>
              </a:rPr>
              <a:t> Visualization</a:t>
            </a:r>
            <a:endParaRPr lang="fr-FR" sz="48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41" name="PlaceHolder 2"/>
          <p:cNvSpPr>
            <a:spLocks noGrp="1"/>
          </p:cNvSpPr>
          <p:nvPr>
            <p:ph type="title"/>
          </p:nvPr>
        </p:nvSpPr>
        <p:spPr>
          <a:xfrm>
            <a:off x="1866960" y="1333440"/>
            <a:ext cx="1476000" cy="837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fontScale="90000"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6000" b="0" u="none" strike="noStrike" dirty="0">
                <a:solidFill>
                  <a:schemeClr val="lt1"/>
                </a:solidFill>
                <a:effectLst/>
                <a:uFillTx/>
                <a:latin typeface="Calibri"/>
                <a:ea typeface="Montserrat"/>
              </a:rPr>
              <a:t>02</a:t>
            </a:r>
            <a:endParaRPr lang="fr-FR" sz="60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B278D6A-DE2F-E2FA-9FE2-E60CB604BB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03933" y="82233"/>
            <a:ext cx="465137" cy="465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0" grpId="0"/>
      <p:bldP spid="741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PlaceHolder 1"/>
          <p:cNvSpPr>
            <a:spLocks noGrp="1"/>
          </p:cNvSpPr>
          <p:nvPr>
            <p:ph type="title"/>
          </p:nvPr>
        </p:nvSpPr>
        <p:spPr>
          <a:xfrm>
            <a:off x="714240" y="876240"/>
            <a:ext cx="3981240" cy="10285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fontScale="90000"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00" b="1" u="none" strike="noStrike" dirty="0">
                <a:solidFill>
                  <a:schemeClr val="dk1"/>
                </a:solidFill>
                <a:effectLst/>
                <a:uFillTx/>
                <a:latin typeface="Montserrat"/>
                <a:ea typeface="Montserrat"/>
              </a:rPr>
              <a:t>Excel Dashboard Insights and Tools</a:t>
            </a:r>
            <a:endParaRPr lang="fr-FR" sz="30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43" name="PlaceHolder 2"/>
          <p:cNvSpPr>
            <a:spLocks noGrp="1"/>
          </p:cNvSpPr>
          <p:nvPr>
            <p:ph type="subTitle"/>
          </p:nvPr>
        </p:nvSpPr>
        <p:spPr>
          <a:xfrm>
            <a:off x="714240" y="1962000"/>
            <a:ext cx="3981240" cy="22950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v"/>
              <a:tabLst>
                <a:tab pos="0" algn="l"/>
              </a:tabLst>
            </a:pP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ctor"/>
                <a:ea typeface="Actor"/>
              </a:rPr>
              <a:t>The Excel dashboard features branch-wise total and average transaction trends alongside the distribution of debit versus credit transactions.</a:t>
            </a:r>
          </a:p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v"/>
              <a:tabLst>
                <a:tab pos="0" algn="l"/>
              </a:tabLst>
            </a:pP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ctor"/>
                <a:ea typeface="Actor"/>
              </a:rPr>
              <a:t>Monthly spending patterns and growth trends are highlighted using pivot tables, charts, and conditional formatting to provide a clear view of transaction dynamics across branches.</a:t>
            </a:r>
            <a:endParaRPr lang="en-US" sz="14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pic>
        <p:nvPicPr>
          <p:cNvPr id="744" name="Google Shape;846;p32"/>
          <p:cNvPicPr/>
          <p:nvPr/>
        </p:nvPicPr>
        <p:blipFill>
          <a:blip r:embed="rId2"/>
          <a:srcRect t="15165" b="15165"/>
          <a:stretch/>
        </p:blipFill>
        <p:spPr>
          <a:xfrm>
            <a:off x="5009760" y="0"/>
            <a:ext cx="4133880" cy="5143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0B071A6-35B2-8410-8C01-0DFE418838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03933" y="82233"/>
            <a:ext cx="465137" cy="465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2" grpId="0"/>
      <p:bldP spid="74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6440968-B7A3-E480-ACCD-9679C87BEF4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8250" b="14815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AA8EC4E-DC8F-63BA-0762-F07DB3EE7D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13534" y="0"/>
            <a:ext cx="465137" cy="465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4238982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PlaceHolder 1"/>
          <p:cNvSpPr>
            <a:spLocks noGrp="1"/>
          </p:cNvSpPr>
          <p:nvPr>
            <p:ph type="title"/>
          </p:nvPr>
        </p:nvSpPr>
        <p:spPr>
          <a:xfrm>
            <a:off x="1647720" y="971640"/>
            <a:ext cx="5419440" cy="10569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fontScale="90000"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00" b="1" u="none" strike="noStrike" dirty="0">
                <a:solidFill>
                  <a:schemeClr val="dk1"/>
                </a:solidFill>
                <a:effectLst/>
                <a:uFillTx/>
                <a:latin typeface="Montserrat"/>
                <a:ea typeface="Montserrat"/>
              </a:rPr>
              <a:t>Tableau Visualizations and Customer Trends</a:t>
            </a:r>
            <a:endParaRPr lang="fr-FR" sz="30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46" name="PlaceHolder 2"/>
          <p:cNvSpPr>
            <a:spLocks noGrp="1"/>
          </p:cNvSpPr>
          <p:nvPr>
            <p:ph type="subTitle"/>
          </p:nvPr>
        </p:nvSpPr>
        <p:spPr>
          <a:xfrm>
            <a:off x="1647720" y="2028960"/>
            <a:ext cx="5419440" cy="2142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v"/>
              <a:tabLst>
                <a:tab pos="0" algn="l"/>
              </a:tabLst>
            </a:pP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ctor"/>
                <a:ea typeface="Actor"/>
              </a:rPr>
              <a:t>Tableau visualizations present branch performance on maps, showing customer activity ratios and monthly transaction trends. </a:t>
            </a:r>
          </a:p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v"/>
              <a:tabLst>
                <a:tab pos="0" algn="l"/>
              </a:tabLst>
            </a:pP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ctor"/>
                <a:ea typeface="Actor"/>
              </a:rPr>
              <a:t>It also identifies top customers by their transaction value. </a:t>
            </a:r>
          </a:p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v"/>
              <a:tabLst>
                <a:tab pos="0" algn="l"/>
              </a:tabLst>
            </a:pP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ctor"/>
                <a:ea typeface="Actor"/>
              </a:rPr>
              <a:t>These visual insights help pinpoint high-value clients and regional performance variations for strategic planning.</a:t>
            </a:r>
            <a:endParaRPr lang="en-US" sz="14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CA34F03-4E93-00B2-9610-01AD3F2F31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03933" y="82233"/>
            <a:ext cx="465137" cy="465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5" grpId="0"/>
      <p:bldP spid="746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D1C7434-9776-034B-241C-BFAC18CEF6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3F5E4F5-2F23-7BA9-58DA-12C04F6215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9144000" cy="51435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38ED8B2-3EA0-AF33-0B77-B85014CDDE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71611" y="0"/>
            <a:ext cx="465137" cy="465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1388345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PlaceHolder 1"/>
          <p:cNvSpPr>
            <a:spLocks noGrp="1"/>
          </p:cNvSpPr>
          <p:nvPr>
            <p:ph type="title"/>
          </p:nvPr>
        </p:nvSpPr>
        <p:spPr>
          <a:xfrm>
            <a:off x="1647720" y="971640"/>
            <a:ext cx="5419440" cy="10569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fontScale="90000"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00" b="1" u="none" strike="noStrike" dirty="0">
                <a:solidFill>
                  <a:schemeClr val="dk1"/>
                </a:solidFill>
                <a:effectLst/>
                <a:uFillTx/>
                <a:latin typeface="Montserrat"/>
                <a:ea typeface="Montserrat"/>
              </a:rPr>
              <a:t>Power BI Interactive Analysis and Monitoring</a:t>
            </a:r>
            <a:endParaRPr lang="fr-FR" sz="30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48" name="PlaceHolder 2"/>
          <p:cNvSpPr>
            <a:spLocks noGrp="1"/>
          </p:cNvSpPr>
          <p:nvPr>
            <p:ph type="subTitle"/>
          </p:nvPr>
        </p:nvSpPr>
        <p:spPr>
          <a:xfrm>
            <a:off x="1647720" y="2028960"/>
            <a:ext cx="5419440" cy="2142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v"/>
              <a:tabLst>
                <a:tab pos="0" algn="l"/>
              </a:tabLst>
            </a:pP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ctor"/>
                <a:ea typeface="Actor"/>
              </a:rPr>
              <a:t>Power BI dashboards offer advanced interactive features, including drill-through analysis of transactions and real-time KPI monitoring. </a:t>
            </a:r>
          </a:p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v"/>
              <a:tabLst>
                <a:tab pos="0" algn="l"/>
              </a:tabLst>
            </a:pP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ctor"/>
                <a:ea typeface="Actor"/>
              </a:rPr>
              <a:t>This enables dynamic performance tracking at the branch level, facilitating timely decision-making and continuous operational improvements.</a:t>
            </a:r>
            <a:endParaRPr lang="en-US" sz="14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0E2E8C6-B7BF-1B60-8DED-1BD9A1A6C5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03933" y="82233"/>
            <a:ext cx="465137" cy="465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7" grpId="0"/>
      <p:bldP spid="748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D689B5F-93C7-AED2-3F41-23FFB7F2B0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631F96B-4A7A-AE32-E732-459E59D340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889"/>
            <a:ext cx="9144000" cy="510572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09E0989-BFCA-B54B-902C-C884B209C7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71611" y="18889"/>
            <a:ext cx="465137" cy="465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1325968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62E7ED-D577-2513-29E5-27F2DDE262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3340" y="1008840"/>
            <a:ext cx="7703640" cy="572400"/>
          </a:xfrm>
        </p:spPr>
        <p:txBody>
          <a:bodyPr/>
          <a:lstStyle/>
          <a:p>
            <a:r>
              <a:rPr lang="en-IN" sz="2700" dirty="0">
                <a:latin typeface="Montserrat" panose="00000500000000000000" pitchFamily="2" charset="0"/>
              </a:rPr>
              <a:t>SQL Queries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98F3F41-FBE9-E6B2-DBAB-C193E343CB34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720000" y="1760220"/>
            <a:ext cx="7703640" cy="2871540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altLang="en-US" sz="1400" dirty="0">
                <a:latin typeface="Actor"/>
              </a:rPr>
              <a:t>SQL databases provide robust data management for banking systems, enabling secure storage, retrieval, and manipulation of financial records.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8BD5C81-6A42-6EB3-58B3-29EB8D9D12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03933" y="82233"/>
            <a:ext cx="465137" cy="465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8626349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112A24-DF7C-95F3-33F2-ECF6F0EDB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200" b="1" dirty="0">
                <a:latin typeface="Montserrat" panose="00000500000000000000" pitchFamily="2" charset="0"/>
              </a:rPr>
              <a:t>SQL Query for displaying Total Credit Amount: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A0A79F-34AE-2FE8-D5F4-3F7C1903168A}"/>
              </a:ext>
            </a:extLst>
          </p:cNvPr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US" sz="2400" dirty="0">
                <a:latin typeface="Actor"/>
              </a:rPr>
              <a:t>Query:</a:t>
            </a:r>
          </a:p>
          <a:p>
            <a:r>
              <a:rPr lang="en-US" sz="2400" dirty="0">
                <a:latin typeface="Actor"/>
              </a:rPr>
              <a:t>SELECT ROUND(SUM(Amount), 2) AS Total_Credit_Amount</a:t>
            </a:r>
          </a:p>
          <a:p>
            <a:pPr marL="0" indent="0">
              <a:buNone/>
            </a:pPr>
            <a:r>
              <a:rPr lang="en-US" sz="2400" dirty="0">
                <a:latin typeface="Actor"/>
              </a:rPr>
              <a:t> FROM `customers_data` WHERE `Transaction Type` = 'Credit’;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400" dirty="0">
                <a:latin typeface="Actor"/>
              </a:rPr>
              <a:t>Output:</a:t>
            </a:r>
            <a:endParaRPr lang="en-IN" sz="2400" dirty="0">
              <a:latin typeface="Actor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AAB0F00-B98D-CD3F-A676-E92864402F8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51" t="63352" r="86421" b="12749"/>
          <a:stretch>
            <a:fillRect/>
          </a:stretch>
        </p:blipFill>
        <p:spPr>
          <a:xfrm>
            <a:off x="5250180" y="2765893"/>
            <a:ext cx="2987040" cy="183778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BBD2D42-50BE-5586-FAFB-399F9D96B4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78863" y="586740"/>
            <a:ext cx="465137" cy="465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4979047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B813F5-9802-1EB1-5280-BDBFD40663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200" b="1" dirty="0">
                <a:latin typeface="Montserrat" panose="00000500000000000000" pitchFamily="2" charset="0"/>
              </a:rPr>
              <a:t>SQL Query for displaying Total Debit Amount: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E99B85-AADA-84C8-A14B-91D4A37E7040}"/>
              </a:ext>
            </a:extLst>
          </p:cNvPr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US" sz="2400" dirty="0">
                <a:latin typeface="Actor"/>
              </a:rPr>
              <a:t>Query:</a:t>
            </a:r>
          </a:p>
          <a:p>
            <a:r>
              <a:rPr lang="en-US" sz="2400" dirty="0">
                <a:latin typeface="Actor"/>
              </a:rPr>
              <a:t>SELECT ROUND(SUM(Amount), 2) AS Total_Debit_Amount</a:t>
            </a:r>
          </a:p>
          <a:p>
            <a:pPr marL="0" indent="0">
              <a:buNone/>
            </a:pPr>
            <a:r>
              <a:rPr lang="en-US" sz="2400" dirty="0">
                <a:latin typeface="Actor"/>
              </a:rPr>
              <a:t>FROM `customers_data` WHERE `Transaction Type` = 'Debit’;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400" dirty="0">
                <a:latin typeface="Actor"/>
              </a:rPr>
              <a:t>Output:</a:t>
            </a:r>
            <a:endParaRPr lang="en-IN" sz="2400" dirty="0">
              <a:latin typeface="Actor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F036E48-FFE9-C035-D5BB-90F59D5BEC5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2337" r="87654"/>
          <a:stretch>
            <a:fillRect/>
          </a:stretch>
        </p:blipFill>
        <p:spPr>
          <a:xfrm>
            <a:off x="5009400" y="3162300"/>
            <a:ext cx="2743200" cy="179832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8912B12-2056-D430-71C4-3284F69C4C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78503" y="0"/>
            <a:ext cx="465137" cy="4952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5006213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948E76-BA8F-51E5-6CDA-D3FBB50020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200" b="1" dirty="0">
                <a:latin typeface="Montserrat" panose="00000500000000000000" pitchFamily="2" charset="0"/>
              </a:rPr>
              <a:t>SQL Query for displaying Credit To Debit Ratio: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B18EA9-080D-5281-ACAE-7B30F7082A98}"/>
              </a:ext>
            </a:extLst>
          </p:cNvPr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IN" sz="2400" dirty="0">
                <a:latin typeface="Actor"/>
              </a:rPr>
              <a:t>Query:</a:t>
            </a:r>
          </a:p>
          <a:p>
            <a:r>
              <a:rPr lang="en-US" sz="2400" dirty="0">
                <a:latin typeface="Actor"/>
              </a:rPr>
              <a:t>SELECT SUM(CASE WHEN `Transaction Type` = 'Credit' THEN Amount</a:t>
            </a:r>
          </a:p>
          <a:p>
            <a:pPr marL="0" indent="0">
              <a:buNone/>
            </a:pPr>
            <a:r>
              <a:rPr lang="en-US" sz="2400" dirty="0">
                <a:latin typeface="Actor"/>
              </a:rPr>
              <a:t>ELSE 0 END) /NULLIF(SUM(CASE WHEN `Transaction Type` = 'Debit’</a:t>
            </a:r>
          </a:p>
          <a:p>
            <a:pPr marL="0" indent="0">
              <a:buNone/>
            </a:pPr>
            <a:r>
              <a:rPr lang="en-US" sz="2400" dirty="0">
                <a:latin typeface="Actor"/>
              </a:rPr>
              <a:t>THEN Amount ELSE 0 END), 0) AS Credit_to_Debit_Ratio FROM `customers_data`;</a:t>
            </a:r>
            <a:endParaRPr lang="en-IN" sz="2400" dirty="0">
              <a:latin typeface="Actor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IN" sz="2400" dirty="0">
                <a:latin typeface="Actor"/>
              </a:rPr>
              <a:t>Output: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D15B3CC-0BE5-4964-2DCE-05CA91825FD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" t="70367" r="87538"/>
          <a:stretch>
            <a:fillRect/>
          </a:stretch>
        </p:blipFill>
        <p:spPr>
          <a:xfrm>
            <a:off x="1897380" y="3627121"/>
            <a:ext cx="2293620" cy="151637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9CB47D9-8CBF-F420-FC58-AD93BC12C6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78863" y="298775"/>
            <a:ext cx="465137" cy="465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6027291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BECFA5-24D8-52DF-2C60-29281D4D87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200" b="1" dirty="0">
                <a:latin typeface="Montserrat" panose="00000500000000000000" pitchFamily="2" charset="0"/>
              </a:rPr>
              <a:t>SQL Query for displaying Net Transaction Amount: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0A1204-BAF2-8D8E-EC8D-555D2E7F7260}"/>
              </a:ext>
            </a:extLst>
          </p:cNvPr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IN" sz="2400" dirty="0">
                <a:latin typeface="Actor"/>
              </a:rPr>
              <a:t>Query:</a:t>
            </a:r>
          </a:p>
          <a:p>
            <a:r>
              <a:rPr lang="en-US" sz="2400" dirty="0">
                <a:latin typeface="Actor"/>
              </a:rPr>
              <a:t>SELECT SUM(CASE WHEN `Transaction Type` = 'Credit' THEN Amount</a:t>
            </a:r>
          </a:p>
          <a:p>
            <a:pPr marL="0" indent="0">
              <a:buNone/>
            </a:pPr>
            <a:r>
              <a:rPr lang="en-US" sz="2400" dirty="0">
                <a:latin typeface="Actor"/>
              </a:rPr>
              <a:t>WHEN `Transaction Type` = 'Debit' THEN –Amount ELSE 0 END) AS</a:t>
            </a:r>
          </a:p>
          <a:p>
            <a:pPr marL="0" indent="0">
              <a:buNone/>
            </a:pPr>
            <a:r>
              <a:rPr lang="en-US" sz="2400" dirty="0">
                <a:latin typeface="Actor"/>
              </a:rPr>
              <a:t>Net_Transaction_Amount FROM `customers_data`;</a:t>
            </a:r>
            <a:endParaRPr lang="en-IN" sz="2400" dirty="0">
              <a:latin typeface="Actor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IN" sz="2400" dirty="0">
                <a:latin typeface="Actor"/>
              </a:rPr>
              <a:t>Output: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9F8E06F-4191-E31F-F6BE-452273D448F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2821" r="87300"/>
          <a:stretch>
            <a:fillRect/>
          </a:stretch>
        </p:blipFill>
        <p:spPr>
          <a:xfrm>
            <a:off x="2293620" y="3356880"/>
            <a:ext cx="2339340" cy="16799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2130B1B-E280-4FFA-29F0-E47191B04E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03933" y="97473"/>
            <a:ext cx="465137" cy="465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4017071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3FB968-77F8-771C-B1FA-1B00623CD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200" b="1" dirty="0">
                <a:latin typeface="Montserrat" panose="00000500000000000000" pitchFamily="2" charset="0"/>
              </a:rPr>
              <a:t>SQL Query for displaying Account Activity Ratio: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069F59-8333-FC84-A42C-DC5FE4CD7C18}"/>
              </a:ext>
            </a:extLst>
          </p:cNvPr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IN" sz="2400" dirty="0">
                <a:latin typeface="Actor"/>
              </a:rPr>
              <a:t>Query:</a:t>
            </a:r>
          </a:p>
          <a:p>
            <a:r>
              <a:rPr lang="en-US" sz="2400" dirty="0">
                <a:latin typeface="Actor"/>
              </a:rPr>
              <a:t>SELECT Account_Number, COUNT(*) AS Number_of_Transactions,</a:t>
            </a:r>
          </a:p>
          <a:p>
            <a:pPr marL="0" indent="0">
              <a:buNone/>
            </a:pPr>
            <a:r>
              <a:rPr lang="en-US" sz="2400" dirty="0">
                <a:latin typeface="Actor"/>
              </a:rPr>
              <a:t>MAX(Balance) AS Account_Balance, ROUND(COUNT(*) / MAX(Balance),4) AS Account_Activity_Ratio FROM customers_data GROUP BY Account_Number;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400" dirty="0">
                <a:latin typeface="Actor"/>
              </a:rPr>
              <a:t>Output:</a:t>
            </a:r>
            <a:endParaRPr lang="en-IN" sz="2400" dirty="0">
              <a:latin typeface="Actor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4F37710-5CD5-1101-50E5-6CB5C1A4AC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3749" y="3237301"/>
            <a:ext cx="3018251" cy="178373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842EC48-2D4D-811C-3F19-0CBBF11F14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03933" y="82233"/>
            <a:ext cx="465137" cy="465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5424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C806AB-DE41-72E8-45F1-D584F16ADC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800" b="1" dirty="0">
                <a:latin typeface="Montserrat" panose="00000500000000000000" pitchFamily="2" charset="0"/>
              </a:rPr>
              <a:t>SQL Query for displaying Transaction Method Distribution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D60F2D-7D81-F264-0FEE-FF8904A8A799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5009760" y="800100"/>
            <a:ext cx="4133880" cy="4343220"/>
          </a:xfrm>
        </p:spPr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IN" sz="1800" dirty="0">
                <a:latin typeface="Actor"/>
              </a:rPr>
              <a:t>Query:</a:t>
            </a:r>
          </a:p>
          <a:p>
            <a:r>
              <a:rPr lang="en-US" sz="1800" dirty="0">
                <a:latin typeface="Actor"/>
              </a:rPr>
              <a:t>SELECT  t.`Transaction Method`,  t.cnt AS transaction_count,  ROUND(100 * t.cnt /</a:t>
            </a:r>
          </a:p>
          <a:p>
            <a:pPr marL="0" indent="0">
              <a:buNone/>
            </a:pPr>
            <a:r>
              <a:rPr lang="en-US" sz="1800" dirty="0">
                <a:latin typeface="Actor"/>
              </a:rPr>
              <a:t>NULLIF(s.total_count, 0), 2) AS pct_of_total FROM (  SELECT `Transaction Method`, COUNT(*) AS</a:t>
            </a:r>
          </a:p>
          <a:p>
            <a:pPr marL="0" indent="0">
              <a:buNone/>
            </a:pPr>
            <a:r>
              <a:rPr lang="en-US" sz="1800" dirty="0">
                <a:latin typeface="Actor"/>
              </a:rPr>
              <a:t>cnt  FROM `customers_data`  GROUP BY `Transaction Method`) AS t CROSS JOIN (  SELECT</a:t>
            </a:r>
          </a:p>
          <a:p>
            <a:pPr marL="0" indent="0">
              <a:buNone/>
            </a:pPr>
            <a:r>
              <a:rPr lang="en-US" sz="1800" dirty="0">
                <a:latin typeface="Actor"/>
              </a:rPr>
              <a:t>COUNT(*) AS total_count  FROM `customers_data`) AS s ORDER BY t.cnt DESC;</a:t>
            </a:r>
            <a:endParaRPr lang="en-IN" sz="1800" dirty="0">
              <a:latin typeface="Actor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IN" sz="1800" dirty="0">
                <a:latin typeface="Actor"/>
              </a:rPr>
              <a:t>Output: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8CECF97-C521-C983-CBE6-DE5C3F3E6B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7792" y="3389542"/>
            <a:ext cx="3218768" cy="175395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370C362-B2FF-A042-F0AE-49FEEE7E1D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78863" y="0"/>
            <a:ext cx="465137" cy="465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8621659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9" name="PlaceHolder 1"/>
          <p:cNvSpPr>
            <a:spLocks noGrp="1"/>
          </p:cNvSpPr>
          <p:nvPr>
            <p:ph type="title"/>
          </p:nvPr>
        </p:nvSpPr>
        <p:spPr>
          <a:xfrm>
            <a:off x="-1" y="0"/>
            <a:ext cx="8603933" cy="11963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00" b="1" u="none" strike="noStrike" dirty="0">
                <a:solidFill>
                  <a:schemeClr val="dk1"/>
                </a:solidFill>
                <a:effectLst/>
                <a:uFillTx/>
                <a:latin typeface="Montserrat"/>
                <a:ea typeface="Montserrat"/>
              </a:rPr>
              <a:t>Conclusions</a:t>
            </a:r>
            <a:endParaRPr lang="fr-FR" sz="30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50" name="PlaceHolder 2"/>
          <p:cNvSpPr>
            <a:spLocks noGrp="1"/>
          </p:cNvSpPr>
          <p:nvPr>
            <p:ph type="subTitle"/>
          </p:nvPr>
        </p:nvSpPr>
        <p:spPr>
          <a:xfrm>
            <a:off x="0" y="1278573"/>
            <a:ext cx="9144000" cy="3864927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v"/>
              <a:tabLst>
                <a:tab pos="0" algn="l"/>
              </a:tabLst>
            </a:pPr>
            <a:r>
              <a:rPr lang="en-US" sz="2000" b="0" u="none" strike="noStrike" dirty="0">
                <a:solidFill>
                  <a:schemeClr val="dk1"/>
                </a:solidFill>
                <a:effectLst/>
                <a:uFillTx/>
                <a:latin typeface="Actor"/>
                <a:ea typeface="Actor"/>
              </a:rPr>
              <a:t>The data analysis revealed that top branches contribute significantly to total transaction volumes, with metropolitan areas showing higher credit activity. </a:t>
            </a:r>
          </a:p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v"/>
              <a:tabLst>
                <a:tab pos="0" algn="l"/>
              </a:tabLst>
            </a:pPr>
            <a:r>
              <a:rPr lang="en-US" sz="2000" b="0" u="none" strike="noStrike" dirty="0">
                <a:solidFill>
                  <a:schemeClr val="dk1"/>
                </a:solidFill>
                <a:effectLst/>
                <a:uFillTx/>
                <a:latin typeface="Actor"/>
                <a:ea typeface="Actor"/>
              </a:rPr>
              <a:t>Weekend transaction volumes increase by approximately 20%.</a:t>
            </a:r>
          </a:p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v"/>
              <a:tabLst>
                <a:tab pos="0" algn="l"/>
              </a:tabLst>
            </a:pPr>
            <a:r>
              <a:rPr lang="en-US" sz="2000" b="0" u="none" strike="noStrike" dirty="0">
                <a:solidFill>
                  <a:schemeClr val="dk1"/>
                </a:solidFill>
                <a:effectLst/>
                <a:uFillTx/>
                <a:latin typeface="Actor"/>
                <a:ea typeface="Actor"/>
              </a:rPr>
              <a:t>Challenges include data inconsistencies and missing values, prompting recommendations for automation and predictive analytics to enhance future reporting and decision-making.</a:t>
            </a:r>
            <a:endParaRPr lang="en-US" sz="20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5286349-279C-EB2B-EEF8-2A8AB0921F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03933" y="82233"/>
            <a:ext cx="465137" cy="465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9" grpId="0"/>
      <p:bldP spid="750" grpId="0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24701B-C6B4-7573-C4CB-FEFDF55981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PlaceHolder 1">
            <a:extLst>
              <a:ext uri="{FF2B5EF4-FFF2-40B4-BE49-F238E27FC236}">
                <a16:creationId xmlns:a16="http://schemas.microsoft.com/office/drawing/2014/main" id="{6C3C89BD-6351-1FDE-0C69-2A66DBB998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3820" y="24261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sp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5500" b="1" u="none" strike="noStrike" dirty="0">
                <a:solidFill>
                  <a:schemeClr val="dk1"/>
                </a:solidFill>
                <a:effectLst/>
                <a:uFillTx/>
                <a:latin typeface="Montserrat"/>
                <a:ea typeface="Montserrat"/>
              </a:rPr>
              <a:t>Thanks!</a:t>
            </a:r>
            <a:endParaRPr lang="fr-FR" sz="55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C312C2D-2CBC-C72A-536A-EB5D907030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03933" y="82233"/>
            <a:ext cx="465137" cy="465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982023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1" grpId="0"/>
    </p:bldLst>
  </p:timing>
</p:sld>
</file>

<file path=ppt/theme/theme1.xml><?xml version="1.0" encoding="utf-8"?>
<a:theme xmlns:a="http://schemas.openxmlformats.org/drawingml/2006/main" name="Artificial Intelligence in Finance Project Proposal by Slidesgo">
  <a:themeElements>
    <a:clrScheme name="Simple Light">
      <a:dk1>
        <a:srgbClr val="FFFFFF"/>
      </a:dk1>
      <a:lt1>
        <a:srgbClr val="8FDCF7"/>
      </a:lt1>
      <a:dk2>
        <a:srgbClr val="2F4780"/>
      </a:dk2>
      <a:lt2>
        <a:srgbClr val="1F2363"/>
      </a:lt2>
      <a:accent1>
        <a:srgbClr val="000000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Artificial Intelligence in Finance Project Proposal by Slidesgo">
  <a:themeElements>
    <a:clrScheme name="Simple Light">
      <a:dk1>
        <a:srgbClr val="FFFFFF"/>
      </a:dk1>
      <a:lt1>
        <a:srgbClr val="8FDCF7"/>
      </a:lt1>
      <a:dk2>
        <a:srgbClr val="2F4780"/>
      </a:dk2>
      <a:lt2>
        <a:srgbClr val="1F2363"/>
      </a:lt2>
      <a:accent1>
        <a:srgbClr val="000000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308</TotalTime>
  <Words>1035</Words>
  <Application>Microsoft Office PowerPoint</Application>
  <PresentationFormat>On-screen Show (16:9)</PresentationFormat>
  <Paragraphs>102</Paragraphs>
  <Slides>31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31</vt:i4>
      </vt:variant>
    </vt:vector>
  </HeadingPairs>
  <TitlesOfParts>
    <vt:vector size="40" baseType="lpstr">
      <vt:lpstr>Actor</vt:lpstr>
      <vt:lpstr>Arial</vt:lpstr>
      <vt:lpstr>Calibri</vt:lpstr>
      <vt:lpstr>Montserrat</vt:lpstr>
      <vt:lpstr>OpenSymbol</vt:lpstr>
      <vt:lpstr>Symbol</vt:lpstr>
      <vt:lpstr>Wingdings</vt:lpstr>
      <vt:lpstr>Artificial Intelligence in Finance Project Proposal by Slidesgo</vt:lpstr>
      <vt:lpstr>Artificial Intelligence in Finance Project Proposal by Slidesgo</vt:lpstr>
      <vt:lpstr>DBS Data Analysis</vt:lpstr>
      <vt:lpstr>Introduction</vt:lpstr>
      <vt:lpstr>Project  Overview</vt:lpstr>
      <vt:lpstr>Objective and Impact</vt:lpstr>
      <vt:lpstr>Team Members</vt:lpstr>
      <vt:lpstr>Key Performance Indicators (KPIs)</vt:lpstr>
      <vt:lpstr>Key Metrics Summary</vt:lpstr>
      <vt:lpstr>Transaction  Overview</vt:lpstr>
      <vt:lpstr>Total Transactions Processed</vt:lpstr>
      <vt:lpstr>Credit vs Debit Transactions</vt:lpstr>
      <vt:lpstr>Transaction Distribution Insights</vt:lpstr>
      <vt:lpstr>Risk and Operational  Metrics</vt:lpstr>
      <vt:lpstr>Risky Customer and Suspicious Transactions</vt:lpstr>
      <vt:lpstr>High Debit Customer Activity</vt:lpstr>
      <vt:lpstr>Payment Method Volume Breakdown</vt:lpstr>
      <vt:lpstr>Data Analysis and  Visualization</vt:lpstr>
      <vt:lpstr>Excel Dashboard Insights and Tools</vt:lpstr>
      <vt:lpstr>PowerPoint Presentation</vt:lpstr>
      <vt:lpstr>Tableau Visualizations and Customer Trends</vt:lpstr>
      <vt:lpstr>PowerPoint Presentation</vt:lpstr>
      <vt:lpstr>Power BI Interactive Analysis and Monitoring</vt:lpstr>
      <vt:lpstr>PowerPoint Presentation</vt:lpstr>
      <vt:lpstr>SQL Queries</vt:lpstr>
      <vt:lpstr>SQL Query for displaying Total Credit Amount:</vt:lpstr>
      <vt:lpstr>SQL Query for displaying Total Debit Amount:</vt:lpstr>
      <vt:lpstr>SQL Query for displaying Credit To Debit Ratio:</vt:lpstr>
      <vt:lpstr>SQL Query for displaying Net Transaction Amount: </vt:lpstr>
      <vt:lpstr>SQL Query for displaying Account Activity Ratio:</vt:lpstr>
      <vt:lpstr>SQL Query for displaying Transaction Method Distribution</vt:lpstr>
      <vt:lpstr>Conclusions</vt:lpstr>
      <vt:lpstr>Thanks!</vt:lpstr>
    </vt:vector>
  </TitlesOfParts>
  <Company>Microsoft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SHRAVANI DHURI</cp:lastModifiedBy>
  <cp:revision>135</cp:revision>
  <dcterms:modified xsi:type="dcterms:W3CDTF">2025-11-14T07:37:19Z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2025-10-15T18:42:04Z</dcterms:created>
  <dc:creator>Unknown Creator</dc:creator>
  <dc:description/>
  <dc:language>en-US</dc:language>
  <cp:lastModifiedBy>Unknown Creator</cp:lastModifiedBy>
  <dcterms:modified xsi:type="dcterms:W3CDTF">2025-10-15T18:42:04Z</dcterms:modified>
  <cp:revision>0</cp:revision>
  <dc:subject/>
  <dc:title>Untitled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lides">
    <vt:r8>12</vt:r8>
  </property>
</Properties>
</file>